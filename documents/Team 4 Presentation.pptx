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1.xml" ContentType="application/vnd.openxmlformats-officedocument.drawingml.chart+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1" r:id="rId1"/>
  </p:sldMasterIdLst>
  <p:notesMasterIdLst>
    <p:notesMasterId r:id="rId29"/>
  </p:notesMasterIdLst>
  <p:sldIdLst>
    <p:sldId id="256" r:id="rId2"/>
    <p:sldId id="258" r:id="rId3"/>
    <p:sldId id="259" r:id="rId4"/>
    <p:sldId id="306" r:id="rId5"/>
    <p:sldId id="260" r:id="rId6"/>
    <p:sldId id="264" r:id="rId7"/>
    <p:sldId id="307" r:id="rId8"/>
    <p:sldId id="309" r:id="rId9"/>
    <p:sldId id="308" r:id="rId10"/>
    <p:sldId id="310" r:id="rId11"/>
    <p:sldId id="311" r:id="rId12"/>
    <p:sldId id="271" r:id="rId13"/>
    <p:sldId id="318" r:id="rId14"/>
    <p:sldId id="319" r:id="rId15"/>
    <p:sldId id="265" r:id="rId16"/>
    <p:sldId id="313" r:id="rId17"/>
    <p:sldId id="314" r:id="rId18"/>
    <p:sldId id="315" r:id="rId19"/>
    <p:sldId id="320" r:id="rId20"/>
    <p:sldId id="326" r:id="rId21"/>
    <p:sldId id="323" r:id="rId22"/>
    <p:sldId id="322" r:id="rId23"/>
    <p:sldId id="324" r:id="rId24"/>
    <p:sldId id="276" r:id="rId25"/>
    <p:sldId id="325" r:id="rId26"/>
    <p:sldId id="277" r:id="rId27"/>
    <p:sldId id="284" r:id="rId28"/>
  </p:sldIdLst>
  <p:sldSz cx="9144000" cy="5143500" type="screen16x9"/>
  <p:notesSz cx="6858000" cy="9144000"/>
  <p:embeddedFontLst>
    <p:embeddedFont>
      <p:font typeface="Alata" pitchFamily="2" charset="77"/>
      <p:regular r:id="rId30"/>
    </p:embeddedFont>
    <p:embeddedFont>
      <p:font typeface="Bebas Neue" panose="020B0606020202050201" pitchFamily="34" charset="77"/>
      <p:regular r:id="rId31"/>
    </p:embeddedFont>
    <p:embeddedFont>
      <p:font typeface="DM Sans" pitchFamily="2" charset="77"/>
      <p:regular r:id="rId32"/>
      <p:bold r:id="rId33"/>
      <p:italic r:id="rId34"/>
      <p:boldItalic r:id="rId35"/>
    </p:embeddedFont>
    <p:embeddedFont>
      <p:font typeface="Domine" panose="02040503040403060204"/>
      <p:regular r:id="rId36"/>
      <p:bold r:id="rId37"/>
    </p:embeddedFont>
    <p:embeddedFont>
      <p:font typeface="Montserrat" pitchFamily="2" charset="77"/>
      <p:regular r:id="rId38"/>
      <p:bold r:id="rId39"/>
      <p:italic r:id="rId40"/>
      <p:boldItalic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280FF"/>
    <a:srgbClr val="1A4B4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2EB9292-46DF-4CBE-BD28-31BDCB601DC7}">
  <a:tblStyle styleId="{F2EB9292-46DF-4CBE-BD28-31BDCB601DC7}"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255"/>
    <p:restoredTop sz="94635"/>
  </p:normalViewPr>
  <p:slideViewPr>
    <p:cSldViewPr snapToGrid="0">
      <p:cViewPr varScale="1">
        <p:scale>
          <a:sx n="122" d="100"/>
          <a:sy n="122" d="100"/>
        </p:scale>
        <p:origin x="200" y="5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0.fntdata"/><Relationship Id="rId21" Type="http://schemas.openxmlformats.org/officeDocument/2006/relationships/slide" Target="slides/slide20.xml"/><Relationship Id="rId34" Type="http://schemas.openxmlformats.org/officeDocument/2006/relationships/font" Target="fonts/font5.fntdata"/><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font" Target="fonts/font8.fntdata"/><Relationship Id="rId40" Type="http://schemas.openxmlformats.org/officeDocument/2006/relationships/font" Target="fonts/font11.fntdata"/><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font" Target="fonts/font6.fntdata"/><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38" Type="http://schemas.openxmlformats.org/officeDocument/2006/relationships/font" Target="fonts/font9.fntdata"/><Relationship Id="rId20" Type="http://schemas.openxmlformats.org/officeDocument/2006/relationships/slide" Target="slides/slide19.xml"/><Relationship Id="rId41" Type="http://schemas.openxmlformats.org/officeDocument/2006/relationships/font" Target="fonts/font12.fntdata"/></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400"/>
            </a:pPr>
            <a:r>
              <a:rPr lang="en-US" sz="1400"/>
              <a:t>% who seriously considered suicide (QN27), by protective factor</a:t>
            </a:r>
          </a:p>
        </c:rich>
      </c:tx>
      <c:overlay val="0"/>
    </c:title>
    <c:autoTitleDeleted val="0"/>
    <c:plotArea>
      <c:layout/>
      <c:barChart>
        <c:barDir val="col"/>
        <c:grouping val="clustered"/>
        <c:varyColors val="0"/>
        <c:ser>
          <c:idx val="0"/>
          <c:order val="0"/>
          <c:tx>
            <c:strRef>
              <c:f>Sheet1!$B$1</c:f>
              <c:strCache>
                <c:ptCount val="1"/>
                <c:pt idx="0">
                  <c:v>Has the protective factor</c:v>
                </c:pt>
              </c:strCache>
            </c:strRef>
          </c:tx>
          <c:spPr>
            <a:solidFill>
              <a:srgbClr val="5B8C82"/>
            </a:solidFill>
            <a:effectLst/>
          </c:spPr>
          <c:invertIfNegative val="0"/>
          <c:dLbls>
            <c:numFmt formatCode="0.0&quot;%&quot;" sourceLinked="0"/>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Sleep</c:v>
                </c:pt>
                <c:pt idx="1">
                  <c:v>Grades</c:v>
                </c:pt>
                <c:pt idx="2">
                  <c:v>Basic needs</c:v>
                </c:pt>
                <c:pt idx="3">
                  <c:v>School
connect.</c:v>
                </c:pt>
                <c:pt idx="4">
                  <c:v>Parental
monitoring</c:v>
                </c:pt>
              </c:strCache>
            </c:strRef>
          </c:cat>
          <c:val>
            <c:numRef>
              <c:f>Sheet1!$B$2:$B$6</c:f>
              <c:numCache>
                <c:formatCode>General</c:formatCode>
                <c:ptCount val="5"/>
                <c:pt idx="0">
                  <c:v>11.3</c:v>
                </c:pt>
                <c:pt idx="1">
                  <c:v>16.7</c:v>
                </c:pt>
                <c:pt idx="2">
                  <c:v>19.2</c:v>
                </c:pt>
                <c:pt idx="3">
                  <c:v>14.6</c:v>
                </c:pt>
                <c:pt idx="4">
                  <c:v>18.600000000000001</c:v>
                </c:pt>
              </c:numCache>
            </c:numRef>
          </c:val>
          <c:extLst>
            <c:ext xmlns:c16="http://schemas.microsoft.com/office/drawing/2014/chart" uri="{C3380CC4-5D6E-409C-BE32-E72D297353CC}">
              <c16:uniqueId val="{00000000-542D-3543-88DF-162819795CA6}"/>
            </c:ext>
          </c:extLst>
        </c:ser>
        <c:ser>
          <c:idx val="1"/>
          <c:order val="1"/>
          <c:tx>
            <c:strRef>
              <c:f>Sheet1!$C$1</c:f>
              <c:strCache>
                <c:ptCount val="1"/>
                <c:pt idx="0">
                  <c:v>Does not</c:v>
                </c:pt>
              </c:strCache>
            </c:strRef>
          </c:tx>
          <c:spPr>
            <a:solidFill>
              <a:srgbClr val="D8B08C"/>
            </a:solidFill>
            <a:effectLst/>
          </c:spPr>
          <c:invertIfNegative val="0"/>
          <c:dLbls>
            <c:numFmt formatCode="0.0&quot;%&quot;" sourceLinked="0"/>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Sleep</c:v>
                </c:pt>
                <c:pt idx="1">
                  <c:v>Grades</c:v>
                </c:pt>
                <c:pt idx="2">
                  <c:v>Basic needs</c:v>
                </c:pt>
                <c:pt idx="3">
                  <c:v>School
connect.</c:v>
                </c:pt>
                <c:pt idx="4">
                  <c:v>Parental
monitoring</c:v>
                </c:pt>
              </c:strCache>
            </c:strRef>
          </c:cat>
          <c:val>
            <c:numRef>
              <c:f>Sheet1!$C$2:$C$6</c:f>
              <c:numCache>
                <c:formatCode>General</c:formatCode>
                <c:ptCount val="5"/>
                <c:pt idx="0">
                  <c:v>23.1</c:v>
                </c:pt>
                <c:pt idx="1">
                  <c:v>27.4</c:v>
                </c:pt>
                <c:pt idx="2">
                  <c:v>29.3</c:v>
                </c:pt>
                <c:pt idx="3">
                  <c:v>26.7</c:v>
                </c:pt>
                <c:pt idx="4">
                  <c:v>28</c:v>
                </c:pt>
              </c:numCache>
            </c:numRef>
          </c:val>
          <c:extLst>
            <c:ext xmlns:c16="http://schemas.microsoft.com/office/drawing/2014/chart" uri="{C3380CC4-5D6E-409C-BE32-E72D297353CC}">
              <c16:uniqueId val="{00000001-542D-3543-88DF-162819795CA6}"/>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crossAx val="2094734552"/>
        <c:crosses val="autoZero"/>
        <c:auto val="1"/>
        <c:lblAlgn val="ctr"/>
        <c:lblOffset val="100"/>
        <c:noMultiLvlLbl val="1"/>
      </c:catAx>
      <c:valAx>
        <c:axId val="2094734552"/>
        <c:scaling>
          <c:orientation val="minMax"/>
        </c:scaling>
        <c:delete val="0"/>
        <c:axPos val="l"/>
        <c:majorGridlines>
          <c:spPr>
            <a:ln w="9525" cap="flat">
              <a:solidFill>
                <a:srgbClr val="E3E9E7"/>
              </a:solidFill>
              <a:prstDash val="solid"/>
              <a:round/>
            </a:ln>
          </c:spPr>
        </c:majorGridlines>
        <c:numFmt formatCode="General" sourceLinked="0"/>
        <c:majorTickMark val="out"/>
        <c:minorTickMark val="none"/>
        <c:tickLblPos val="nextTo"/>
        <c:spPr>
          <a:ln w="12700" cap="flat">
            <a:solidFill>
              <a:srgbClr val="888888"/>
            </a:solidFill>
            <a:prstDash val="solid"/>
            <a:round/>
          </a:ln>
        </c:spPr>
        <c:crossAx val="2094734554"/>
        <c:crosses val="autoZero"/>
        <c:crossBetween val="between"/>
      </c:valAx>
      <c:spPr>
        <a:noFill/>
        <a:ln>
          <a:noFill/>
        </a:ln>
        <a:effectLst/>
      </c:spPr>
    </c:plotArea>
    <c:legend>
      <c:legendPos val="b"/>
      <c:overlay val="0"/>
    </c:legend>
    <c:plotVisOnly val="1"/>
    <c:dispBlanksAs val="span"/>
    <c:showDLblsOverMax val="1"/>
  </c:chart>
  <c:spPr>
    <a:noFill/>
    <a:ln>
      <a:noFill/>
    </a:ln>
    <a:effectLst/>
  </c:spPr>
  <c:txPr>
    <a:bodyPr/>
    <a:lstStyle/>
    <a:p>
      <a:pPr>
        <a:defRPr>
          <a:latin typeface=""/>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gcec4d2707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392" name="Google Shape;392;gcec4d2707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5"/>
        <p:cNvGrpSpPr/>
        <p:nvPr/>
      </p:nvGrpSpPr>
      <p:grpSpPr>
        <a:xfrm>
          <a:off x="0" y="0"/>
          <a:ext cx="0" cy="0"/>
          <a:chOff x="0" y="0"/>
          <a:chExt cx="0" cy="0"/>
        </a:xfrm>
      </p:grpSpPr>
      <p:sp>
        <p:nvSpPr>
          <p:cNvPr id="466" name="Google Shape;466;g99f2f57a71_0_2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67" name="Google Shape;467;g99f2f57a71_0_2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2"/>
        <p:cNvGrpSpPr/>
        <p:nvPr/>
      </p:nvGrpSpPr>
      <p:grpSpPr>
        <a:xfrm>
          <a:off x="0" y="0"/>
          <a:ext cx="0" cy="0"/>
          <a:chOff x="0" y="0"/>
          <a:chExt cx="0" cy="0"/>
        </a:xfrm>
      </p:grpSpPr>
      <p:sp>
        <p:nvSpPr>
          <p:cNvPr id="483" name="Google Shape;483;g99f2f57a71_0_2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84" name="Google Shape;484;g99f2f57a71_0_2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0">
          <a:extLst>
            <a:ext uri="{FF2B5EF4-FFF2-40B4-BE49-F238E27FC236}">
              <a16:creationId xmlns:a16="http://schemas.microsoft.com/office/drawing/2014/main" id="{2BD3A5CE-7E21-03A0-5D8C-509ED8BC17B6}"/>
            </a:ext>
          </a:extLst>
        </p:cNvPr>
        <p:cNvGrpSpPr/>
        <p:nvPr/>
      </p:nvGrpSpPr>
      <p:grpSpPr>
        <a:xfrm>
          <a:off x="0" y="0"/>
          <a:ext cx="0" cy="0"/>
          <a:chOff x="0" y="0"/>
          <a:chExt cx="0" cy="0"/>
        </a:xfrm>
      </p:grpSpPr>
      <p:sp>
        <p:nvSpPr>
          <p:cNvPr id="821" name="Google Shape;821;g205adfb4ba7_0_484:notes">
            <a:extLst>
              <a:ext uri="{FF2B5EF4-FFF2-40B4-BE49-F238E27FC236}">
                <a16:creationId xmlns:a16="http://schemas.microsoft.com/office/drawing/2014/main" id="{BC4EF2F5-0902-C0F6-3F66-E38707227B6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822" name="Google Shape;822;g205adfb4ba7_0_484:notes">
            <a:extLst>
              <a:ext uri="{FF2B5EF4-FFF2-40B4-BE49-F238E27FC236}">
                <a16:creationId xmlns:a16="http://schemas.microsoft.com/office/drawing/2014/main" id="{EC40A483-FF55-DF96-F599-F7A008FB575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268129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4"/>
        <p:cNvGrpSpPr/>
        <p:nvPr/>
      </p:nvGrpSpPr>
      <p:grpSpPr>
        <a:xfrm>
          <a:off x="0" y="0"/>
          <a:ext cx="0" cy="0"/>
          <a:chOff x="0" y="0"/>
          <a:chExt cx="0" cy="0"/>
        </a:xfrm>
      </p:grpSpPr>
      <p:sp>
        <p:nvSpPr>
          <p:cNvPr id="535" name="Google Shape;535;gbd6c00e730_0_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536" name="Google Shape;536;gbd6c00e730_0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1"/>
        <p:cNvGrpSpPr/>
        <p:nvPr/>
      </p:nvGrpSpPr>
      <p:grpSpPr>
        <a:xfrm>
          <a:off x="0" y="0"/>
          <a:ext cx="0" cy="0"/>
          <a:chOff x="0" y="0"/>
          <a:chExt cx="0" cy="0"/>
        </a:xfrm>
      </p:grpSpPr>
      <p:sp>
        <p:nvSpPr>
          <p:cNvPr id="762" name="Google Shape;762;g2057f1550b2_1_4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763" name="Google Shape;763;g2057f1550b2_1_4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4">
          <a:extLst>
            <a:ext uri="{FF2B5EF4-FFF2-40B4-BE49-F238E27FC236}">
              <a16:creationId xmlns:a16="http://schemas.microsoft.com/office/drawing/2014/main" id="{367BB7AD-37DD-9692-7EC9-BB07C1638598}"/>
            </a:ext>
          </a:extLst>
        </p:cNvPr>
        <p:cNvGrpSpPr/>
        <p:nvPr/>
      </p:nvGrpSpPr>
      <p:grpSpPr>
        <a:xfrm>
          <a:off x="0" y="0"/>
          <a:ext cx="0" cy="0"/>
          <a:chOff x="0" y="0"/>
          <a:chExt cx="0" cy="0"/>
        </a:xfrm>
      </p:grpSpPr>
      <p:sp>
        <p:nvSpPr>
          <p:cNvPr id="535" name="Google Shape;535;gbd6c00e730_0_89:notes">
            <a:extLst>
              <a:ext uri="{FF2B5EF4-FFF2-40B4-BE49-F238E27FC236}">
                <a16:creationId xmlns:a16="http://schemas.microsoft.com/office/drawing/2014/main" id="{F7430DBE-4988-9CC5-9365-0368256C6A2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536" name="Google Shape;536;gbd6c00e730_0_89:notes">
            <a:extLst>
              <a:ext uri="{FF2B5EF4-FFF2-40B4-BE49-F238E27FC236}">
                <a16:creationId xmlns:a16="http://schemas.microsoft.com/office/drawing/2014/main" id="{77D27FA6-F736-462D-05AC-6F16D5CFBA1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388591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2">
          <a:extLst>
            <a:ext uri="{FF2B5EF4-FFF2-40B4-BE49-F238E27FC236}">
              <a16:creationId xmlns:a16="http://schemas.microsoft.com/office/drawing/2014/main" id="{F86BE0E1-7830-D916-4287-AB7B0CBD0267}"/>
            </a:ext>
          </a:extLst>
        </p:cNvPr>
        <p:cNvGrpSpPr/>
        <p:nvPr/>
      </p:nvGrpSpPr>
      <p:grpSpPr>
        <a:xfrm>
          <a:off x="0" y="0"/>
          <a:ext cx="0" cy="0"/>
          <a:chOff x="0" y="0"/>
          <a:chExt cx="0" cy="0"/>
        </a:xfrm>
      </p:grpSpPr>
      <p:sp>
        <p:nvSpPr>
          <p:cNvPr id="483" name="Google Shape;483;g99f2f57a71_0_207:notes">
            <a:extLst>
              <a:ext uri="{FF2B5EF4-FFF2-40B4-BE49-F238E27FC236}">
                <a16:creationId xmlns:a16="http://schemas.microsoft.com/office/drawing/2014/main" id="{18722594-8CCB-0B86-2C95-6F9F62EDC57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84" name="Google Shape;484;g99f2f57a71_0_207:notes">
            <a:extLst>
              <a:ext uri="{FF2B5EF4-FFF2-40B4-BE49-F238E27FC236}">
                <a16:creationId xmlns:a16="http://schemas.microsoft.com/office/drawing/2014/main" id="{58F78327-E9B8-B9B2-B3DE-EB982C6CA0C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936629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9">
          <a:extLst>
            <a:ext uri="{FF2B5EF4-FFF2-40B4-BE49-F238E27FC236}">
              <a16:creationId xmlns:a16="http://schemas.microsoft.com/office/drawing/2014/main" id="{3577D1A2-F224-9296-DB96-F83810DF4609}"/>
            </a:ext>
          </a:extLst>
        </p:cNvPr>
        <p:cNvGrpSpPr/>
        <p:nvPr/>
      </p:nvGrpSpPr>
      <p:grpSpPr>
        <a:xfrm>
          <a:off x="0" y="0"/>
          <a:ext cx="0" cy="0"/>
          <a:chOff x="0" y="0"/>
          <a:chExt cx="0" cy="0"/>
        </a:xfrm>
      </p:grpSpPr>
      <p:sp>
        <p:nvSpPr>
          <p:cNvPr id="670" name="Google Shape;670;gbd6c00e730_0_205:notes">
            <a:extLst>
              <a:ext uri="{FF2B5EF4-FFF2-40B4-BE49-F238E27FC236}">
                <a16:creationId xmlns:a16="http://schemas.microsoft.com/office/drawing/2014/main" id="{A7146B8B-7BE1-63A5-4DD7-E263C80A9CA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671" name="Google Shape;671;gbd6c00e730_0_205:notes">
            <a:extLst>
              <a:ext uri="{FF2B5EF4-FFF2-40B4-BE49-F238E27FC236}">
                <a16:creationId xmlns:a16="http://schemas.microsoft.com/office/drawing/2014/main" id="{83F71E11-FCFB-91D8-381A-847AF73CDD2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558829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9">
          <a:extLst>
            <a:ext uri="{FF2B5EF4-FFF2-40B4-BE49-F238E27FC236}">
              <a16:creationId xmlns:a16="http://schemas.microsoft.com/office/drawing/2014/main" id="{6E521748-D745-C43C-0246-4F0D88B767BB}"/>
            </a:ext>
          </a:extLst>
        </p:cNvPr>
        <p:cNvGrpSpPr/>
        <p:nvPr/>
      </p:nvGrpSpPr>
      <p:grpSpPr>
        <a:xfrm>
          <a:off x="0" y="0"/>
          <a:ext cx="0" cy="0"/>
          <a:chOff x="0" y="0"/>
          <a:chExt cx="0" cy="0"/>
        </a:xfrm>
      </p:grpSpPr>
      <p:sp>
        <p:nvSpPr>
          <p:cNvPr id="970" name="Google Shape;970;g205adfb4ba7_0_493:notes">
            <a:extLst>
              <a:ext uri="{FF2B5EF4-FFF2-40B4-BE49-F238E27FC236}">
                <a16:creationId xmlns:a16="http://schemas.microsoft.com/office/drawing/2014/main" id="{3C7271B5-6F97-DA6E-F456-2B25D1364CF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971" name="Google Shape;971;g205adfb4ba7_0_493:notes">
            <a:extLst>
              <a:ext uri="{FF2B5EF4-FFF2-40B4-BE49-F238E27FC236}">
                <a16:creationId xmlns:a16="http://schemas.microsoft.com/office/drawing/2014/main" id="{180698E4-68B3-29E6-9034-91C46554BD0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032174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5">
          <a:extLst>
            <a:ext uri="{FF2B5EF4-FFF2-40B4-BE49-F238E27FC236}">
              <a16:creationId xmlns:a16="http://schemas.microsoft.com/office/drawing/2014/main" id="{8873FDC0-B8C2-8F60-4A67-B8C2D4631DA9}"/>
            </a:ext>
          </a:extLst>
        </p:cNvPr>
        <p:cNvGrpSpPr/>
        <p:nvPr/>
      </p:nvGrpSpPr>
      <p:grpSpPr>
        <a:xfrm>
          <a:off x="0" y="0"/>
          <a:ext cx="0" cy="0"/>
          <a:chOff x="0" y="0"/>
          <a:chExt cx="0" cy="0"/>
        </a:xfrm>
      </p:grpSpPr>
      <p:sp>
        <p:nvSpPr>
          <p:cNvPr id="976" name="Google Shape;976;g2057f1550b2_1_32:notes">
            <a:extLst>
              <a:ext uri="{FF2B5EF4-FFF2-40B4-BE49-F238E27FC236}">
                <a16:creationId xmlns:a16="http://schemas.microsoft.com/office/drawing/2014/main" id="{7ECDF143-CB77-31AE-FD1F-2FB9814B8AB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977" name="Google Shape;977;g2057f1550b2_1_32:notes">
            <a:extLst>
              <a:ext uri="{FF2B5EF4-FFF2-40B4-BE49-F238E27FC236}">
                <a16:creationId xmlns:a16="http://schemas.microsoft.com/office/drawing/2014/main" id="{6C14377E-A80F-03DE-3CAC-5FC592967E0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734233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5"/>
        <p:cNvGrpSpPr/>
        <p:nvPr/>
      </p:nvGrpSpPr>
      <p:grpSpPr>
        <a:xfrm>
          <a:off x="0" y="0"/>
          <a:ext cx="0" cy="0"/>
          <a:chOff x="0" y="0"/>
          <a:chExt cx="0" cy="0"/>
        </a:xfrm>
      </p:grpSpPr>
      <p:sp>
        <p:nvSpPr>
          <p:cNvPr id="976" name="Google Shape;976;g2057f1550b2_1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977" name="Google Shape;977;g2057f1550b2_1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68900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5">
          <a:extLst>
            <a:ext uri="{FF2B5EF4-FFF2-40B4-BE49-F238E27FC236}">
              <a16:creationId xmlns:a16="http://schemas.microsoft.com/office/drawing/2014/main" id="{42D5DE1C-4F72-6C23-D6CA-90A7736F08CD}"/>
            </a:ext>
          </a:extLst>
        </p:cNvPr>
        <p:cNvGrpSpPr/>
        <p:nvPr/>
      </p:nvGrpSpPr>
      <p:grpSpPr>
        <a:xfrm>
          <a:off x="0" y="0"/>
          <a:ext cx="0" cy="0"/>
          <a:chOff x="0" y="0"/>
          <a:chExt cx="0" cy="0"/>
        </a:xfrm>
      </p:grpSpPr>
      <p:sp>
        <p:nvSpPr>
          <p:cNvPr id="976" name="Google Shape;976;g2057f1550b2_1_32:notes">
            <a:extLst>
              <a:ext uri="{FF2B5EF4-FFF2-40B4-BE49-F238E27FC236}">
                <a16:creationId xmlns:a16="http://schemas.microsoft.com/office/drawing/2014/main" id="{E9211A7E-D111-F3CF-4146-4F3953C78CF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977" name="Google Shape;977;g2057f1550b2_1_32:notes">
            <a:extLst>
              <a:ext uri="{FF2B5EF4-FFF2-40B4-BE49-F238E27FC236}">
                <a16:creationId xmlns:a16="http://schemas.microsoft.com/office/drawing/2014/main" id="{B92A3E02-81F6-32BD-ADD2-B3B917780CF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100540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2">
          <a:extLst>
            <a:ext uri="{FF2B5EF4-FFF2-40B4-BE49-F238E27FC236}">
              <a16:creationId xmlns:a16="http://schemas.microsoft.com/office/drawing/2014/main" id="{2C2C0293-ECDF-BDF3-B621-63F4BD883C59}"/>
            </a:ext>
          </a:extLst>
        </p:cNvPr>
        <p:cNvGrpSpPr/>
        <p:nvPr/>
      </p:nvGrpSpPr>
      <p:grpSpPr>
        <a:xfrm>
          <a:off x="0" y="0"/>
          <a:ext cx="0" cy="0"/>
          <a:chOff x="0" y="0"/>
          <a:chExt cx="0" cy="0"/>
        </a:xfrm>
      </p:grpSpPr>
      <p:sp>
        <p:nvSpPr>
          <p:cNvPr id="483" name="Google Shape;483;g99f2f57a71_0_207:notes">
            <a:extLst>
              <a:ext uri="{FF2B5EF4-FFF2-40B4-BE49-F238E27FC236}">
                <a16:creationId xmlns:a16="http://schemas.microsoft.com/office/drawing/2014/main" id="{7C527F2E-BC87-7090-2CAB-8DC227343D2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84" name="Google Shape;484;g99f2f57a71_0_207:notes">
            <a:extLst>
              <a:ext uri="{FF2B5EF4-FFF2-40B4-BE49-F238E27FC236}">
                <a16:creationId xmlns:a16="http://schemas.microsoft.com/office/drawing/2014/main" id="{BE12572F-EA2E-E532-1BF0-99B22CBADC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484827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6"/>
        <p:cNvGrpSpPr/>
        <p:nvPr/>
      </p:nvGrpSpPr>
      <p:grpSpPr>
        <a:xfrm>
          <a:off x="0" y="0"/>
          <a:ext cx="0" cy="0"/>
          <a:chOff x="0" y="0"/>
          <a:chExt cx="0" cy="0"/>
        </a:xfrm>
      </p:grpSpPr>
      <p:sp>
        <p:nvSpPr>
          <p:cNvPr id="787" name="Google Shape;787;g205adfb4ba7_0_4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788" name="Google Shape;788;g205adfb4ba7_0_4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6">
          <a:extLst>
            <a:ext uri="{FF2B5EF4-FFF2-40B4-BE49-F238E27FC236}">
              <a16:creationId xmlns:a16="http://schemas.microsoft.com/office/drawing/2014/main" id="{E62C7928-B153-3DDD-98FA-3034B02147F4}"/>
            </a:ext>
          </a:extLst>
        </p:cNvPr>
        <p:cNvGrpSpPr/>
        <p:nvPr/>
      </p:nvGrpSpPr>
      <p:grpSpPr>
        <a:xfrm>
          <a:off x="0" y="0"/>
          <a:ext cx="0" cy="0"/>
          <a:chOff x="0" y="0"/>
          <a:chExt cx="0" cy="0"/>
        </a:xfrm>
      </p:grpSpPr>
      <p:sp>
        <p:nvSpPr>
          <p:cNvPr id="787" name="Google Shape;787;g205adfb4ba7_0_480:notes">
            <a:extLst>
              <a:ext uri="{FF2B5EF4-FFF2-40B4-BE49-F238E27FC236}">
                <a16:creationId xmlns:a16="http://schemas.microsoft.com/office/drawing/2014/main" id="{789B5B9E-A427-5295-0B1A-8B5B47C7CBE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788" name="Google Shape;788;g205adfb4ba7_0_480:notes">
            <a:extLst>
              <a:ext uri="{FF2B5EF4-FFF2-40B4-BE49-F238E27FC236}">
                <a16:creationId xmlns:a16="http://schemas.microsoft.com/office/drawing/2014/main" id="{3744F20E-F757-85B2-68C2-3AA72C381A7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5185939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6">
          <a:extLst>
            <a:ext uri="{FF2B5EF4-FFF2-40B4-BE49-F238E27FC236}">
              <a16:creationId xmlns:a16="http://schemas.microsoft.com/office/drawing/2014/main" id="{B1D1071D-2A11-9984-846A-FF5D83789BB0}"/>
            </a:ext>
          </a:extLst>
        </p:cNvPr>
        <p:cNvGrpSpPr/>
        <p:nvPr/>
      </p:nvGrpSpPr>
      <p:grpSpPr>
        <a:xfrm>
          <a:off x="0" y="0"/>
          <a:ext cx="0" cy="0"/>
          <a:chOff x="0" y="0"/>
          <a:chExt cx="0" cy="0"/>
        </a:xfrm>
      </p:grpSpPr>
      <p:sp>
        <p:nvSpPr>
          <p:cNvPr id="787" name="Google Shape;787;g205adfb4ba7_0_480:notes">
            <a:extLst>
              <a:ext uri="{FF2B5EF4-FFF2-40B4-BE49-F238E27FC236}">
                <a16:creationId xmlns:a16="http://schemas.microsoft.com/office/drawing/2014/main" id="{D797621A-4A0A-52FD-68B3-DCD08BA8A94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788" name="Google Shape;788;g205adfb4ba7_0_480:notes">
            <a:extLst>
              <a:ext uri="{FF2B5EF4-FFF2-40B4-BE49-F238E27FC236}">
                <a16:creationId xmlns:a16="http://schemas.microsoft.com/office/drawing/2014/main" id="{84B8E6C8-3DC4-F39A-8F12-1850ECB462C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068844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6">
          <a:extLst>
            <a:ext uri="{FF2B5EF4-FFF2-40B4-BE49-F238E27FC236}">
              <a16:creationId xmlns:a16="http://schemas.microsoft.com/office/drawing/2014/main" id="{3F5A4642-D506-9B40-CA83-BEEFA70F077D}"/>
            </a:ext>
          </a:extLst>
        </p:cNvPr>
        <p:cNvGrpSpPr/>
        <p:nvPr/>
      </p:nvGrpSpPr>
      <p:grpSpPr>
        <a:xfrm>
          <a:off x="0" y="0"/>
          <a:ext cx="0" cy="0"/>
          <a:chOff x="0" y="0"/>
          <a:chExt cx="0" cy="0"/>
        </a:xfrm>
      </p:grpSpPr>
      <p:sp>
        <p:nvSpPr>
          <p:cNvPr id="787" name="Google Shape;787;g205adfb4ba7_0_480:notes">
            <a:extLst>
              <a:ext uri="{FF2B5EF4-FFF2-40B4-BE49-F238E27FC236}">
                <a16:creationId xmlns:a16="http://schemas.microsoft.com/office/drawing/2014/main" id="{F14CC6BD-7787-CA86-55F4-627DE636901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788" name="Google Shape;788;g205adfb4ba7_0_480:notes">
            <a:extLst>
              <a:ext uri="{FF2B5EF4-FFF2-40B4-BE49-F238E27FC236}">
                <a16:creationId xmlns:a16="http://schemas.microsoft.com/office/drawing/2014/main" id="{5F844CB3-94F1-08D0-C267-FA524E2F380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533740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6">
          <a:extLst>
            <a:ext uri="{FF2B5EF4-FFF2-40B4-BE49-F238E27FC236}">
              <a16:creationId xmlns:a16="http://schemas.microsoft.com/office/drawing/2014/main" id="{DC058A45-1DA9-6841-0EB0-979A95A0D40D}"/>
            </a:ext>
          </a:extLst>
        </p:cNvPr>
        <p:cNvGrpSpPr/>
        <p:nvPr/>
      </p:nvGrpSpPr>
      <p:grpSpPr>
        <a:xfrm>
          <a:off x="0" y="0"/>
          <a:ext cx="0" cy="0"/>
          <a:chOff x="0" y="0"/>
          <a:chExt cx="0" cy="0"/>
        </a:xfrm>
      </p:grpSpPr>
      <p:sp>
        <p:nvSpPr>
          <p:cNvPr id="787" name="Google Shape;787;g205adfb4ba7_0_480:notes">
            <a:extLst>
              <a:ext uri="{FF2B5EF4-FFF2-40B4-BE49-F238E27FC236}">
                <a16:creationId xmlns:a16="http://schemas.microsoft.com/office/drawing/2014/main" id="{79CB2E6B-F85F-5D4D-475E-7469FAA7933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788" name="Google Shape;788;g205adfb4ba7_0_480:notes">
            <a:extLst>
              <a:ext uri="{FF2B5EF4-FFF2-40B4-BE49-F238E27FC236}">
                <a16:creationId xmlns:a16="http://schemas.microsoft.com/office/drawing/2014/main" id="{118BC38B-99CF-A002-3571-4A5AD87B872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9862520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6">
          <a:extLst>
            <a:ext uri="{FF2B5EF4-FFF2-40B4-BE49-F238E27FC236}">
              <a16:creationId xmlns:a16="http://schemas.microsoft.com/office/drawing/2014/main" id="{0E5CC8DA-D09B-A592-665D-9FBA889DEA29}"/>
            </a:ext>
          </a:extLst>
        </p:cNvPr>
        <p:cNvGrpSpPr/>
        <p:nvPr/>
      </p:nvGrpSpPr>
      <p:grpSpPr>
        <a:xfrm>
          <a:off x="0" y="0"/>
          <a:ext cx="0" cy="0"/>
          <a:chOff x="0" y="0"/>
          <a:chExt cx="0" cy="0"/>
        </a:xfrm>
      </p:grpSpPr>
      <p:sp>
        <p:nvSpPr>
          <p:cNvPr id="787" name="Google Shape;787;g205adfb4ba7_0_480:notes">
            <a:extLst>
              <a:ext uri="{FF2B5EF4-FFF2-40B4-BE49-F238E27FC236}">
                <a16:creationId xmlns:a16="http://schemas.microsoft.com/office/drawing/2014/main" id="{DF913F42-3F9D-E8E0-FA10-D48C357F592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788" name="Google Shape;788;g205adfb4ba7_0_480:notes">
            <a:extLst>
              <a:ext uri="{FF2B5EF4-FFF2-40B4-BE49-F238E27FC236}">
                <a16:creationId xmlns:a16="http://schemas.microsoft.com/office/drawing/2014/main" id="{8DEAFEFD-282B-EDF5-95F6-E6F14F6671D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9079220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6">
          <a:extLst>
            <a:ext uri="{FF2B5EF4-FFF2-40B4-BE49-F238E27FC236}">
              <a16:creationId xmlns:a16="http://schemas.microsoft.com/office/drawing/2014/main" id="{C5605BEF-44E4-F3AA-C46F-3CE7B295FA50}"/>
            </a:ext>
          </a:extLst>
        </p:cNvPr>
        <p:cNvGrpSpPr/>
        <p:nvPr/>
      </p:nvGrpSpPr>
      <p:grpSpPr>
        <a:xfrm>
          <a:off x="0" y="0"/>
          <a:ext cx="0" cy="0"/>
          <a:chOff x="0" y="0"/>
          <a:chExt cx="0" cy="0"/>
        </a:xfrm>
      </p:grpSpPr>
      <p:sp>
        <p:nvSpPr>
          <p:cNvPr id="787" name="Google Shape;787;g205adfb4ba7_0_480:notes">
            <a:extLst>
              <a:ext uri="{FF2B5EF4-FFF2-40B4-BE49-F238E27FC236}">
                <a16:creationId xmlns:a16="http://schemas.microsoft.com/office/drawing/2014/main" id="{ADACFCA9-D678-FCEA-8150-507E715D52C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788" name="Google Shape;788;g205adfb4ba7_0_480:notes">
            <a:extLst>
              <a:ext uri="{FF2B5EF4-FFF2-40B4-BE49-F238E27FC236}">
                <a16:creationId xmlns:a16="http://schemas.microsoft.com/office/drawing/2014/main" id="{05D9566E-5DE8-2FCD-64B7-F8372075124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4052525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6">
          <a:extLst>
            <a:ext uri="{FF2B5EF4-FFF2-40B4-BE49-F238E27FC236}">
              <a16:creationId xmlns:a16="http://schemas.microsoft.com/office/drawing/2014/main" id="{40BF93AF-FC28-BBE6-2D3C-CF8CAA5306E3}"/>
            </a:ext>
          </a:extLst>
        </p:cNvPr>
        <p:cNvGrpSpPr/>
        <p:nvPr/>
      </p:nvGrpSpPr>
      <p:grpSpPr>
        <a:xfrm>
          <a:off x="0" y="0"/>
          <a:ext cx="0" cy="0"/>
          <a:chOff x="0" y="0"/>
          <a:chExt cx="0" cy="0"/>
        </a:xfrm>
      </p:grpSpPr>
      <p:sp>
        <p:nvSpPr>
          <p:cNvPr id="787" name="Google Shape;787;g205adfb4ba7_0_480:notes">
            <a:extLst>
              <a:ext uri="{FF2B5EF4-FFF2-40B4-BE49-F238E27FC236}">
                <a16:creationId xmlns:a16="http://schemas.microsoft.com/office/drawing/2014/main" id="{5A5ED113-FB48-7DBB-7640-DB2FB55B27B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788" name="Google Shape;788;g205adfb4ba7_0_480:notes">
            <a:extLst>
              <a:ext uri="{FF2B5EF4-FFF2-40B4-BE49-F238E27FC236}">
                <a16:creationId xmlns:a16="http://schemas.microsoft.com/office/drawing/2014/main" id="{A4AF1984-E81C-9F97-32C5-3DB821BA53B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6014108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2">
          <a:extLst>
            <a:ext uri="{FF2B5EF4-FFF2-40B4-BE49-F238E27FC236}">
              <a16:creationId xmlns:a16="http://schemas.microsoft.com/office/drawing/2014/main" id="{83342A18-227B-15CA-1A17-DF71340B5FE5}"/>
            </a:ext>
          </a:extLst>
        </p:cNvPr>
        <p:cNvGrpSpPr/>
        <p:nvPr/>
      </p:nvGrpSpPr>
      <p:grpSpPr>
        <a:xfrm>
          <a:off x="0" y="0"/>
          <a:ext cx="0" cy="0"/>
          <a:chOff x="0" y="0"/>
          <a:chExt cx="0" cy="0"/>
        </a:xfrm>
      </p:grpSpPr>
      <p:sp>
        <p:nvSpPr>
          <p:cNvPr id="483" name="Google Shape;483;g99f2f57a71_0_207:notes">
            <a:extLst>
              <a:ext uri="{FF2B5EF4-FFF2-40B4-BE49-F238E27FC236}">
                <a16:creationId xmlns:a16="http://schemas.microsoft.com/office/drawing/2014/main" id="{FF060CD7-D514-E4C4-A6AF-07D713045BD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84" name="Google Shape;484;g99f2f57a71_0_207:notes">
            <a:extLst>
              <a:ext uri="{FF2B5EF4-FFF2-40B4-BE49-F238E27FC236}">
                <a16:creationId xmlns:a16="http://schemas.microsoft.com/office/drawing/2014/main" id="{4CC749A0-2BBD-DCFE-361B-CED5C58B490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5576118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9"/>
        <p:cNvGrpSpPr/>
        <p:nvPr/>
      </p:nvGrpSpPr>
      <p:grpSpPr>
        <a:xfrm>
          <a:off x="0" y="0"/>
          <a:ext cx="0" cy="0"/>
          <a:chOff x="0" y="0"/>
          <a:chExt cx="0" cy="0"/>
        </a:xfrm>
      </p:grpSpPr>
      <p:sp>
        <p:nvSpPr>
          <p:cNvPr id="1150" name="Google Shape;1150;g2057f1550b2_1_4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51" name="Google Shape;1151;g2057f1550b2_1_4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2">
          <a:extLst>
            <a:ext uri="{FF2B5EF4-FFF2-40B4-BE49-F238E27FC236}">
              <a16:creationId xmlns:a16="http://schemas.microsoft.com/office/drawing/2014/main" id="{9C014357-D8BF-325F-743F-84E4EF4C4324}"/>
            </a:ext>
          </a:extLst>
        </p:cNvPr>
        <p:cNvGrpSpPr/>
        <p:nvPr/>
      </p:nvGrpSpPr>
      <p:grpSpPr>
        <a:xfrm>
          <a:off x="0" y="0"/>
          <a:ext cx="0" cy="0"/>
          <a:chOff x="0" y="0"/>
          <a:chExt cx="0" cy="0"/>
        </a:xfrm>
      </p:grpSpPr>
      <p:sp>
        <p:nvSpPr>
          <p:cNvPr id="483" name="Google Shape;483;g99f2f57a71_0_207:notes">
            <a:extLst>
              <a:ext uri="{FF2B5EF4-FFF2-40B4-BE49-F238E27FC236}">
                <a16:creationId xmlns:a16="http://schemas.microsoft.com/office/drawing/2014/main" id="{4F75AEA6-33BF-FAF0-83D4-8D0D86810B3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84" name="Google Shape;484;g99f2f57a71_0_207:notes">
            <a:extLst>
              <a:ext uri="{FF2B5EF4-FFF2-40B4-BE49-F238E27FC236}">
                <a16:creationId xmlns:a16="http://schemas.microsoft.com/office/drawing/2014/main" id="{1E3A6E46-58D6-8B2C-B5D9-0562FA5AA1E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2653307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8"/>
        <p:cNvGrpSpPr/>
        <p:nvPr/>
      </p:nvGrpSpPr>
      <p:grpSpPr>
        <a:xfrm>
          <a:off x="0" y="0"/>
          <a:ext cx="0" cy="0"/>
          <a:chOff x="0" y="0"/>
          <a:chExt cx="0" cy="0"/>
        </a:xfrm>
      </p:grpSpPr>
      <p:sp>
        <p:nvSpPr>
          <p:cNvPr id="1229" name="Google Shape;1229;g2057f1550b2_1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230" name="Google Shape;1230;g2057f1550b2_1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4"/>
        <p:cNvGrpSpPr/>
        <p:nvPr/>
      </p:nvGrpSpPr>
      <p:grpSpPr>
        <a:xfrm>
          <a:off x="0" y="0"/>
          <a:ext cx="0" cy="0"/>
          <a:chOff x="0" y="0"/>
          <a:chExt cx="0" cy="0"/>
        </a:xfrm>
      </p:grpSpPr>
      <p:sp>
        <p:nvSpPr>
          <p:cNvPr id="1435" name="Google Shape;1435;g2057f1550b2_1_6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436" name="Google Shape;1436;g2057f1550b2_1_6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hyperlink" Target="https://bit.ly/3A1uf1Q" TargetMode="External"/><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hyperlink" Target="https://www.freepik.com/?utm_source=slidesgo_template&amp;utm_medium=referral-link&amp;utm_campaign=promo-slide&amp;utm_term=slidesgo&amp;utm_content=freepik" TargetMode="External"/><Relationship Id="rId4" Type="http://schemas.openxmlformats.org/officeDocument/2006/relationships/hyperlink" Target="https://www.flaticon.com/?utm_source=slidesgo_template&amp;utm_medium=referral-link&amp;utm_campaign=promo-slide&amp;utm_term=slidesgo&amp;utm_content=flaticon" TargetMode="Externa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pic>
        <p:nvPicPr>
          <p:cNvPr id="9" name="Google Shape;9;p2"/>
          <p:cNvPicPr preferRelativeResize="0"/>
          <p:nvPr/>
        </p:nvPicPr>
        <p:blipFill>
          <a:blip r:embed="rId2">
            <a:alphaModFix amt="65000"/>
          </a:blip>
          <a:stretch>
            <a:fillRect/>
          </a:stretch>
        </p:blipFill>
        <p:spPr>
          <a:xfrm>
            <a:off x="0" y="0"/>
            <a:ext cx="9144000" cy="5143500"/>
          </a:xfrm>
          <a:prstGeom prst="rect">
            <a:avLst/>
          </a:prstGeom>
          <a:noFill/>
          <a:ln>
            <a:noFill/>
          </a:ln>
        </p:spPr>
      </p:pic>
      <p:sp>
        <p:nvSpPr>
          <p:cNvPr id="10" name="Google Shape;10;p2"/>
          <p:cNvSpPr txBox="1">
            <a:spLocks noGrp="1"/>
          </p:cNvSpPr>
          <p:nvPr>
            <p:ph type="subTitle" idx="1"/>
          </p:nvPr>
        </p:nvSpPr>
        <p:spPr>
          <a:xfrm>
            <a:off x="720000" y="103450"/>
            <a:ext cx="2121600" cy="400200"/>
          </a:xfrm>
          <a:prstGeom prst="rect">
            <a:avLst/>
          </a:prstGeom>
        </p:spPr>
        <p:txBody>
          <a:bodyPr spcFirstLastPara="1" wrap="square" lIns="91425" tIns="91425" rIns="91425" bIns="91425" anchor="ctr" anchorCtr="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 name="Google Shape;11;p2"/>
          <p:cNvSpPr txBox="1">
            <a:spLocks noGrp="1"/>
          </p:cNvSpPr>
          <p:nvPr>
            <p:ph type="ctrTitle"/>
          </p:nvPr>
        </p:nvSpPr>
        <p:spPr>
          <a:xfrm>
            <a:off x="720000" y="1244485"/>
            <a:ext cx="3960300" cy="2088900"/>
          </a:xfrm>
          <a:prstGeom prst="rect">
            <a:avLst/>
          </a:prstGeom>
        </p:spPr>
        <p:txBody>
          <a:bodyPr spcFirstLastPara="1" wrap="square" lIns="91425" tIns="91425" rIns="91425" bIns="91425" anchor="t" anchorCtr="0">
            <a:noAutofit/>
          </a:bodyPr>
          <a:lstStyle>
            <a:lvl1pPr lvl="0" rtl="0">
              <a:lnSpc>
                <a:spcPct val="80000"/>
              </a:lnSpc>
              <a:spcBef>
                <a:spcPts val="0"/>
              </a:spcBef>
              <a:spcAft>
                <a:spcPts val="0"/>
              </a:spcAft>
              <a:buSzPts val="5200"/>
              <a:buNone/>
              <a:defRPr sz="53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12" name="Google Shape;12;p2"/>
          <p:cNvSpPr txBox="1">
            <a:spLocks noGrp="1"/>
          </p:cNvSpPr>
          <p:nvPr>
            <p:ph type="subTitle" idx="2"/>
          </p:nvPr>
        </p:nvSpPr>
        <p:spPr>
          <a:xfrm>
            <a:off x="720000" y="3410810"/>
            <a:ext cx="2818200" cy="475800"/>
          </a:xfrm>
          <a:prstGeom prst="rect">
            <a:avLst/>
          </a:prstGeom>
          <a:noFill/>
          <a:ln>
            <a:noFill/>
          </a:ln>
        </p:spPr>
        <p:txBody>
          <a:bodyPr spcFirstLastPara="1" wrap="square" lIns="91425" tIns="91425" rIns="91425" bIns="91425" anchor="ctr" anchorCtr="0">
            <a:noAutofit/>
          </a:bodyPr>
          <a:lstStyle>
            <a:lvl1pPr lvl="0">
              <a:lnSpc>
                <a:spcPct val="100000"/>
              </a:lnSpc>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13" name="Google Shape;13;p2"/>
          <p:cNvGrpSpPr/>
          <p:nvPr/>
        </p:nvGrpSpPr>
        <p:grpSpPr>
          <a:xfrm>
            <a:off x="0" y="25"/>
            <a:ext cx="9144000" cy="5143500"/>
            <a:chOff x="0" y="25"/>
            <a:chExt cx="9144000" cy="5143500"/>
          </a:xfrm>
        </p:grpSpPr>
        <p:cxnSp>
          <p:nvCxnSpPr>
            <p:cNvPr id="14" name="Google Shape;14;p2"/>
            <p:cNvCxnSpPr/>
            <p:nvPr/>
          </p:nvCxnSpPr>
          <p:spPr>
            <a:xfrm>
              <a:off x="0" y="4513500"/>
              <a:ext cx="9144000" cy="0"/>
            </a:xfrm>
            <a:prstGeom prst="straightConnector1">
              <a:avLst/>
            </a:prstGeom>
            <a:noFill/>
            <a:ln w="19050" cap="flat" cmpd="sng">
              <a:solidFill>
                <a:schemeClr val="dk1"/>
              </a:solidFill>
              <a:prstDash val="solid"/>
              <a:round/>
              <a:headEnd type="none" w="med" len="med"/>
              <a:tailEnd type="none" w="med" len="med"/>
            </a:ln>
          </p:spPr>
        </p:cxnSp>
        <p:cxnSp>
          <p:nvCxnSpPr>
            <p:cNvPr id="15" name="Google Shape;15;p2"/>
            <p:cNvCxnSpPr/>
            <p:nvPr/>
          </p:nvCxnSpPr>
          <p:spPr>
            <a:xfrm>
              <a:off x="333975" y="25"/>
              <a:ext cx="0" cy="5143500"/>
            </a:xfrm>
            <a:prstGeom prst="straightConnector1">
              <a:avLst/>
            </a:prstGeom>
            <a:noFill/>
            <a:ln w="19050" cap="flat" cmpd="sng">
              <a:solidFill>
                <a:schemeClr val="dk1"/>
              </a:solidFill>
              <a:prstDash val="solid"/>
              <a:round/>
              <a:headEnd type="none" w="med" len="med"/>
              <a:tailEnd type="none" w="med" len="med"/>
            </a:ln>
          </p:spPr>
        </p:cxnSp>
        <p:cxnSp>
          <p:nvCxnSpPr>
            <p:cNvPr id="16" name="Google Shape;16;p2"/>
            <p:cNvCxnSpPr/>
            <p:nvPr/>
          </p:nvCxnSpPr>
          <p:spPr>
            <a:xfrm>
              <a:off x="8810025" y="25"/>
              <a:ext cx="0" cy="5143500"/>
            </a:xfrm>
            <a:prstGeom prst="straightConnector1">
              <a:avLst/>
            </a:prstGeom>
            <a:noFill/>
            <a:ln w="19050" cap="flat" cmpd="sng">
              <a:solidFill>
                <a:schemeClr val="dk1"/>
              </a:solidFill>
              <a:prstDash val="solid"/>
              <a:round/>
              <a:headEnd type="none" w="med" len="med"/>
              <a:tailEnd type="none" w="med" len="med"/>
            </a:ln>
          </p:spPr>
        </p:cxnSp>
        <p:cxnSp>
          <p:nvCxnSpPr>
            <p:cNvPr id="17" name="Google Shape;17;p2"/>
            <p:cNvCxnSpPr/>
            <p:nvPr/>
          </p:nvCxnSpPr>
          <p:spPr>
            <a:xfrm>
              <a:off x="0" y="630000"/>
              <a:ext cx="9144000" cy="0"/>
            </a:xfrm>
            <a:prstGeom prst="straightConnector1">
              <a:avLst/>
            </a:prstGeom>
            <a:noFill/>
            <a:ln w="19050" cap="flat" cmpd="sng">
              <a:solidFill>
                <a:schemeClr val="dk1"/>
              </a:solidFill>
              <a:prstDash val="solid"/>
              <a:round/>
              <a:headEnd type="none" w="med" len="med"/>
              <a:tailEnd type="none" w="med" len="med"/>
            </a:ln>
          </p:spPr>
        </p:cxn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8"/>
        <p:cNvGrpSpPr/>
        <p:nvPr/>
      </p:nvGrpSpPr>
      <p:grpSpPr>
        <a:xfrm>
          <a:off x="0" y="0"/>
          <a:ext cx="0" cy="0"/>
          <a:chOff x="0" y="0"/>
          <a:chExt cx="0" cy="0"/>
        </a:xfrm>
      </p:grpSpPr>
      <p:pic>
        <p:nvPicPr>
          <p:cNvPr id="19" name="Google Shape;19;p3"/>
          <p:cNvPicPr preferRelativeResize="0"/>
          <p:nvPr/>
        </p:nvPicPr>
        <p:blipFill>
          <a:blip r:embed="rId2">
            <a:alphaModFix amt="65000"/>
          </a:blip>
          <a:stretch>
            <a:fillRect/>
          </a:stretch>
        </p:blipFill>
        <p:spPr>
          <a:xfrm>
            <a:off x="0" y="0"/>
            <a:ext cx="9144000" cy="5143500"/>
          </a:xfrm>
          <a:prstGeom prst="rect">
            <a:avLst/>
          </a:prstGeom>
          <a:noFill/>
          <a:ln>
            <a:noFill/>
          </a:ln>
        </p:spPr>
      </p:pic>
      <p:sp>
        <p:nvSpPr>
          <p:cNvPr id="20" name="Google Shape;20;p3"/>
          <p:cNvSpPr txBox="1">
            <a:spLocks noGrp="1"/>
          </p:cNvSpPr>
          <p:nvPr>
            <p:ph type="title"/>
          </p:nvPr>
        </p:nvSpPr>
        <p:spPr>
          <a:xfrm>
            <a:off x="2348100" y="2389600"/>
            <a:ext cx="4447800" cy="877800"/>
          </a:xfrm>
          <a:prstGeom prst="rect">
            <a:avLst/>
          </a:prstGeom>
        </p:spPr>
        <p:txBody>
          <a:bodyPr spcFirstLastPara="1" wrap="square" lIns="91425" tIns="91425" rIns="91425" bIns="91425" anchor="t" anchorCtr="0">
            <a:noAutofit/>
          </a:bodyPr>
          <a:lstStyle>
            <a:lvl1pPr lvl="0" algn="ctr">
              <a:spcBef>
                <a:spcPts val="0"/>
              </a:spcBef>
              <a:spcAft>
                <a:spcPts val="0"/>
              </a:spcAft>
              <a:buSzPts val="3600"/>
              <a:buNone/>
              <a:defRPr sz="6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1" name="Google Shape;21;p3"/>
          <p:cNvSpPr txBox="1">
            <a:spLocks noGrp="1"/>
          </p:cNvSpPr>
          <p:nvPr>
            <p:ph type="title" idx="2" hasCustomPrompt="1"/>
          </p:nvPr>
        </p:nvSpPr>
        <p:spPr>
          <a:xfrm>
            <a:off x="4043550" y="1263975"/>
            <a:ext cx="1056900" cy="10611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6000"/>
              <a:buNone/>
              <a:defRPr sz="5000">
                <a:solidFill>
                  <a:schemeClr val="lt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22" name="Google Shape;22;p3"/>
          <p:cNvSpPr txBox="1">
            <a:spLocks noGrp="1"/>
          </p:cNvSpPr>
          <p:nvPr>
            <p:ph type="subTitle" idx="1"/>
          </p:nvPr>
        </p:nvSpPr>
        <p:spPr>
          <a:xfrm>
            <a:off x="3359550" y="3564238"/>
            <a:ext cx="2424900" cy="713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160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23" name="Google Shape;23;p3"/>
          <p:cNvSpPr txBox="1">
            <a:spLocks noGrp="1"/>
          </p:cNvSpPr>
          <p:nvPr>
            <p:ph type="subTitle" idx="3"/>
          </p:nvPr>
        </p:nvSpPr>
        <p:spPr>
          <a:xfrm>
            <a:off x="3511200" y="103450"/>
            <a:ext cx="2121600" cy="400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1400"/>
              <a:buNone/>
              <a:defRPr/>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grpSp>
        <p:nvGrpSpPr>
          <p:cNvPr id="24" name="Google Shape;24;p3"/>
          <p:cNvGrpSpPr/>
          <p:nvPr/>
        </p:nvGrpSpPr>
        <p:grpSpPr>
          <a:xfrm>
            <a:off x="0" y="25"/>
            <a:ext cx="9144000" cy="5143500"/>
            <a:chOff x="0" y="25"/>
            <a:chExt cx="9144000" cy="5143500"/>
          </a:xfrm>
        </p:grpSpPr>
        <p:cxnSp>
          <p:nvCxnSpPr>
            <p:cNvPr id="25" name="Google Shape;25;p3"/>
            <p:cNvCxnSpPr/>
            <p:nvPr/>
          </p:nvCxnSpPr>
          <p:spPr>
            <a:xfrm>
              <a:off x="0" y="4513500"/>
              <a:ext cx="9144000" cy="0"/>
            </a:xfrm>
            <a:prstGeom prst="straightConnector1">
              <a:avLst/>
            </a:prstGeom>
            <a:noFill/>
            <a:ln w="19050" cap="flat" cmpd="sng">
              <a:solidFill>
                <a:schemeClr val="dk1"/>
              </a:solidFill>
              <a:prstDash val="solid"/>
              <a:round/>
              <a:headEnd type="none" w="med" len="med"/>
              <a:tailEnd type="none" w="med" len="med"/>
            </a:ln>
          </p:spPr>
        </p:cxnSp>
        <p:cxnSp>
          <p:nvCxnSpPr>
            <p:cNvPr id="26" name="Google Shape;26;p3"/>
            <p:cNvCxnSpPr/>
            <p:nvPr/>
          </p:nvCxnSpPr>
          <p:spPr>
            <a:xfrm>
              <a:off x="333975" y="25"/>
              <a:ext cx="0" cy="5143500"/>
            </a:xfrm>
            <a:prstGeom prst="straightConnector1">
              <a:avLst/>
            </a:prstGeom>
            <a:noFill/>
            <a:ln w="19050" cap="flat" cmpd="sng">
              <a:solidFill>
                <a:schemeClr val="dk1"/>
              </a:solidFill>
              <a:prstDash val="solid"/>
              <a:round/>
              <a:headEnd type="none" w="med" len="med"/>
              <a:tailEnd type="none" w="med" len="med"/>
            </a:ln>
          </p:spPr>
        </p:cxnSp>
        <p:cxnSp>
          <p:nvCxnSpPr>
            <p:cNvPr id="27" name="Google Shape;27;p3"/>
            <p:cNvCxnSpPr/>
            <p:nvPr/>
          </p:nvCxnSpPr>
          <p:spPr>
            <a:xfrm>
              <a:off x="8810025" y="25"/>
              <a:ext cx="0" cy="5143500"/>
            </a:xfrm>
            <a:prstGeom prst="straightConnector1">
              <a:avLst/>
            </a:prstGeom>
            <a:noFill/>
            <a:ln w="19050" cap="flat" cmpd="sng">
              <a:solidFill>
                <a:schemeClr val="dk1"/>
              </a:solidFill>
              <a:prstDash val="solid"/>
              <a:round/>
              <a:headEnd type="none" w="med" len="med"/>
              <a:tailEnd type="none" w="med" len="med"/>
            </a:ln>
          </p:spPr>
        </p:cxnSp>
        <p:cxnSp>
          <p:nvCxnSpPr>
            <p:cNvPr id="28" name="Google Shape;28;p3"/>
            <p:cNvCxnSpPr/>
            <p:nvPr/>
          </p:nvCxnSpPr>
          <p:spPr>
            <a:xfrm>
              <a:off x="0" y="630000"/>
              <a:ext cx="9144000" cy="0"/>
            </a:xfrm>
            <a:prstGeom prst="straightConnector1">
              <a:avLst/>
            </a:prstGeom>
            <a:noFill/>
            <a:ln w="19050" cap="flat" cmpd="sng">
              <a:solidFill>
                <a:schemeClr val="dk1"/>
              </a:solidFill>
              <a:prstDash val="solid"/>
              <a:round/>
              <a:headEnd type="none" w="med" len="med"/>
              <a:tailEnd type="none" w="med" len="med"/>
            </a:ln>
          </p:spPr>
        </p:cxn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42"/>
        <p:cNvGrpSpPr/>
        <p:nvPr/>
      </p:nvGrpSpPr>
      <p:grpSpPr>
        <a:xfrm>
          <a:off x="0" y="0"/>
          <a:ext cx="0" cy="0"/>
          <a:chOff x="0" y="0"/>
          <a:chExt cx="0" cy="0"/>
        </a:xfrm>
      </p:grpSpPr>
      <p:pic>
        <p:nvPicPr>
          <p:cNvPr id="43" name="Google Shape;43;p5"/>
          <p:cNvPicPr preferRelativeResize="0"/>
          <p:nvPr/>
        </p:nvPicPr>
        <p:blipFill>
          <a:blip r:embed="rId2">
            <a:alphaModFix amt="65000"/>
          </a:blip>
          <a:stretch>
            <a:fillRect/>
          </a:stretch>
        </p:blipFill>
        <p:spPr>
          <a:xfrm>
            <a:off x="0" y="0"/>
            <a:ext cx="9144000" cy="5143500"/>
          </a:xfrm>
          <a:prstGeom prst="rect">
            <a:avLst/>
          </a:prstGeom>
          <a:noFill/>
          <a:ln>
            <a:noFill/>
          </a:ln>
        </p:spPr>
      </p:pic>
      <p:sp>
        <p:nvSpPr>
          <p:cNvPr id="44" name="Google Shape;44;p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45" name="Google Shape;45;p5"/>
          <p:cNvSpPr txBox="1">
            <a:spLocks noGrp="1"/>
          </p:cNvSpPr>
          <p:nvPr>
            <p:ph type="subTitle" idx="1"/>
          </p:nvPr>
        </p:nvSpPr>
        <p:spPr>
          <a:xfrm>
            <a:off x="4808667" y="3158350"/>
            <a:ext cx="3024600" cy="1027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800"/>
              <a:buNone/>
              <a:defRPr sz="1400"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46" name="Google Shape;46;p5"/>
          <p:cNvSpPr txBox="1">
            <a:spLocks noGrp="1"/>
          </p:cNvSpPr>
          <p:nvPr>
            <p:ph type="subTitle" idx="2"/>
          </p:nvPr>
        </p:nvSpPr>
        <p:spPr>
          <a:xfrm>
            <a:off x="1311061" y="3158350"/>
            <a:ext cx="3023700" cy="1027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800"/>
              <a:buNone/>
              <a:defRPr sz="1400" b="0"/>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47" name="Google Shape;47;p5"/>
          <p:cNvSpPr txBox="1">
            <a:spLocks noGrp="1"/>
          </p:cNvSpPr>
          <p:nvPr>
            <p:ph type="subTitle" idx="3"/>
          </p:nvPr>
        </p:nvSpPr>
        <p:spPr>
          <a:xfrm>
            <a:off x="1311050" y="2646400"/>
            <a:ext cx="3023700" cy="5070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Font typeface="Montserrat"/>
              <a:buNone/>
              <a:defRPr sz="2200">
                <a:solidFill>
                  <a:schemeClr val="dk2"/>
                </a:solidFill>
                <a:latin typeface="Domine"/>
                <a:ea typeface="Domine"/>
                <a:cs typeface="Domine"/>
                <a:sym typeface="Domine"/>
              </a:defRPr>
            </a:lvl1pPr>
            <a:lvl2pPr lvl="1" algn="ctr" rtl="0">
              <a:spcBef>
                <a:spcPts val="0"/>
              </a:spcBef>
              <a:spcAft>
                <a:spcPts val="0"/>
              </a:spcAft>
              <a:buSzPts val="2000"/>
              <a:buFont typeface="Montserrat"/>
              <a:buNone/>
              <a:defRPr sz="2000">
                <a:latin typeface="Montserrat"/>
                <a:ea typeface="Montserrat"/>
                <a:cs typeface="Montserrat"/>
                <a:sym typeface="Montserrat"/>
              </a:defRPr>
            </a:lvl2pPr>
            <a:lvl3pPr lvl="2" algn="ctr" rtl="0">
              <a:spcBef>
                <a:spcPts val="1600"/>
              </a:spcBef>
              <a:spcAft>
                <a:spcPts val="0"/>
              </a:spcAft>
              <a:buSzPts val="2000"/>
              <a:buFont typeface="Montserrat"/>
              <a:buNone/>
              <a:defRPr sz="2000">
                <a:latin typeface="Montserrat"/>
                <a:ea typeface="Montserrat"/>
                <a:cs typeface="Montserrat"/>
                <a:sym typeface="Montserrat"/>
              </a:defRPr>
            </a:lvl3pPr>
            <a:lvl4pPr lvl="3" algn="ctr" rtl="0">
              <a:spcBef>
                <a:spcPts val="1600"/>
              </a:spcBef>
              <a:spcAft>
                <a:spcPts val="0"/>
              </a:spcAft>
              <a:buSzPts val="2000"/>
              <a:buFont typeface="Montserrat"/>
              <a:buNone/>
              <a:defRPr sz="2000">
                <a:latin typeface="Montserrat"/>
                <a:ea typeface="Montserrat"/>
                <a:cs typeface="Montserrat"/>
                <a:sym typeface="Montserrat"/>
              </a:defRPr>
            </a:lvl4pPr>
            <a:lvl5pPr lvl="4" algn="ctr" rtl="0">
              <a:spcBef>
                <a:spcPts val="1600"/>
              </a:spcBef>
              <a:spcAft>
                <a:spcPts val="0"/>
              </a:spcAft>
              <a:buSzPts val="2000"/>
              <a:buFont typeface="Montserrat"/>
              <a:buNone/>
              <a:defRPr sz="2000">
                <a:latin typeface="Montserrat"/>
                <a:ea typeface="Montserrat"/>
                <a:cs typeface="Montserrat"/>
                <a:sym typeface="Montserrat"/>
              </a:defRPr>
            </a:lvl5pPr>
            <a:lvl6pPr lvl="5" algn="ctr" rtl="0">
              <a:spcBef>
                <a:spcPts val="1600"/>
              </a:spcBef>
              <a:spcAft>
                <a:spcPts val="0"/>
              </a:spcAft>
              <a:buSzPts val="2000"/>
              <a:buFont typeface="Montserrat"/>
              <a:buNone/>
              <a:defRPr sz="2000">
                <a:latin typeface="Montserrat"/>
                <a:ea typeface="Montserrat"/>
                <a:cs typeface="Montserrat"/>
                <a:sym typeface="Montserrat"/>
              </a:defRPr>
            </a:lvl6pPr>
            <a:lvl7pPr lvl="6" algn="ctr" rtl="0">
              <a:spcBef>
                <a:spcPts val="1600"/>
              </a:spcBef>
              <a:spcAft>
                <a:spcPts val="0"/>
              </a:spcAft>
              <a:buSzPts val="2000"/>
              <a:buFont typeface="Montserrat"/>
              <a:buNone/>
              <a:defRPr sz="2000">
                <a:latin typeface="Montserrat"/>
                <a:ea typeface="Montserrat"/>
                <a:cs typeface="Montserrat"/>
                <a:sym typeface="Montserrat"/>
              </a:defRPr>
            </a:lvl7pPr>
            <a:lvl8pPr lvl="7" algn="ctr" rtl="0">
              <a:spcBef>
                <a:spcPts val="1600"/>
              </a:spcBef>
              <a:spcAft>
                <a:spcPts val="0"/>
              </a:spcAft>
              <a:buSzPts val="2000"/>
              <a:buFont typeface="Montserrat"/>
              <a:buNone/>
              <a:defRPr sz="2000">
                <a:latin typeface="Montserrat"/>
                <a:ea typeface="Montserrat"/>
                <a:cs typeface="Montserrat"/>
                <a:sym typeface="Montserrat"/>
              </a:defRPr>
            </a:lvl8pPr>
            <a:lvl9pPr lvl="8" algn="ctr" rtl="0">
              <a:spcBef>
                <a:spcPts val="1600"/>
              </a:spcBef>
              <a:spcAft>
                <a:spcPts val="1600"/>
              </a:spcAft>
              <a:buSzPts val="2000"/>
              <a:buFont typeface="Montserrat"/>
              <a:buNone/>
              <a:defRPr sz="2000">
                <a:latin typeface="Montserrat"/>
                <a:ea typeface="Montserrat"/>
                <a:cs typeface="Montserrat"/>
                <a:sym typeface="Montserrat"/>
              </a:defRPr>
            </a:lvl9pPr>
          </a:lstStyle>
          <a:p>
            <a:endParaRPr/>
          </a:p>
        </p:txBody>
      </p:sp>
      <p:sp>
        <p:nvSpPr>
          <p:cNvPr id="48" name="Google Shape;48;p5"/>
          <p:cNvSpPr txBox="1">
            <a:spLocks noGrp="1"/>
          </p:cNvSpPr>
          <p:nvPr>
            <p:ph type="subTitle" idx="4"/>
          </p:nvPr>
        </p:nvSpPr>
        <p:spPr>
          <a:xfrm>
            <a:off x="4808983" y="2646400"/>
            <a:ext cx="3023700" cy="5070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Font typeface="Montserrat"/>
              <a:buNone/>
              <a:defRPr sz="2200">
                <a:solidFill>
                  <a:schemeClr val="dk2"/>
                </a:solidFill>
                <a:latin typeface="Domine"/>
                <a:ea typeface="Domine"/>
                <a:cs typeface="Domine"/>
                <a:sym typeface="Domine"/>
              </a:defRPr>
            </a:lvl1pPr>
            <a:lvl2pPr lvl="1" algn="ctr" rtl="0">
              <a:spcBef>
                <a:spcPts val="0"/>
              </a:spcBef>
              <a:spcAft>
                <a:spcPts val="0"/>
              </a:spcAft>
              <a:buSzPts val="2000"/>
              <a:buFont typeface="Montserrat"/>
              <a:buNone/>
              <a:defRPr sz="2000">
                <a:latin typeface="Montserrat"/>
                <a:ea typeface="Montserrat"/>
                <a:cs typeface="Montserrat"/>
                <a:sym typeface="Montserrat"/>
              </a:defRPr>
            </a:lvl2pPr>
            <a:lvl3pPr lvl="2" algn="ctr" rtl="0">
              <a:spcBef>
                <a:spcPts val="1600"/>
              </a:spcBef>
              <a:spcAft>
                <a:spcPts val="0"/>
              </a:spcAft>
              <a:buSzPts val="2000"/>
              <a:buFont typeface="Montserrat"/>
              <a:buNone/>
              <a:defRPr sz="2000">
                <a:latin typeface="Montserrat"/>
                <a:ea typeface="Montserrat"/>
                <a:cs typeface="Montserrat"/>
                <a:sym typeface="Montserrat"/>
              </a:defRPr>
            </a:lvl3pPr>
            <a:lvl4pPr lvl="3" algn="ctr" rtl="0">
              <a:spcBef>
                <a:spcPts val="1600"/>
              </a:spcBef>
              <a:spcAft>
                <a:spcPts val="0"/>
              </a:spcAft>
              <a:buSzPts val="2000"/>
              <a:buFont typeface="Montserrat"/>
              <a:buNone/>
              <a:defRPr sz="2000">
                <a:latin typeface="Montserrat"/>
                <a:ea typeface="Montserrat"/>
                <a:cs typeface="Montserrat"/>
                <a:sym typeface="Montserrat"/>
              </a:defRPr>
            </a:lvl4pPr>
            <a:lvl5pPr lvl="4" algn="ctr" rtl="0">
              <a:spcBef>
                <a:spcPts val="1600"/>
              </a:spcBef>
              <a:spcAft>
                <a:spcPts val="0"/>
              </a:spcAft>
              <a:buSzPts val="2000"/>
              <a:buFont typeface="Montserrat"/>
              <a:buNone/>
              <a:defRPr sz="2000">
                <a:latin typeface="Montserrat"/>
                <a:ea typeface="Montserrat"/>
                <a:cs typeface="Montserrat"/>
                <a:sym typeface="Montserrat"/>
              </a:defRPr>
            </a:lvl5pPr>
            <a:lvl6pPr lvl="5" algn="ctr" rtl="0">
              <a:spcBef>
                <a:spcPts val="1600"/>
              </a:spcBef>
              <a:spcAft>
                <a:spcPts val="0"/>
              </a:spcAft>
              <a:buSzPts val="2000"/>
              <a:buFont typeface="Montserrat"/>
              <a:buNone/>
              <a:defRPr sz="2000">
                <a:latin typeface="Montserrat"/>
                <a:ea typeface="Montserrat"/>
                <a:cs typeface="Montserrat"/>
                <a:sym typeface="Montserrat"/>
              </a:defRPr>
            </a:lvl6pPr>
            <a:lvl7pPr lvl="6" algn="ctr" rtl="0">
              <a:spcBef>
                <a:spcPts val="1600"/>
              </a:spcBef>
              <a:spcAft>
                <a:spcPts val="0"/>
              </a:spcAft>
              <a:buSzPts val="2000"/>
              <a:buFont typeface="Montserrat"/>
              <a:buNone/>
              <a:defRPr sz="2000">
                <a:latin typeface="Montserrat"/>
                <a:ea typeface="Montserrat"/>
                <a:cs typeface="Montserrat"/>
                <a:sym typeface="Montserrat"/>
              </a:defRPr>
            </a:lvl7pPr>
            <a:lvl8pPr lvl="7" algn="ctr" rtl="0">
              <a:spcBef>
                <a:spcPts val="1600"/>
              </a:spcBef>
              <a:spcAft>
                <a:spcPts val="0"/>
              </a:spcAft>
              <a:buSzPts val="2000"/>
              <a:buFont typeface="Montserrat"/>
              <a:buNone/>
              <a:defRPr sz="2000">
                <a:latin typeface="Montserrat"/>
                <a:ea typeface="Montserrat"/>
                <a:cs typeface="Montserrat"/>
                <a:sym typeface="Montserrat"/>
              </a:defRPr>
            </a:lvl8pPr>
            <a:lvl9pPr lvl="8" algn="ctr" rtl="0">
              <a:spcBef>
                <a:spcPts val="1600"/>
              </a:spcBef>
              <a:spcAft>
                <a:spcPts val="1600"/>
              </a:spcAft>
              <a:buSzPts val="2000"/>
              <a:buFont typeface="Montserrat"/>
              <a:buNone/>
              <a:defRPr sz="2000">
                <a:latin typeface="Montserrat"/>
                <a:ea typeface="Montserrat"/>
                <a:cs typeface="Montserrat"/>
                <a:sym typeface="Montserrat"/>
              </a:defRPr>
            </a:lvl9pPr>
          </a:lstStyle>
          <a:p>
            <a:endParaRPr/>
          </a:p>
        </p:txBody>
      </p:sp>
      <p:cxnSp>
        <p:nvCxnSpPr>
          <p:cNvPr id="49" name="Google Shape;49;p5"/>
          <p:cNvCxnSpPr/>
          <p:nvPr/>
        </p:nvCxnSpPr>
        <p:spPr>
          <a:xfrm>
            <a:off x="0" y="4802825"/>
            <a:ext cx="9144000" cy="0"/>
          </a:xfrm>
          <a:prstGeom prst="straightConnector1">
            <a:avLst/>
          </a:prstGeom>
          <a:noFill/>
          <a:ln w="19050" cap="flat" cmpd="sng">
            <a:solidFill>
              <a:schemeClr val="dk1"/>
            </a:solidFill>
            <a:prstDash val="solid"/>
            <a:round/>
            <a:headEnd type="none" w="med" len="med"/>
            <a:tailEnd type="none" w="med" len="med"/>
          </a:ln>
        </p:spPr>
      </p:cxnSp>
      <p:grpSp>
        <p:nvGrpSpPr>
          <p:cNvPr id="50" name="Google Shape;50;p5"/>
          <p:cNvGrpSpPr/>
          <p:nvPr/>
        </p:nvGrpSpPr>
        <p:grpSpPr>
          <a:xfrm>
            <a:off x="7290830" y="336133"/>
            <a:ext cx="474416" cy="305783"/>
            <a:chOff x="1087650" y="1031275"/>
            <a:chExt cx="298000" cy="192075"/>
          </a:xfrm>
        </p:grpSpPr>
        <p:sp>
          <p:nvSpPr>
            <p:cNvPr id="51" name="Google Shape;51;p5"/>
            <p:cNvSpPr/>
            <p:nvPr/>
          </p:nvSpPr>
          <p:spPr>
            <a:xfrm>
              <a:off x="1094350" y="1037650"/>
              <a:ext cx="284275" cy="179975"/>
            </a:xfrm>
            <a:custGeom>
              <a:avLst/>
              <a:gdLst/>
              <a:ahLst/>
              <a:cxnLst/>
              <a:rect l="l" t="t" r="r" b="b"/>
              <a:pathLst>
                <a:path w="11371" h="7199" extrusionOk="0">
                  <a:moveTo>
                    <a:pt x="5615" y="0"/>
                  </a:moveTo>
                  <a:cubicBezTo>
                    <a:pt x="4518" y="0"/>
                    <a:pt x="3574" y="664"/>
                    <a:pt x="2885" y="1902"/>
                  </a:cubicBezTo>
                  <a:cubicBezTo>
                    <a:pt x="2655" y="2297"/>
                    <a:pt x="2476" y="2603"/>
                    <a:pt x="2106" y="2795"/>
                  </a:cubicBezTo>
                  <a:cubicBezTo>
                    <a:pt x="1979" y="2871"/>
                    <a:pt x="1838" y="2935"/>
                    <a:pt x="1698" y="2999"/>
                  </a:cubicBezTo>
                  <a:cubicBezTo>
                    <a:pt x="1404" y="3114"/>
                    <a:pt x="1124" y="3267"/>
                    <a:pt x="868" y="3458"/>
                  </a:cubicBezTo>
                  <a:cubicBezTo>
                    <a:pt x="256" y="3918"/>
                    <a:pt x="1" y="4734"/>
                    <a:pt x="230" y="5475"/>
                  </a:cubicBezTo>
                  <a:cubicBezTo>
                    <a:pt x="447" y="6074"/>
                    <a:pt x="983" y="6495"/>
                    <a:pt x="1621" y="6559"/>
                  </a:cubicBezTo>
                  <a:lnTo>
                    <a:pt x="1749" y="6559"/>
                  </a:lnTo>
                  <a:cubicBezTo>
                    <a:pt x="2017" y="6546"/>
                    <a:pt x="2272" y="6508"/>
                    <a:pt x="2527" y="6432"/>
                  </a:cubicBezTo>
                  <a:cubicBezTo>
                    <a:pt x="2731" y="6381"/>
                    <a:pt x="2948" y="6342"/>
                    <a:pt x="3178" y="6330"/>
                  </a:cubicBezTo>
                  <a:cubicBezTo>
                    <a:pt x="3255" y="6330"/>
                    <a:pt x="3344" y="6342"/>
                    <a:pt x="3421" y="6355"/>
                  </a:cubicBezTo>
                  <a:cubicBezTo>
                    <a:pt x="3625" y="6432"/>
                    <a:pt x="3803" y="6521"/>
                    <a:pt x="3969" y="6649"/>
                  </a:cubicBezTo>
                  <a:cubicBezTo>
                    <a:pt x="4059" y="6712"/>
                    <a:pt x="4148" y="6763"/>
                    <a:pt x="4224" y="6814"/>
                  </a:cubicBezTo>
                  <a:cubicBezTo>
                    <a:pt x="4652" y="7059"/>
                    <a:pt x="5127" y="7198"/>
                    <a:pt x="5615" y="7198"/>
                  </a:cubicBezTo>
                  <a:cubicBezTo>
                    <a:pt x="5636" y="7198"/>
                    <a:pt x="5658" y="7198"/>
                    <a:pt x="5679" y="7197"/>
                  </a:cubicBezTo>
                  <a:cubicBezTo>
                    <a:pt x="5704" y="7198"/>
                    <a:pt x="5729" y="7198"/>
                    <a:pt x="5754" y="7198"/>
                  </a:cubicBezTo>
                  <a:cubicBezTo>
                    <a:pt x="6174" y="7198"/>
                    <a:pt x="6582" y="7097"/>
                    <a:pt x="6955" y="6917"/>
                  </a:cubicBezTo>
                  <a:cubicBezTo>
                    <a:pt x="7032" y="6878"/>
                    <a:pt x="7096" y="6840"/>
                    <a:pt x="7159" y="6802"/>
                  </a:cubicBezTo>
                  <a:cubicBezTo>
                    <a:pt x="7274" y="6738"/>
                    <a:pt x="7389" y="6674"/>
                    <a:pt x="7504" y="6636"/>
                  </a:cubicBezTo>
                  <a:cubicBezTo>
                    <a:pt x="7642" y="6583"/>
                    <a:pt x="7789" y="6556"/>
                    <a:pt x="7938" y="6556"/>
                  </a:cubicBezTo>
                  <a:cubicBezTo>
                    <a:pt x="7968" y="6556"/>
                    <a:pt x="7997" y="6557"/>
                    <a:pt x="8027" y="6559"/>
                  </a:cubicBezTo>
                  <a:cubicBezTo>
                    <a:pt x="8180" y="6559"/>
                    <a:pt x="8346" y="6572"/>
                    <a:pt x="8525" y="6585"/>
                  </a:cubicBezTo>
                  <a:cubicBezTo>
                    <a:pt x="8703" y="6598"/>
                    <a:pt x="8895" y="6623"/>
                    <a:pt x="9074" y="6623"/>
                  </a:cubicBezTo>
                  <a:cubicBezTo>
                    <a:pt x="9176" y="6623"/>
                    <a:pt x="9278" y="6610"/>
                    <a:pt x="9367" y="6598"/>
                  </a:cubicBezTo>
                  <a:cubicBezTo>
                    <a:pt x="10324" y="6495"/>
                    <a:pt x="11090" y="5755"/>
                    <a:pt x="11230" y="4798"/>
                  </a:cubicBezTo>
                  <a:cubicBezTo>
                    <a:pt x="11370" y="3841"/>
                    <a:pt x="10847" y="2910"/>
                    <a:pt x="9967" y="2527"/>
                  </a:cubicBezTo>
                  <a:cubicBezTo>
                    <a:pt x="9737" y="2438"/>
                    <a:pt x="9507" y="2361"/>
                    <a:pt x="9265" y="2323"/>
                  </a:cubicBezTo>
                  <a:cubicBezTo>
                    <a:pt x="8984" y="2272"/>
                    <a:pt x="8703" y="2170"/>
                    <a:pt x="8448" y="2029"/>
                  </a:cubicBezTo>
                  <a:cubicBezTo>
                    <a:pt x="8193" y="1825"/>
                    <a:pt x="7976" y="1583"/>
                    <a:pt x="7810" y="1289"/>
                  </a:cubicBezTo>
                  <a:cubicBezTo>
                    <a:pt x="7644" y="1021"/>
                    <a:pt x="7453" y="779"/>
                    <a:pt x="7223" y="562"/>
                  </a:cubicBezTo>
                  <a:cubicBezTo>
                    <a:pt x="6891" y="281"/>
                    <a:pt x="6483" y="102"/>
                    <a:pt x="6049" y="39"/>
                  </a:cubicBezTo>
                  <a:cubicBezTo>
                    <a:pt x="5909" y="13"/>
                    <a:pt x="5756" y="0"/>
                    <a:pt x="561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5"/>
            <p:cNvSpPr/>
            <p:nvPr/>
          </p:nvSpPr>
          <p:spPr>
            <a:xfrm>
              <a:off x="1087650" y="1031275"/>
              <a:ext cx="298000" cy="192075"/>
            </a:xfrm>
            <a:custGeom>
              <a:avLst/>
              <a:gdLst/>
              <a:ahLst/>
              <a:cxnLst/>
              <a:rect l="l" t="t" r="r" b="b"/>
              <a:pathLst>
                <a:path w="11920" h="7683" extrusionOk="0">
                  <a:moveTo>
                    <a:pt x="5883" y="485"/>
                  </a:moveTo>
                  <a:lnTo>
                    <a:pt x="5883" y="498"/>
                  </a:lnTo>
                  <a:cubicBezTo>
                    <a:pt x="5921" y="494"/>
                    <a:pt x="5958" y="493"/>
                    <a:pt x="5994" y="493"/>
                  </a:cubicBezTo>
                  <a:cubicBezTo>
                    <a:pt x="6093" y="493"/>
                    <a:pt x="6189" y="505"/>
                    <a:pt x="6292" y="523"/>
                  </a:cubicBezTo>
                  <a:cubicBezTo>
                    <a:pt x="6675" y="574"/>
                    <a:pt x="7045" y="740"/>
                    <a:pt x="7338" y="995"/>
                  </a:cubicBezTo>
                  <a:cubicBezTo>
                    <a:pt x="7823" y="1416"/>
                    <a:pt x="8040" y="2118"/>
                    <a:pt x="8576" y="2476"/>
                  </a:cubicBezTo>
                  <a:cubicBezTo>
                    <a:pt x="9035" y="2782"/>
                    <a:pt x="9635" y="2782"/>
                    <a:pt x="10133" y="2986"/>
                  </a:cubicBezTo>
                  <a:cubicBezTo>
                    <a:pt x="11919" y="3752"/>
                    <a:pt x="11536" y="6393"/>
                    <a:pt x="9609" y="6610"/>
                  </a:cubicBezTo>
                  <a:cubicBezTo>
                    <a:pt x="9520" y="6623"/>
                    <a:pt x="9431" y="6623"/>
                    <a:pt x="9342" y="6623"/>
                  </a:cubicBezTo>
                  <a:cubicBezTo>
                    <a:pt x="8984" y="6623"/>
                    <a:pt x="8627" y="6559"/>
                    <a:pt x="8282" y="6559"/>
                  </a:cubicBezTo>
                  <a:cubicBezTo>
                    <a:pt x="8078" y="6559"/>
                    <a:pt x="7887" y="6585"/>
                    <a:pt x="7695" y="6648"/>
                  </a:cubicBezTo>
                  <a:cubicBezTo>
                    <a:pt x="7491" y="6738"/>
                    <a:pt x="7300" y="6840"/>
                    <a:pt x="7108" y="6942"/>
                  </a:cubicBezTo>
                  <a:cubicBezTo>
                    <a:pt x="6740" y="7126"/>
                    <a:pt x="6342" y="7216"/>
                    <a:pt x="5943" y="7216"/>
                  </a:cubicBezTo>
                  <a:cubicBezTo>
                    <a:pt x="5486" y="7216"/>
                    <a:pt x="5029" y="7097"/>
                    <a:pt x="4620" y="6865"/>
                  </a:cubicBezTo>
                  <a:cubicBezTo>
                    <a:pt x="4327" y="6687"/>
                    <a:pt x="4071" y="6470"/>
                    <a:pt x="3752" y="6380"/>
                  </a:cubicBezTo>
                  <a:cubicBezTo>
                    <a:pt x="3650" y="6355"/>
                    <a:pt x="3548" y="6342"/>
                    <a:pt x="3446" y="6342"/>
                  </a:cubicBezTo>
                  <a:cubicBezTo>
                    <a:pt x="2974" y="6342"/>
                    <a:pt x="2502" y="6572"/>
                    <a:pt x="2017" y="6572"/>
                  </a:cubicBezTo>
                  <a:lnTo>
                    <a:pt x="1902" y="6572"/>
                  </a:lnTo>
                  <a:cubicBezTo>
                    <a:pt x="1366" y="6508"/>
                    <a:pt x="907" y="6151"/>
                    <a:pt x="728" y="5640"/>
                  </a:cubicBezTo>
                  <a:cubicBezTo>
                    <a:pt x="524" y="5002"/>
                    <a:pt x="741" y="4288"/>
                    <a:pt x="1290" y="3892"/>
                  </a:cubicBezTo>
                  <a:cubicBezTo>
                    <a:pt x="1660" y="3599"/>
                    <a:pt x="2093" y="3471"/>
                    <a:pt x="2489" y="3254"/>
                  </a:cubicBezTo>
                  <a:cubicBezTo>
                    <a:pt x="2897" y="3024"/>
                    <a:pt x="3127" y="2667"/>
                    <a:pt x="3357" y="2259"/>
                  </a:cubicBezTo>
                  <a:cubicBezTo>
                    <a:pt x="3918" y="1263"/>
                    <a:pt x="4748" y="485"/>
                    <a:pt x="5883" y="485"/>
                  </a:cubicBezTo>
                  <a:close/>
                  <a:moveTo>
                    <a:pt x="5896" y="0"/>
                  </a:moveTo>
                  <a:lnTo>
                    <a:pt x="5883" y="13"/>
                  </a:lnTo>
                  <a:cubicBezTo>
                    <a:pt x="4697" y="13"/>
                    <a:pt x="3676" y="702"/>
                    <a:pt x="2948" y="2029"/>
                  </a:cubicBezTo>
                  <a:cubicBezTo>
                    <a:pt x="2731" y="2399"/>
                    <a:pt x="2566" y="2667"/>
                    <a:pt x="2272" y="2833"/>
                  </a:cubicBezTo>
                  <a:cubicBezTo>
                    <a:pt x="2144" y="2897"/>
                    <a:pt x="2004" y="2960"/>
                    <a:pt x="1864" y="3024"/>
                  </a:cubicBezTo>
                  <a:cubicBezTo>
                    <a:pt x="1558" y="3139"/>
                    <a:pt x="1264" y="3305"/>
                    <a:pt x="996" y="3509"/>
                  </a:cubicBezTo>
                  <a:cubicBezTo>
                    <a:pt x="294" y="4032"/>
                    <a:pt x="1" y="4951"/>
                    <a:pt x="269" y="5793"/>
                  </a:cubicBezTo>
                  <a:cubicBezTo>
                    <a:pt x="524" y="6482"/>
                    <a:pt x="1136" y="6967"/>
                    <a:pt x="1864" y="7031"/>
                  </a:cubicBezTo>
                  <a:lnTo>
                    <a:pt x="2030" y="7031"/>
                  </a:lnTo>
                  <a:cubicBezTo>
                    <a:pt x="2310" y="7031"/>
                    <a:pt x="2591" y="6980"/>
                    <a:pt x="2859" y="6916"/>
                  </a:cubicBezTo>
                  <a:cubicBezTo>
                    <a:pt x="3051" y="6853"/>
                    <a:pt x="3255" y="6827"/>
                    <a:pt x="3446" y="6814"/>
                  </a:cubicBezTo>
                  <a:cubicBezTo>
                    <a:pt x="3510" y="6814"/>
                    <a:pt x="3574" y="6814"/>
                    <a:pt x="3637" y="6840"/>
                  </a:cubicBezTo>
                  <a:cubicBezTo>
                    <a:pt x="3816" y="6891"/>
                    <a:pt x="3969" y="6980"/>
                    <a:pt x="4122" y="7095"/>
                  </a:cubicBezTo>
                  <a:cubicBezTo>
                    <a:pt x="4199" y="7146"/>
                    <a:pt x="4288" y="7210"/>
                    <a:pt x="4378" y="7261"/>
                  </a:cubicBezTo>
                  <a:cubicBezTo>
                    <a:pt x="4863" y="7541"/>
                    <a:pt x="5407" y="7682"/>
                    <a:pt x="5953" y="7682"/>
                  </a:cubicBezTo>
                  <a:cubicBezTo>
                    <a:pt x="6425" y="7682"/>
                    <a:pt x="6900" y="7576"/>
                    <a:pt x="7338" y="7363"/>
                  </a:cubicBezTo>
                  <a:cubicBezTo>
                    <a:pt x="7415" y="7325"/>
                    <a:pt x="7478" y="7286"/>
                    <a:pt x="7542" y="7248"/>
                  </a:cubicBezTo>
                  <a:cubicBezTo>
                    <a:pt x="7644" y="7184"/>
                    <a:pt x="7759" y="7133"/>
                    <a:pt x="7861" y="7095"/>
                  </a:cubicBezTo>
                  <a:cubicBezTo>
                    <a:pt x="7978" y="7053"/>
                    <a:pt x="8103" y="7028"/>
                    <a:pt x="8222" y="7028"/>
                  </a:cubicBezTo>
                  <a:cubicBezTo>
                    <a:pt x="8247" y="7028"/>
                    <a:pt x="8271" y="7029"/>
                    <a:pt x="8295" y="7031"/>
                  </a:cubicBezTo>
                  <a:cubicBezTo>
                    <a:pt x="8448" y="7031"/>
                    <a:pt x="8614" y="7044"/>
                    <a:pt x="8780" y="7057"/>
                  </a:cubicBezTo>
                  <a:cubicBezTo>
                    <a:pt x="8946" y="7069"/>
                    <a:pt x="9150" y="7095"/>
                    <a:pt x="9354" y="7095"/>
                  </a:cubicBezTo>
                  <a:cubicBezTo>
                    <a:pt x="9456" y="7095"/>
                    <a:pt x="9571" y="7082"/>
                    <a:pt x="9673" y="7069"/>
                  </a:cubicBezTo>
                  <a:cubicBezTo>
                    <a:pt x="10745" y="6955"/>
                    <a:pt x="11587" y="6125"/>
                    <a:pt x="11741" y="5066"/>
                  </a:cubicBezTo>
                  <a:cubicBezTo>
                    <a:pt x="11906" y="3994"/>
                    <a:pt x="11319" y="2960"/>
                    <a:pt x="10337" y="2539"/>
                  </a:cubicBezTo>
                  <a:cubicBezTo>
                    <a:pt x="10094" y="2437"/>
                    <a:pt x="9852" y="2374"/>
                    <a:pt x="9597" y="2322"/>
                  </a:cubicBezTo>
                  <a:cubicBezTo>
                    <a:pt x="9342" y="2271"/>
                    <a:pt x="9086" y="2195"/>
                    <a:pt x="8857" y="2067"/>
                  </a:cubicBezTo>
                  <a:cubicBezTo>
                    <a:pt x="8627" y="1876"/>
                    <a:pt x="8436" y="1646"/>
                    <a:pt x="8295" y="1391"/>
                  </a:cubicBezTo>
                  <a:cubicBezTo>
                    <a:pt x="8116" y="1110"/>
                    <a:pt x="7912" y="842"/>
                    <a:pt x="7670" y="613"/>
                  </a:cubicBezTo>
                  <a:cubicBezTo>
                    <a:pt x="7300" y="306"/>
                    <a:pt x="6853" y="102"/>
                    <a:pt x="6368" y="38"/>
                  </a:cubicBezTo>
                  <a:cubicBezTo>
                    <a:pt x="6215" y="13"/>
                    <a:pt x="6049" y="0"/>
                    <a:pt x="58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3" name="Google Shape;53;p5"/>
          <p:cNvSpPr/>
          <p:nvPr/>
        </p:nvSpPr>
        <p:spPr>
          <a:xfrm>
            <a:off x="8328091" y="892659"/>
            <a:ext cx="600500" cy="403484"/>
          </a:xfrm>
          <a:custGeom>
            <a:avLst/>
            <a:gdLst/>
            <a:ahLst/>
            <a:cxnLst/>
            <a:rect l="l" t="t" r="r" b="b"/>
            <a:pathLst>
              <a:path w="15441" h="10375" extrusionOk="0">
                <a:moveTo>
                  <a:pt x="8416" y="485"/>
                </a:moveTo>
                <a:lnTo>
                  <a:pt x="8416" y="485"/>
                </a:lnTo>
                <a:cubicBezTo>
                  <a:pt x="9128" y="487"/>
                  <a:pt x="9827" y="844"/>
                  <a:pt x="10145" y="1468"/>
                </a:cubicBezTo>
                <a:cubicBezTo>
                  <a:pt x="10209" y="1608"/>
                  <a:pt x="10272" y="1735"/>
                  <a:pt x="10349" y="1863"/>
                </a:cubicBezTo>
                <a:cubicBezTo>
                  <a:pt x="10732" y="2399"/>
                  <a:pt x="11561" y="2259"/>
                  <a:pt x="12161" y="2501"/>
                </a:cubicBezTo>
                <a:cubicBezTo>
                  <a:pt x="12773" y="2756"/>
                  <a:pt x="13118" y="3407"/>
                  <a:pt x="13246" y="4058"/>
                </a:cubicBezTo>
                <a:cubicBezTo>
                  <a:pt x="13271" y="4326"/>
                  <a:pt x="13322" y="4581"/>
                  <a:pt x="13386" y="4849"/>
                </a:cubicBezTo>
                <a:cubicBezTo>
                  <a:pt x="13654" y="5717"/>
                  <a:pt x="14586" y="6304"/>
                  <a:pt x="14739" y="7197"/>
                </a:cubicBezTo>
                <a:cubicBezTo>
                  <a:pt x="14892" y="8001"/>
                  <a:pt x="14611" y="8843"/>
                  <a:pt x="13731" y="9277"/>
                </a:cubicBezTo>
                <a:cubicBezTo>
                  <a:pt x="13003" y="9647"/>
                  <a:pt x="12072" y="9736"/>
                  <a:pt x="11255" y="9787"/>
                </a:cubicBezTo>
                <a:cubicBezTo>
                  <a:pt x="10285" y="9864"/>
                  <a:pt x="9443" y="9877"/>
                  <a:pt x="8460" y="9877"/>
                </a:cubicBezTo>
                <a:lnTo>
                  <a:pt x="8422" y="9877"/>
                </a:lnTo>
                <a:cubicBezTo>
                  <a:pt x="8097" y="9881"/>
                  <a:pt x="7773" y="9882"/>
                  <a:pt x="7449" y="9882"/>
                </a:cubicBezTo>
                <a:cubicBezTo>
                  <a:pt x="6668" y="9882"/>
                  <a:pt x="5889" y="9873"/>
                  <a:pt x="5104" y="9864"/>
                </a:cubicBezTo>
                <a:cubicBezTo>
                  <a:pt x="4959" y="9868"/>
                  <a:pt x="4814" y="9870"/>
                  <a:pt x="4669" y="9870"/>
                </a:cubicBezTo>
                <a:cubicBezTo>
                  <a:pt x="3822" y="9870"/>
                  <a:pt x="2983" y="9807"/>
                  <a:pt x="2144" y="9698"/>
                </a:cubicBezTo>
                <a:cubicBezTo>
                  <a:pt x="1761" y="9660"/>
                  <a:pt x="1404" y="9545"/>
                  <a:pt x="1072" y="9366"/>
                </a:cubicBezTo>
                <a:cubicBezTo>
                  <a:pt x="740" y="9175"/>
                  <a:pt x="523" y="8843"/>
                  <a:pt x="498" y="8460"/>
                </a:cubicBezTo>
                <a:cubicBezTo>
                  <a:pt x="498" y="8001"/>
                  <a:pt x="932" y="7618"/>
                  <a:pt x="1289" y="7337"/>
                </a:cubicBezTo>
                <a:cubicBezTo>
                  <a:pt x="1557" y="7133"/>
                  <a:pt x="1850" y="6929"/>
                  <a:pt x="2042" y="6636"/>
                </a:cubicBezTo>
                <a:cubicBezTo>
                  <a:pt x="2374" y="6151"/>
                  <a:pt x="2348" y="5474"/>
                  <a:pt x="2731" y="5015"/>
                </a:cubicBezTo>
                <a:cubicBezTo>
                  <a:pt x="3165" y="4492"/>
                  <a:pt x="3943" y="4454"/>
                  <a:pt x="4568" y="4186"/>
                </a:cubicBezTo>
                <a:cubicBezTo>
                  <a:pt x="4964" y="3994"/>
                  <a:pt x="5296" y="3713"/>
                  <a:pt x="5538" y="3343"/>
                </a:cubicBezTo>
                <a:cubicBezTo>
                  <a:pt x="5806" y="2935"/>
                  <a:pt x="5947" y="2463"/>
                  <a:pt x="6163" y="2029"/>
                </a:cubicBezTo>
                <a:cubicBezTo>
                  <a:pt x="6546" y="1289"/>
                  <a:pt x="7223" y="676"/>
                  <a:pt x="8039" y="523"/>
                </a:cubicBezTo>
                <a:cubicBezTo>
                  <a:pt x="8165" y="498"/>
                  <a:pt x="8290" y="485"/>
                  <a:pt x="8416" y="485"/>
                </a:cubicBezTo>
                <a:close/>
                <a:moveTo>
                  <a:pt x="8409" y="0"/>
                </a:moveTo>
                <a:lnTo>
                  <a:pt x="8422" y="13"/>
                </a:lnTo>
                <a:cubicBezTo>
                  <a:pt x="8392" y="10"/>
                  <a:pt x="8362" y="9"/>
                  <a:pt x="8332" y="9"/>
                </a:cubicBezTo>
                <a:cubicBezTo>
                  <a:pt x="8200" y="9"/>
                  <a:pt x="8073" y="30"/>
                  <a:pt x="7937" y="51"/>
                </a:cubicBezTo>
                <a:cubicBezTo>
                  <a:pt x="7031" y="230"/>
                  <a:pt x="6202" y="881"/>
                  <a:pt x="5730" y="1812"/>
                </a:cubicBezTo>
                <a:cubicBezTo>
                  <a:pt x="5628" y="1991"/>
                  <a:pt x="5551" y="2195"/>
                  <a:pt x="5474" y="2374"/>
                </a:cubicBezTo>
                <a:cubicBezTo>
                  <a:pt x="5385" y="2616"/>
                  <a:pt x="5270" y="2858"/>
                  <a:pt x="5130" y="3088"/>
                </a:cubicBezTo>
                <a:cubicBezTo>
                  <a:pt x="4938" y="3369"/>
                  <a:pt x="4670" y="3599"/>
                  <a:pt x="4351" y="3739"/>
                </a:cubicBezTo>
                <a:cubicBezTo>
                  <a:pt x="4160" y="3828"/>
                  <a:pt x="3969" y="3892"/>
                  <a:pt x="3764" y="3943"/>
                </a:cubicBezTo>
                <a:cubicBezTo>
                  <a:pt x="3292" y="4083"/>
                  <a:pt x="2744" y="4249"/>
                  <a:pt x="2361" y="4709"/>
                </a:cubicBezTo>
                <a:cubicBezTo>
                  <a:pt x="2131" y="5015"/>
                  <a:pt x="1965" y="5372"/>
                  <a:pt x="1876" y="5742"/>
                </a:cubicBezTo>
                <a:cubicBezTo>
                  <a:pt x="1825" y="5959"/>
                  <a:pt x="1748" y="6176"/>
                  <a:pt x="1633" y="6380"/>
                </a:cubicBezTo>
                <a:cubicBezTo>
                  <a:pt x="1493" y="6559"/>
                  <a:pt x="1314" y="6725"/>
                  <a:pt x="1123" y="6853"/>
                </a:cubicBezTo>
                <a:cubicBezTo>
                  <a:pt x="1072" y="6891"/>
                  <a:pt x="1021" y="6929"/>
                  <a:pt x="970" y="6980"/>
                </a:cubicBezTo>
                <a:cubicBezTo>
                  <a:pt x="651" y="7223"/>
                  <a:pt x="0" y="7746"/>
                  <a:pt x="13" y="8473"/>
                </a:cubicBezTo>
                <a:cubicBezTo>
                  <a:pt x="38" y="9022"/>
                  <a:pt x="345" y="9507"/>
                  <a:pt x="817" y="9787"/>
                </a:cubicBezTo>
                <a:cubicBezTo>
                  <a:pt x="1200" y="10004"/>
                  <a:pt x="1621" y="10145"/>
                  <a:pt x="2055" y="10183"/>
                </a:cubicBezTo>
                <a:cubicBezTo>
                  <a:pt x="2964" y="10310"/>
                  <a:pt x="3883" y="10364"/>
                  <a:pt x="4804" y="10364"/>
                </a:cubicBezTo>
                <a:cubicBezTo>
                  <a:pt x="4904" y="10364"/>
                  <a:pt x="5004" y="10363"/>
                  <a:pt x="5104" y="10362"/>
                </a:cubicBezTo>
                <a:cubicBezTo>
                  <a:pt x="6202" y="10374"/>
                  <a:pt x="7325" y="10374"/>
                  <a:pt x="8422" y="10374"/>
                </a:cubicBezTo>
                <a:lnTo>
                  <a:pt x="8460" y="10374"/>
                </a:lnTo>
                <a:cubicBezTo>
                  <a:pt x="9417" y="10374"/>
                  <a:pt x="10272" y="10362"/>
                  <a:pt x="11293" y="10285"/>
                </a:cubicBezTo>
                <a:cubicBezTo>
                  <a:pt x="12059" y="10234"/>
                  <a:pt x="13105" y="10145"/>
                  <a:pt x="13947" y="9724"/>
                </a:cubicBezTo>
                <a:cubicBezTo>
                  <a:pt x="14917" y="9252"/>
                  <a:pt x="15440" y="8167"/>
                  <a:pt x="15224" y="7120"/>
                </a:cubicBezTo>
                <a:cubicBezTo>
                  <a:pt x="15109" y="6521"/>
                  <a:pt x="14739" y="6049"/>
                  <a:pt x="14420" y="5653"/>
                </a:cubicBezTo>
                <a:cubicBezTo>
                  <a:pt x="14177" y="5372"/>
                  <a:pt x="13973" y="5053"/>
                  <a:pt x="13833" y="4709"/>
                </a:cubicBezTo>
                <a:cubicBezTo>
                  <a:pt x="13794" y="4568"/>
                  <a:pt x="13769" y="4415"/>
                  <a:pt x="13756" y="4262"/>
                </a:cubicBezTo>
                <a:cubicBezTo>
                  <a:pt x="13743" y="4160"/>
                  <a:pt x="13731" y="4071"/>
                  <a:pt x="13705" y="3969"/>
                </a:cubicBezTo>
                <a:cubicBezTo>
                  <a:pt x="13552" y="3063"/>
                  <a:pt x="13041" y="2348"/>
                  <a:pt x="12352" y="2067"/>
                </a:cubicBezTo>
                <a:cubicBezTo>
                  <a:pt x="12084" y="1965"/>
                  <a:pt x="11804" y="1901"/>
                  <a:pt x="11523" y="1863"/>
                </a:cubicBezTo>
                <a:cubicBezTo>
                  <a:pt x="11115" y="1799"/>
                  <a:pt x="10859" y="1748"/>
                  <a:pt x="10745" y="1595"/>
                </a:cubicBezTo>
                <a:cubicBezTo>
                  <a:pt x="10706" y="1531"/>
                  <a:pt x="10668" y="1468"/>
                  <a:pt x="10642" y="1404"/>
                </a:cubicBezTo>
                <a:cubicBezTo>
                  <a:pt x="10617" y="1353"/>
                  <a:pt x="10591" y="1302"/>
                  <a:pt x="10566" y="1251"/>
                </a:cubicBezTo>
                <a:cubicBezTo>
                  <a:pt x="10183" y="485"/>
                  <a:pt x="9341" y="0"/>
                  <a:pt x="840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4" name="Google Shape;54;p5"/>
          <p:cNvGrpSpPr/>
          <p:nvPr/>
        </p:nvGrpSpPr>
        <p:grpSpPr>
          <a:xfrm>
            <a:off x="183679" y="1466009"/>
            <a:ext cx="600500" cy="403484"/>
            <a:chOff x="2493575" y="1248525"/>
            <a:chExt cx="386025" cy="259375"/>
          </a:xfrm>
        </p:grpSpPr>
        <p:sp>
          <p:nvSpPr>
            <p:cNvPr id="55" name="Google Shape;55;p5"/>
            <p:cNvSpPr/>
            <p:nvPr/>
          </p:nvSpPr>
          <p:spPr>
            <a:xfrm>
              <a:off x="2499950" y="1254550"/>
              <a:ext cx="372625" cy="246975"/>
            </a:xfrm>
            <a:custGeom>
              <a:avLst/>
              <a:gdLst/>
              <a:ahLst/>
              <a:cxnLst/>
              <a:rect l="l" t="t" r="r" b="b"/>
              <a:pathLst>
                <a:path w="14905" h="9879" extrusionOk="0">
                  <a:moveTo>
                    <a:pt x="8222" y="0"/>
                  </a:moveTo>
                  <a:cubicBezTo>
                    <a:pt x="8199" y="0"/>
                    <a:pt x="8177" y="1"/>
                    <a:pt x="8154" y="1"/>
                  </a:cubicBezTo>
                  <a:cubicBezTo>
                    <a:pt x="8014" y="1"/>
                    <a:pt x="7874" y="14"/>
                    <a:pt x="7733" y="40"/>
                  </a:cubicBezTo>
                  <a:cubicBezTo>
                    <a:pt x="6891" y="206"/>
                    <a:pt x="6125" y="805"/>
                    <a:pt x="5692" y="1673"/>
                  </a:cubicBezTo>
                  <a:cubicBezTo>
                    <a:pt x="5602" y="1852"/>
                    <a:pt x="5513" y="2043"/>
                    <a:pt x="5436" y="2222"/>
                  </a:cubicBezTo>
                  <a:cubicBezTo>
                    <a:pt x="5347" y="2477"/>
                    <a:pt x="5219" y="2732"/>
                    <a:pt x="5079" y="2962"/>
                  </a:cubicBezTo>
                  <a:cubicBezTo>
                    <a:pt x="4862" y="3294"/>
                    <a:pt x="4556" y="3549"/>
                    <a:pt x="4199" y="3715"/>
                  </a:cubicBezTo>
                  <a:cubicBezTo>
                    <a:pt x="3994" y="3804"/>
                    <a:pt x="3790" y="3868"/>
                    <a:pt x="3586" y="3932"/>
                  </a:cubicBezTo>
                  <a:cubicBezTo>
                    <a:pt x="3114" y="4059"/>
                    <a:pt x="2616" y="4213"/>
                    <a:pt x="2284" y="4608"/>
                  </a:cubicBezTo>
                  <a:cubicBezTo>
                    <a:pt x="2080" y="4889"/>
                    <a:pt x="1927" y="5221"/>
                    <a:pt x="1863" y="5565"/>
                  </a:cubicBezTo>
                  <a:cubicBezTo>
                    <a:pt x="1800" y="5808"/>
                    <a:pt x="1710" y="6037"/>
                    <a:pt x="1583" y="6267"/>
                  </a:cubicBezTo>
                  <a:cubicBezTo>
                    <a:pt x="1429" y="6471"/>
                    <a:pt x="1238" y="6650"/>
                    <a:pt x="1021" y="6790"/>
                  </a:cubicBezTo>
                  <a:lnTo>
                    <a:pt x="868" y="6905"/>
                  </a:lnTo>
                  <a:cubicBezTo>
                    <a:pt x="421" y="7262"/>
                    <a:pt x="0" y="7683"/>
                    <a:pt x="0" y="8219"/>
                  </a:cubicBezTo>
                  <a:cubicBezTo>
                    <a:pt x="26" y="8679"/>
                    <a:pt x="281" y="9100"/>
                    <a:pt x="689" y="9330"/>
                  </a:cubicBezTo>
                  <a:cubicBezTo>
                    <a:pt x="1047" y="9534"/>
                    <a:pt x="1429" y="9649"/>
                    <a:pt x="1838" y="9700"/>
                  </a:cubicBezTo>
                  <a:cubicBezTo>
                    <a:pt x="2735" y="9815"/>
                    <a:pt x="3642" y="9867"/>
                    <a:pt x="4550" y="9867"/>
                  </a:cubicBezTo>
                  <a:cubicBezTo>
                    <a:pt x="4650" y="9867"/>
                    <a:pt x="4749" y="9867"/>
                    <a:pt x="4849" y="9865"/>
                  </a:cubicBezTo>
                  <a:cubicBezTo>
                    <a:pt x="5959" y="9878"/>
                    <a:pt x="7070" y="9878"/>
                    <a:pt x="8167" y="9878"/>
                  </a:cubicBezTo>
                  <a:lnTo>
                    <a:pt x="8205" y="9878"/>
                  </a:lnTo>
                  <a:cubicBezTo>
                    <a:pt x="9162" y="9878"/>
                    <a:pt x="10017" y="9865"/>
                    <a:pt x="11013" y="9789"/>
                  </a:cubicBezTo>
                  <a:cubicBezTo>
                    <a:pt x="11766" y="9738"/>
                    <a:pt x="12786" y="9661"/>
                    <a:pt x="13590" y="9253"/>
                  </a:cubicBezTo>
                  <a:cubicBezTo>
                    <a:pt x="14471" y="8806"/>
                    <a:pt x="14905" y="7926"/>
                    <a:pt x="14726" y="6918"/>
                  </a:cubicBezTo>
                  <a:cubicBezTo>
                    <a:pt x="14624" y="6382"/>
                    <a:pt x="14292" y="5961"/>
                    <a:pt x="13973" y="5552"/>
                  </a:cubicBezTo>
                  <a:cubicBezTo>
                    <a:pt x="13718" y="5221"/>
                    <a:pt x="13463" y="4902"/>
                    <a:pt x="13361" y="4544"/>
                  </a:cubicBezTo>
                  <a:cubicBezTo>
                    <a:pt x="13310" y="4378"/>
                    <a:pt x="13284" y="4213"/>
                    <a:pt x="13259" y="4047"/>
                  </a:cubicBezTo>
                  <a:cubicBezTo>
                    <a:pt x="13246" y="3957"/>
                    <a:pt x="13233" y="3868"/>
                    <a:pt x="13220" y="3766"/>
                  </a:cubicBezTo>
                  <a:cubicBezTo>
                    <a:pt x="13067" y="2949"/>
                    <a:pt x="12621" y="2298"/>
                    <a:pt x="12008" y="2043"/>
                  </a:cubicBezTo>
                  <a:cubicBezTo>
                    <a:pt x="11753" y="1954"/>
                    <a:pt x="11498" y="1890"/>
                    <a:pt x="11230" y="1865"/>
                  </a:cubicBezTo>
                  <a:cubicBezTo>
                    <a:pt x="10821" y="1801"/>
                    <a:pt x="10477" y="1737"/>
                    <a:pt x="10298" y="1482"/>
                  </a:cubicBezTo>
                  <a:cubicBezTo>
                    <a:pt x="10247" y="1418"/>
                    <a:pt x="10209" y="1329"/>
                    <a:pt x="10171" y="1252"/>
                  </a:cubicBezTo>
                  <a:cubicBezTo>
                    <a:pt x="10145" y="1214"/>
                    <a:pt x="10132" y="1163"/>
                    <a:pt x="10107" y="1112"/>
                  </a:cubicBezTo>
                  <a:cubicBezTo>
                    <a:pt x="9722" y="429"/>
                    <a:pt x="9000" y="0"/>
                    <a:pt x="82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5"/>
            <p:cNvSpPr/>
            <p:nvPr/>
          </p:nvSpPr>
          <p:spPr>
            <a:xfrm>
              <a:off x="2493575" y="1248525"/>
              <a:ext cx="386025" cy="259375"/>
            </a:xfrm>
            <a:custGeom>
              <a:avLst/>
              <a:gdLst/>
              <a:ahLst/>
              <a:cxnLst/>
              <a:rect l="l" t="t" r="r" b="b"/>
              <a:pathLst>
                <a:path w="15441" h="10375" extrusionOk="0">
                  <a:moveTo>
                    <a:pt x="8416" y="485"/>
                  </a:moveTo>
                  <a:lnTo>
                    <a:pt x="8416" y="485"/>
                  </a:lnTo>
                  <a:cubicBezTo>
                    <a:pt x="9128" y="487"/>
                    <a:pt x="9827" y="844"/>
                    <a:pt x="10145" y="1468"/>
                  </a:cubicBezTo>
                  <a:cubicBezTo>
                    <a:pt x="10209" y="1608"/>
                    <a:pt x="10272" y="1735"/>
                    <a:pt x="10349" y="1863"/>
                  </a:cubicBezTo>
                  <a:cubicBezTo>
                    <a:pt x="10732" y="2399"/>
                    <a:pt x="11561" y="2259"/>
                    <a:pt x="12161" y="2501"/>
                  </a:cubicBezTo>
                  <a:cubicBezTo>
                    <a:pt x="12773" y="2756"/>
                    <a:pt x="13118" y="3407"/>
                    <a:pt x="13246" y="4058"/>
                  </a:cubicBezTo>
                  <a:cubicBezTo>
                    <a:pt x="13271" y="4326"/>
                    <a:pt x="13322" y="4581"/>
                    <a:pt x="13386" y="4849"/>
                  </a:cubicBezTo>
                  <a:cubicBezTo>
                    <a:pt x="13654" y="5717"/>
                    <a:pt x="14586" y="6304"/>
                    <a:pt x="14739" y="7197"/>
                  </a:cubicBezTo>
                  <a:cubicBezTo>
                    <a:pt x="14892" y="8001"/>
                    <a:pt x="14611" y="8843"/>
                    <a:pt x="13731" y="9277"/>
                  </a:cubicBezTo>
                  <a:cubicBezTo>
                    <a:pt x="13003" y="9647"/>
                    <a:pt x="12072" y="9736"/>
                    <a:pt x="11255" y="9787"/>
                  </a:cubicBezTo>
                  <a:cubicBezTo>
                    <a:pt x="10285" y="9864"/>
                    <a:pt x="9443" y="9877"/>
                    <a:pt x="8460" y="9877"/>
                  </a:cubicBezTo>
                  <a:lnTo>
                    <a:pt x="8422" y="9877"/>
                  </a:lnTo>
                  <a:cubicBezTo>
                    <a:pt x="8097" y="9881"/>
                    <a:pt x="7773" y="9882"/>
                    <a:pt x="7449" y="9882"/>
                  </a:cubicBezTo>
                  <a:cubicBezTo>
                    <a:pt x="6668" y="9882"/>
                    <a:pt x="5889" y="9873"/>
                    <a:pt x="5104" y="9864"/>
                  </a:cubicBezTo>
                  <a:cubicBezTo>
                    <a:pt x="4959" y="9868"/>
                    <a:pt x="4814" y="9870"/>
                    <a:pt x="4669" y="9870"/>
                  </a:cubicBezTo>
                  <a:cubicBezTo>
                    <a:pt x="3822" y="9870"/>
                    <a:pt x="2983" y="9807"/>
                    <a:pt x="2144" y="9698"/>
                  </a:cubicBezTo>
                  <a:cubicBezTo>
                    <a:pt x="1761" y="9660"/>
                    <a:pt x="1404" y="9545"/>
                    <a:pt x="1072" y="9366"/>
                  </a:cubicBezTo>
                  <a:cubicBezTo>
                    <a:pt x="740" y="9175"/>
                    <a:pt x="523" y="8843"/>
                    <a:pt x="498" y="8460"/>
                  </a:cubicBezTo>
                  <a:cubicBezTo>
                    <a:pt x="498" y="8001"/>
                    <a:pt x="932" y="7618"/>
                    <a:pt x="1289" y="7337"/>
                  </a:cubicBezTo>
                  <a:cubicBezTo>
                    <a:pt x="1557" y="7133"/>
                    <a:pt x="1850" y="6929"/>
                    <a:pt x="2042" y="6636"/>
                  </a:cubicBezTo>
                  <a:cubicBezTo>
                    <a:pt x="2374" y="6151"/>
                    <a:pt x="2348" y="5474"/>
                    <a:pt x="2731" y="5015"/>
                  </a:cubicBezTo>
                  <a:cubicBezTo>
                    <a:pt x="3165" y="4492"/>
                    <a:pt x="3943" y="4454"/>
                    <a:pt x="4568" y="4186"/>
                  </a:cubicBezTo>
                  <a:cubicBezTo>
                    <a:pt x="4964" y="3994"/>
                    <a:pt x="5296" y="3713"/>
                    <a:pt x="5538" y="3343"/>
                  </a:cubicBezTo>
                  <a:cubicBezTo>
                    <a:pt x="5806" y="2935"/>
                    <a:pt x="5947" y="2463"/>
                    <a:pt x="6163" y="2029"/>
                  </a:cubicBezTo>
                  <a:cubicBezTo>
                    <a:pt x="6546" y="1289"/>
                    <a:pt x="7223" y="676"/>
                    <a:pt x="8039" y="523"/>
                  </a:cubicBezTo>
                  <a:cubicBezTo>
                    <a:pt x="8165" y="498"/>
                    <a:pt x="8290" y="485"/>
                    <a:pt x="8416" y="485"/>
                  </a:cubicBezTo>
                  <a:close/>
                  <a:moveTo>
                    <a:pt x="8409" y="0"/>
                  </a:moveTo>
                  <a:lnTo>
                    <a:pt x="8422" y="13"/>
                  </a:lnTo>
                  <a:cubicBezTo>
                    <a:pt x="8392" y="10"/>
                    <a:pt x="8362" y="9"/>
                    <a:pt x="8332" y="9"/>
                  </a:cubicBezTo>
                  <a:cubicBezTo>
                    <a:pt x="8200" y="9"/>
                    <a:pt x="8073" y="30"/>
                    <a:pt x="7937" y="51"/>
                  </a:cubicBezTo>
                  <a:cubicBezTo>
                    <a:pt x="7031" y="230"/>
                    <a:pt x="6202" y="881"/>
                    <a:pt x="5730" y="1812"/>
                  </a:cubicBezTo>
                  <a:cubicBezTo>
                    <a:pt x="5628" y="1991"/>
                    <a:pt x="5551" y="2195"/>
                    <a:pt x="5474" y="2374"/>
                  </a:cubicBezTo>
                  <a:cubicBezTo>
                    <a:pt x="5385" y="2616"/>
                    <a:pt x="5270" y="2858"/>
                    <a:pt x="5130" y="3088"/>
                  </a:cubicBezTo>
                  <a:cubicBezTo>
                    <a:pt x="4938" y="3369"/>
                    <a:pt x="4670" y="3599"/>
                    <a:pt x="4351" y="3739"/>
                  </a:cubicBezTo>
                  <a:cubicBezTo>
                    <a:pt x="4160" y="3828"/>
                    <a:pt x="3969" y="3892"/>
                    <a:pt x="3764" y="3943"/>
                  </a:cubicBezTo>
                  <a:cubicBezTo>
                    <a:pt x="3292" y="4083"/>
                    <a:pt x="2744" y="4249"/>
                    <a:pt x="2361" y="4709"/>
                  </a:cubicBezTo>
                  <a:cubicBezTo>
                    <a:pt x="2131" y="5015"/>
                    <a:pt x="1965" y="5372"/>
                    <a:pt x="1876" y="5742"/>
                  </a:cubicBezTo>
                  <a:cubicBezTo>
                    <a:pt x="1825" y="5959"/>
                    <a:pt x="1748" y="6176"/>
                    <a:pt x="1633" y="6380"/>
                  </a:cubicBezTo>
                  <a:cubicBezTo>
                    <a:pt x="1493" y="6559"/>
                    <a:pt x="1314" y="6725"/>
                    <a:pt x="1123" y="6853"/>
                  </a:cubicBezTo>
                  <a:cubicBezTo>
                    <a:pt x="1072" y="6891"/>
                    <a:pt x="1021" y="6929"/>
                    <a:pt x="970" y="6980"/>
                  </a:cubicBezTo>
                  <a:cubicBezTo>
                    <a:pt x="651" y="7223"/>
                    <a:pt x="0" y="7746"/>
                    <a:pt x="13" y="8473"/>
                  </a:cubicBezTo>
                  <a:cubicBezTo>
                    <a:pt x="38" y="9022"/>
                    <a:pt x="345" y="9507"/>
                    <a:pt x="817" y="9787"/>
                  </a:cubicBezTo>
                  <a:cubicBezTo>
                    <a:pt x="1200" y="10004"/>
                    <a:pt x="1621" y="10145"/>
                    <a:pt x="2055" y="10183"/>
                  </a:cubicBezTo>
                  <a:cubicBezTo>
                    <a:pt x="2964" y="10310"/>
                    <a:pt x="3883" y="10364"/>
                    <a:pt x="4804" y="10364"/>
                  </a:cubicBezTo>
                  <a:cubicBezTo>
                    <a:pt x="4904" y="10364"/>
                    <a:pt x="5004" y="10363"/>
                    <a:pt x="5104" y="10362"/>
                  </a:cubicBezTo>
                  <a:cubicBezTo>
                    <a:pt x="6202" y="10374"/>
                    <a:pt x="7325" y="10374"/>
                    <a:pt x="8422" y="10374"/>
                  </a:cubicBezTo>
                  <a:lnTo>
                    <a:pt x="8460" y="10374"/>
                  </a:lnTo>
                  <a:cubicBezTo>
                    <a:pt x="9417" y="10374"/>
                    <a:pt x="10272" y="10362"/>
                    <a:pt x="11293" y="10285"/>
                  </a:cubicBezTo>
                  <a:cubicBezTo>
                    <a:pt x="12059" y="10234"/>
                    <a:pt x="13105" y="10145"/>
                    <a:pt x="13947" y="9724"/>
                  </a:cubicBezTo>
                  <a:cubicBezTo>
                    <a:pt x="14917" y="9252"/>
                    <a:pt x="15440" y="8167"/>
                    <a:pt x="15224" y="7120"/>
                  </a:cubicBezTo>
                  <a:cubicBezTo>
                    <a:pt x="15109" y="6521"/>
                    <a:pt x="14739" y="6049"/>
                    <a:pt x="14420" y="5653"/>
                  </a:cubicBezTo>
                  <a:cubicBezTo>
                    <a:pt x="14177" y="5372"/>
                    <a:pt x="13973" y="5053"/>
                    <a:pt x="13833" y="4709"/>
                  </a:cubicBezTo>
                  <a:cubicBezTo>
                    <a:pt x="13794" y="4568"/>
                    <a:pt x="13769" y="4415"/>
                    <a:pt x="13756" y="4262"/>
                  </a:cubicBezTo>
                  <a:cubicBezTo>
                    <a:pt x="13743" y="4160"/>
                    <a:pt x="13731" y="4071"/>
                    <a:pt x="13705" y="3969"/>
                  </a:cubicBezTo>
                  <a:cubicBezTo>
                    <a:pt x="13552" y="3063"/>
                    <a:pt x="13041" y="2348"/>
                    <a:pt x="12352" y="2067"/>
                  </a:cubicBezTo>
                  <a:cubicBezTo>
                    <a:pt x="12084" y="1965"/>
                    <a:pt x="11804" y="1901"/>
                    <a:pt x="11523" y="1863"/>
                  </a:cubicBezTo>
                  <a:cubicBezTo>
                    <a:pt x="11115" y="1799"/>
                    <a:pt x="10859" y="1748"/>
                    <a:pt x="10745" y="1595"/>
                  </a:cubicBezTo>
                  <a:cubicBezTo>
                    <a:pt x="10706" y="1531"/>
                    <a:pt x="10668" y="1468"/>
                    <a:pt x="10642" y="1404"/>
                  </a:cubicBezTo>
                  <a:cubicBezTo>
                    <a:pt x="10617" y="1353"/>
                    <a:pt x="10591" y="1302"/>
                    <a:pt x="10566" y="1251"/>
                  </a:cubicBezTo>
                  <a:cubicBezTo>
                    <a:pt x="10183" y="485"/>
                    <a:pt x="9341" y="0"/>
                    <a:pt x="840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7"/>
        <p:cNvGrpSpPr/>
        <p:nvPr/>
      </p:nvGrpSpPr>
      <p:grpSpPr>
        <a:xfrm>
          <a:off x="0" y="0"/>
          <a:ext cx="0" cy="0"/>
          <a:chOff x="0" y="0"/>
          <a:chExt cx="0" cy="0"/>
        </a:xfrm>
      </p:grpSpPr>
      <p:pic>
        <p:nvPicPr>
          <p:cNvPr id="58" name="Google Shape;58;p6"/>
          <p:cNvPicPr preferRelativeResize="0"/>
          <p:nvPr/>
        </p:nvPicPr>
        <p:blipFill>
          <a:blip r:embed="rId2">
            <a:alphaModFix amt="65000"/>
          </a:blip>
          <a:stretch>
            <a:fillRect/>
          </a:stretch>
        </p:blipFill>
        <p:spPr>
          <a:xfrm>
            <a:off x="0" y="0"/>
            <a:ext cx="9144000" cy="5143500"/>
          </a:xfrm>
          <a:prstGeom prst="rect">
            <a:avLst/>
          </a:prstGeom>
          <a:noFill/>
          <a:ln>
            <a:noFill/>
          </a:ln>
        </p:spPr>
      </p:pic>
      <p:sp>
        <p:nvSpPr>
          <p:cNvPr id="59" name="Google Shape;59;p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cxnSp>
        <p:nvCxnSpPr>
          <p:cNvPr id="60" name="Google Shape;60;p6"/>
          <p:cNvCxnSpPr/>
          <p:nvPr/>
        </p:nvCxnSpPr>
        <p:spPr>
          <a:xfrm>
            <a:off x="0" y="4802825"/>
            <a:ext cx="9144000" cy="0"/>
          </a:xfrm>
          <a:prstGeom prst="straightConnector1">
            <a:avLst/>
          </a:prstGeom>
          <a:noFill/>
          <a:ln w="19050" cap="flat" cmpd="sng">
            <a:solidFill>
              <a:schemeClr val="dk1"/>
            </a:solidFill>
            <a:prstDash val="solid"/>
            <a:round/>
            <a:headEnd type="none" w="med" len="med"/>
            <a:tailEnd type="none" w="med" len="med"/>
          </a:ln>
        </p:spPr>
      </p:cxnSp>
      <p:sp>
        <p:nvSpPr>
          <p:cNvPr id="61" name="Google Shape;61;p6"/>
          <p:cNvSpPr/>
          <p:nvPr/>
        </p:nvSpPr>
        <p:spPr>
          <a:xfrm>
            <a:off x="6903326" y="202904"/>
            <a:ext cx="389963" cy="251349"/>
          </a:xfrm>
          <a:custGeom>
            <a:avLst/>
            <a:gdLst/>
            <a:ahLst/>
            <a:cxnLst/>
            <a:rect l="l" t="t" r="r" b="b"/>
            <a:pathLst>
              <a:path w="11920" h="7683" extrusionOk="0">
                <a:moveTo>
                  <a:pt x="5883" y="485"/>
                </a:moveTo>
                <a:lnTo>
                  <a:pt x="5883" y="498"/>
                </a:lnTo>
                <a:cubicBezTo>
                  <a:pt x="5921" y="494"/>
                  <a:pt x="5958" y="493"/>
                  <a:pt x="5994" y="493"/>
                </a:cubicBezTo>
                <a:cubicBezTo>
                  <a:pt x="6093" y="493"/>
                  <a:pt x="6189" y="505"/>
                  <a:pt x="6292" y="523"/>
                </a:cubicBezTo>
                <a:cubicBezTo>
                  <a:pt x="6675" y="574"/>
                  <a:pt x="7045" y="740"/>
                  <a:pt x="7338" y="995"/>
                </a:cubicBezTo>
                <a:cubicBezTo>
                  <a:pt x="7823" y="1416"/>
                  <a:pt x="8040" y="2118"/>
                  <a:pt x="8576" y="2476"/>
                </a:cubicBezTo>
                <a:cubicBezTo>
                  <a:pt x="9035" y="2782"/>
                  <a:pt x="9635" y="2782"/>
                  <a:pt x="10133" y="2986"/>
                </a:cubicBezTo>
                <a:cubicBezTo>
                  <a:pt x="11919" y="3752"/>
                  <a:pt x="11536" y="6393"/>
                  <a:pt x="9609" y="6610"/>
                </a:cubicBezTo>
                <a:cubicBezTo>
                  <a:pt x="9520" y="6623"/>
                  <a:pt x="9431" y="6623"/>
                  <a:pt x="9342" y="6623"/>
                </a:cubicBezTo>
                <a:cubicBezTo>
                  <a:pt x="8984" y="6623"/>
                  <a:pt x="8627" y="6559"/>
                  <a:pt x="8282" y="6559"/>
                </a:cubicBezTo>
                <a:cubicBezTo>
                  <a:pt x="8078" y="6559"/>
                  <a:pt x="7887" y="6585"/>
                  <a:pt x="7695" y="6648"/>
                </a:cubicBezTo>
                <a:cubicBezTo>
                  <a:pt x="7491" y="6738"/>
                  <a:pt x="7300" y="6840"/>
                  <a:pt x="7108" y="6942"/>
                </a:cubicBezTo>
                <a:cubicBezTo>
                  <a:pt x="6740" y="7126"/>
                  <a:pt x="6342" y="7216"/>
                  <a:pt x="5943" y="7216"/>
                </a:cubicBezTo>
                <a:cubicBezTo>
                  <a:pt x="5486" y="7216"/>
                  <a:pt x="5029" y="7097"/>
                  <a:pt x="4620" y="6865"/>
                </a:cubicBezTo>
                <a:cubicBezTo>
                  <a:pt x="4327" y="6687"/>
                  <a:pt x="4071" y="6470"/>
                  <a:pt x="3752" y="6380"/>
                </a:cubicBezTo>
                <a:cubicBezTo>
                  <a:pt x="3650" y="6355"/>
                  <a:pt x="3548" y="6342"/>
                  <a:pt x="3446" y="6342"/>
                </a:cubicBezTo>
                <a:cubicBezTo>
                  <a:pt x="2974" y="6342"/>
                  <a:pt x="2502" y="6572"/>
                  <a:pt x="2017" y="6572"/>
                </a:cubicBezTo>
                <a:lnTo>
                  <a:pt x="1902" y="6572"/>
                </a:lnTo>
                <a:cubicBezTo>
                  <a:pt x="1366" y="6508"/>
                  <a:pt x="907" y="6151"/>
                  <a:pt x="728" y="5640"/>
                </a:cubicBezTo>
                <a:cubicBezTo>
                  <a:pt x="524" y="5002"/>
                  <a:pt x="741" y="4288"/>
                  <a:pt x="1290" y="3892"/>
                </a:cubicBezTo>
                <a:cubicBezTo>
                  <a:pt x="1660" y="3599"/>
                  <a:pt x="2093" y="3471"/>
                  <a:pt x="2489" y="3254"/>
                </a:cubicBezTo>
                <a:cubicBezTo>
                  <a:pt x="2897" y="3024"/>
                  <a:pt x="3127" y="2667"/>
                  <a:pt x="3357" y="2259"/>
                </a:cubicBezTo>
                <a:cubicBezTo>
                  <a:pt x="3918" y="1263"/>
                  <a:pt x="4748" y="485"/>
                  <a:pt x="5883" y="485"/>
                </a:cubicBezTo>
                <a:close/>
                <a:moveTo>
                  <a:pt x="5896" y="0"/>
                </a:moveTo>
                <a:lnTo>
                  <a:pt x="5883" y="13"/>
                </a:lnTo>
                <a:cubicBezTo>
                  <a:pt x="4697" y="13"/>
                  <a:pt x="3676" y="702"/>
                  <a:pt x="2948" y="2029"/>
                </a:cubicBezTo>
                <a:cubicBezTo>
                  <a:pt x="2731" y="2399"/>
                  <a:pt x="2566" y="2667"/>
                  <a:pt x="2272" y="2833"/>
                </a:cubicBezTo>
                <a:cubicBezTo>
                  <a:pt x="2144" y="2897"/>
                  <a:pt x="2004" y="2960"/>
                  <a:pt x="1864" y="3024"/>
                </a:cubicBezTo>
                <a:cubicBezTo>
                  <a:pt x="1558" y="3139"/>
                  <a:pt x="1264" y="3305"/>
                  <a:pt x="996" y="3509"/>
                </a:cubicBezTo>
                <a:cubicBezTo>
                  <a:pt x="294" y="4032"/>
                  <a:pt x="1" y="4951"/>
                  <a:pt x="269" y="5793"/>
                </a:cubicBezTo>
                <a:cubicBezTo>
                  <a:pt x="524" y="6482"/>
                  <a:pt x="1136" y="6967"/>
                  <a:pt x="1864" y="7031"/>
                </a:cubicBezTo>
                <a:lnTo>
                  <a:pt x="2030" y="7031"/>
                </a:lnTo>
                <a:cubicBezTo>
                  <a:pt x="2310" y="7031"/>
                  <a:pt x="2591" y="6980"/>
                  <a:pt x="2859" y="6916"/>
                </a:cubicBezTo>
                <a:cubicBezTo>
                  <a:pt x="3051" y="6853"/>
                  <a:pt x="3255" y="6827"/>
                  <a:pt x="3446" y="6814"/>
                </a:cubicBezTo>
                <a:cubicBezTo>
                  <a:pt x="3510" y="6814"/>
                  <a:pt x="3574" y="6814"/>
                  <a:pt x="3637" y="6840"/>
                </a:cubicBezTo>
                <a:cubicBezTo>
                  <a:pt x="3816" y="6891"/>
                  <a:pt x="3969" y="6980"/>
                  <a:pt x="4122" y="7095"/>
                </a:cubicBezTo>
                <a:cubicBezTo>
                  <a:pt x="4199" y="7146"/>
                  <a:pt x="4288" y="7210"/>
                  <a:pt x="4378" y="7261"/>
                </a:cubicBezTo>
                <a:cubicBezTo>
                  <a:pt x="4863" y="7541"/>
                  <a:pt x="5407" y="7682"/>
                  <a:pt x="5953" y="7682"/>
                </a:cubicBezTo>
                <a:cubicBezTo>
                  <a:pt x="6425" y="7682"/>
                  <a:pt x="6900" y="7576"/>
                  <a:pt x="7338" y="7363"/>
                </a:cubicBezTo>
                <a:cubicBezTo>
                  <a:pt x="7415" y="7325"/>
                  <a:pt x="7478" y="7286"/>
                  <a:pt x="7542" y="7248"/>
                </a:cubicBezTo>
                <a:cubicBezTo>
                  <a:pt x="7644" y="7184"/>
                  <a:pt x="7759" y="7133"/>
                  <a:pt x="7861" y="7095"/>
                </a:cubicBezTo>
                <a:cubicBezTo>
                  <a:pt x="7978" y="7053"/>
                  <a:pt x="8103" y="7028"/>
                  <a:pt x="8222" y="7028"/>
                </a:cubicBezTo>
                <a:cubicBezTo>
                  <a:pt x="8247" y="7028"/>
                  <a:pt x="8271" y="7029"/>
                  <a:pt x="8295" y="7031"/>
                </a:cubicBezTo>
                <a:cubicBezTo>
                  <a:pt x="8448" y="7031"/>
                  <a:pt x="8614" y="7044"/>
                  <a:pt x="8780" y="7057"/>
                </a:cubicBezTo>
                <a:cubicBezTo>
                  <a:pt x="8946" y="7069"/>
                  <a:pt x="9150" y="7095"/>
                  <a:pt x="9354" y="7095"/>
                </a:cubicBezTo>
                <a:cubicBezTo>
                  <a:pt x="9456" y="7095"/>
                  <a:pt x="9571" y="7082"/>
                  <a:pt x="9673" y="7069"/>
                </a:cubicBezTo>
                <a:cubicBezTo>
                  <a:pt x="10745" y="6955"/>
                  <a:pt x="11587" y="6125"/>
                  <a:pt x="11741" y="5066"/>
                </a:cubicBezTo>
                <a:cubicBezTo>
                  <a:pt x="11906" y="3994"/>
                  <a:pt x="11319" y="2960"/>
                  <a:pt x="10337" y="2539"/>
                </a:cubicBezTo>
                <a:cubicBezTo>
                  <a:pt x="10094" y="2437"/>
                  <a:pt x="9852" y="2374"/>
                  <a:pt x="9597" y="2322"/>
                </a:cubicBezTo>
                <a:cubicBezTo>
                  <a:pt x="9342" y="2271"/>
                  <a:pt x="9086" y="2195"/>
                  <a:pt x="8857" y="2067"/>
                </a:cubicBezTo>
                <a:cubicBezTo>
                  <a:pt x="8627" y="1876"/>
                  <a:pt x="8436" y="1646"/>
                  <a:pt x="8295" y="1391"/>
                </a:cubicBezTo>
                <a:cubicBezTo>
                  <a:pt x="8116" y="1110"/>
                  <a:pt x="7912" y="842"/>
                  <a:pt x="7670" y="613"/>
                </a:cubicBezTo>
                <a:cubicBezTo>
                  <a:pt x="7300" y="306"/>
                  <a:pt x="6853" y="102"/>
                  <a:pt x="6368" y="38"/>
                </a:cubicBezTo>
                <a:cubicBezTo>
                  <a:pt x="6215" y="13"/>
                  <a:pt x="6049" y="0"/>
                  <a:pt x="58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2" name="Google Shape;62;p6"/>
          <p:cNvGrpSpPr/>
          <p:nvPr/>
        </p:nvGrpSpPr>
        <p:grpSpPr>
          <a:xfrm>
            <a:off x="1167635" y="162747"/>
            <a:ext cx="493610" cy="331663"/>
            <a:chOff x="2493575" y="1248525"/>
            <a:chExt cx="386025" cy="259375"/>
          </a:xfrm>
        </p:grpSpPr>
        <p:sp>
          <p:nvSpPr>
            <p:cNvPr id="63" name="Google Shape;63;p6"/>
            <p:cNvSpPr/>
            <p:nvPr/>
          </p:nvSpPr>
          <p:spPr>
            <a:xfrm>
              <a:off x="2499950" y="1254550"/>
              <a:ext cx="372625" cy="246975"/>
            </a:xfrm>
            <a:custGeom>
              <a:avLst/>
              <a:gdLst/>
              <a:ahLst/>
              <a:cxnLst/>
              <a:rect l="l" t="t" r="r" b="b"/>
              <a:pathLst>
                <a:path w="14905" h="9879" extrusionOk="0">
                  <a:moveTo>
                    <a:pt x="8222" y="0"/>
                  </a:moveTo>
                  <a:cubicBezTo>
                    <a:pt x="8199" y="0"/>
                    <a:pt x="8177" y="1"/>
                    <a:pt x="8154" y="1"/>
                  </a:cubicBezTo>
                  <a:cubicBezTo>
                    <a:pt x="8014" y="1"/>
                    <a:pt x="7874" y="14"/>
                    <a:pt x="7733" y="40"/>
                  </a:cubicBezTo>
                  <a:cubicBezTo>
                    <a:pt x="6891" y="206"/>
                    <a:pt x="6125" y="805"/>
                    <a:pt x="5692" y="1673"/>
                  </a:cubicBezTo>
                  <a:cubicBezTo>
                    <a:pt x="5602" y="1852"/>
                    <a:pt x="5513" y="2043"/>
                    <a:pt x="5436" y="2222"/>
                  </a:cubicBezTo>
                  <a:cubicBezTo>
                    <a:pt x="5347" y="2477"/>
                    <a:pt x="5219" y="2732"/>
                    <a:pt x="5079" y="2962"/>
                  </a:cubicBezTo>
                  <a:cubicBezTo>
                    <a:pt x="4862" y="3294"/>
                    <a:pt x="4556" y="3549"/>
                    <a:pt x="4199" y="3715"/>
                  </a:cubicBezTo>
                  <a:cubicBezTo>
                    <a:pt x="3994" y="3804"/>
                    <a:pt x="3790" y="3868"/>
                    <a:pt x="3586" y="3932"/>
                  </a:cubicBezTo>
                  <a:cubicBezTo>
                    <a:pt x="3114" y="4059"/>
                    <a:pt x="2616" y="4213"/>
                    <a:pt x="2284" y="4608"/>
                  </a:cubicBezTo>
                  <a:cubicBezTo>
                    <a:pt x="2080" y="4889"/>
                    <a:pt x="1927" y="5221"/>
                    <a:pt x="1863" y="5565"/>
                  </a:cubicBezTo>
                  <a:cubicBezTo>
                    <a:pt x="1800" y="5808"/>
                    <a:pt x="1710" y="6037"/>
                    <a:pt x="1583" y="6267"/>
                  </a:cubicBezTo>
                  <a:cubicBezTo>
                    <a:pt x="1429" y="6471"/>
                    <a:pt x="1238" y="6650"/>
                    <a:pt x="1021" y="6790"/>
                  </a:cubicBezTo>
                  <a:lnTo>
                    <a:pt x="868" y="6905"/>
                  </a:lnTo>
                  <a:cubicBezTo>
                    <a:pt x="421" y="7262"/>
                    <a:pt x="0" y="7683"/>
                    <a:pt x="0" y="8219"/>
                  </a:cubicBezTo>
                  <a:cubicBezTo>
                    <a:pt x="26" y="8679"/>
                    <a:pt x="281" y="9100"/>
                    <a:pt x="689" y="9330"/>
                  </a:cubicBezTo>
                  <a:cubicBezTo>
                    <a:pt x="1047" y="9534"/>
                    <a:pt x="1429" y="9649"/>
                    <a:pt x="1838" y="9700"/>
                  </a:cubicBezTo>
                  <a:cubicBezTo>
                    <a:pt x="2735" y="9815"/>
                    <a:pt x="3642" y="9867"/>
                    <a:pt x="4550" y="9867"/>
                  </a:cubicBezTo>
                  <a:cubicBezTo>
                    <a:pt x="4650" y="9867"/>
                    <a:pt x="4749" y="9867"/>
                    <a:pt x="4849" y="9865"/>
                  </a:cubicBezTo>
                  <a:cubicBezTo>
                    <a:pt x="5959" y="9878"/>
                    <a:pt x="7070" y="9878"/>
                    <a:pt x="8167" y="9878"/>
                  </a:cubicBezTo>
                  <a:lnTo>
                    <a:pt x="8205" y="9878"/>
                  </a:lnTo>
                  <a:cubicBezTo>
                    <a:pt x="9162" y="9878"/>
                    <a:pt x="10017" y="9865"/>
                    <a:pt x="11013" y="9789"/>
                  </a:cubicBezTo>
                  <a:cubicBezTo>
                    <a:pt x="11766" y="9738"/>
                    <a:pt x="12786" y="9661"/>
                    <a:pt x="13590" y="9253"/>
                  </a:cubicBezTo>
                  <a:cubicBezTo>
                    <a:pt x="14471" y="8806"/>
                    <a:pt x="14905" y="7926"/>
                    <a:pt x="14726" y="6918"/>
                  </a:cubicBezTo>
                  <a:cubicBezTo>
                    <a:pt x="14624" y="6382"/>
                    <a:pt x="14292" y="5961"/>
                    <a:pt x="13973" y="5552"/>
                  </a:cubicBezTo>
                  <a:cubicBezTo>
                    <a:pt x="13718" y="5221"/>
                    <a:pt x="13463" y="4902"/>
                    <a:pt x="13361" y="4544"/>
                  </a:cubicBezTo>
                  <a:cubicBezTo>
                    <a:pt x="13310" y="4378"/>
                    <a:pt x="13284" y="4213"/>
                    <a:pt x="13259" y="4047"/>
                  </a:cubicBezTo>
                  <a:cubicBezTo>
                    <a:pt x="13246" y="3957"/>
                    <a:pt x="13233" y="3868"/>
                    <a:pt x="13220" y="3766"/>
                  </a:cubicBezTo>
                  <a:cubicBezTo>
                    <a:pt x="13067" y="2949"/>
                    <a:pt x="12621" y="2298"/>
                    <a:pt x="12008" y="2043"/>
                  </a:cubicBezTo>
                  <a:cubicBezTo>
                    <a:pt x="11753" y="1954"/>
                    <a:pt x="11498" y="1890"/>
                    <a:pt x="11230" y="1865"/>
                  </a:cubicBezTo>
                  <a:cubicBezTo>
                    <a:pt x="10821" y="1801"/>
                    <a:pt x="10477" y="1737"/>
                    <a:pt x="10298" y="1482"/>
                  </a:cubicBezTo>
                  <a:cubicBezTo>
                    <a:pt x="10247" y="1418"/>
                    <a:pt x="10209" y="1329"/>
                    <a:pt x="10171" y="1252"/>
                  </a:cubicBezTo>
                  <a:cubicBezTo>
                    <a:pt x="10145" y="1214"/>
                    <a:pt x="10132" y="1163"/>
                    <a:pt x="10107" y="1112"/>
                  </a:cubicBezTo>
                  <a:cubicBezTo>
                    <a:pt x="9722" y="429"/>
                    <a:pt x="9000" y="0"/>
                    <a:pt x="82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6"/>
            <p:cNvSpPr/>
            <p:nvPr/>
          </p:nvSpPr>
          <p:spPr>
            <a:xfrm>
              <a:off x="2493575" y="1248525"/>
              <a:ext cx="386025" cy="259375"/>
            </a:xfrm>
            <a:custGeom>
              <a:avLst/>
              <a:gdLst/>
              <a:ahLst/>
              <a:cxnLst/>
              <a:rect l="l" t="t" r="r" b="b"/>
              <a:pathLst>
                <a:path w="15441" h="10375" extrusionOk="0">
                  <a:moveTo>
                    <a:pt x="8416" y="485"/>
                  </a:moveTo>
                  <a:lnTo>
                    <a:pt x="8416" y="485"/>
                  </a:lnTo>
                  <a:cubicBezTo>
                    <a:pt x="9128" y="487"/>
                    <a:pt x="9827" y="844"/>
                    <a:pt x="10145" y="1468"/>
                  </a:cubicBezTo>
                  <a:cubicBezTo>
                    <a:pt x="10209" y="1608"/>
                    <a:pt x="10272" y="1735"/>
                    <a:pt x="10349" y="1863"/>
                  </a:cubicBezTo>
                  <a:cubicBezTo>
                    <a:pt x="10732" y="2399"/>
                    <a:pt x="11561" y="2259"/>
                    <a:pt x="12161" y="2501"/>
                  </a:cubicBezTo>
                  <a:cubicBezTo>
                    <a:pt x="12773" y="2756"/>
                    <a:pt x="13118" y="3407"/>
                    <a:pt x="13246" y="4058"/>
                  </a:cubicBezTo>
                  <a:cubicBezTo>
                    <a:pt x="13271" y="4326"/>
                    <a:pt x="13322" y="4581"/>
                    <a:pt x="13386" y="4849"/>
                  </a:cubicBezTo>
                  <a:cubicBezTo>
                    <a:pt x="13654" y="5717"/>
                    <a:pt x="14586" y="6304"/>
                    <a:pt x="14739" y="7197"/>
                  </a:cubicBezTo>
                  <a:cubicBezTo>
                    <a:pt x="14892" y="8001"/>
                    <a:pt x="14611" y="8843"/>
                    <a:pt x="13731" y="9277"/>
                  </a:cubicBezTo>
                  <a:cubicBezTo>
                    <a:pt x="13003" y="9647"/>
                    <a:pt x="12072" y="9736"/>
                    <a:pt x="11255" y="9787"/>
                  </a:cubicBezTo>
                  <a:cubicBezTo>
                    <a:pt x="10285" y="9864"/>
                    <a:pt x="9443" y="9877"/>
                    <a:pt x="8460" y="9877"/>
                  </a:cubicBezTo>
                  <a:lnTo>
                    <a:pt x="8422" y="9877"/>
                  </a:lnTo>
                  <a:cubicBezTo>
                    <a:pt x="8097" y="9881"/>
                    <a:pt x="7773" y="9882"/>
                    <a:pt x="7449" y="9882"/>
                  </a:cubicBezTo>
                  <a:cubicBezTo>
                    <a:pt x="6668" y="9882"/>
                    <a:pt x="5889" y="9873"/>
                    <a:pt x="5104" y="9864"/>
                  </a:cubicBezTo>
                  <a:cubicBezTo>
                    <a:pt x="4959" y="9868"/>
                    <a:pt x="4814" y="9870"/>
                    <a:pt x="4669" y="9870"/>
                  </a:cubicBezTo>
                  <a:cubicBezTo>
                    <a:pt x="3822" y="9870"/>
                    <a:pt x="2983" y="9807"/>
                    <a:pt x="2144" y="9698"/>
                  </a:cubicBezTo>
                  <a:cubicBezTo>
                    <a:pt x="1761" y="9660"/>
                    <a:pt x="1404" y="9545"/>
                    <a:pt x="1072" y="9366"/>
                  </a:cubicBezTo>
                  <a:cubicBezTo>
                    <a:pt x="740" y="9175"/>
                    <a:pt x="523" y="8843"/>
                    <a:pt x="498" y="8460"/>
                  </a:cubicBezTo>
                  <a:cubicBezTo>
                    <a:pt x="498" y="8001"/>
                    <a:pt x="932" y="7618"/>
                    <a:pt x="1289" y="7337"/>
                  </a:cubicBezTo>
                  <a:cubicBezTo>
                    <a:pt x="1557" y="7133"/>
                    <a:pt x="1850" y="6929"/>
                    <a:pt x="2042" y="6636"/>
                  </a:cubicBezTo>
                  <a:cubicBezTo>
                    <a:pt x="2374" y="6151"/>
                    <a:pt x="2348" y="5474"/>
                    <a:pt x="2731" y="5015"/>
                  </a:cubicBezTo>
                  <a:cubicBezTo>
                    <a:pt x="3165" y="4492"/>
                    <a:pt x="3943" y="4454"/>
                    <a:pt x="4568" y="4186"/>
                  </a:cubicBezTo>
                  <a:cubicBezTo>
                    <a:pt x="4964" y="3994"/>
                    <a:pt x="5296" y="3713"/>
                    <a:pt x="5538" y="3343"/>
                  </a:cubicBezTo>
                  <a:cubicBezTo>
                    <a:pt x="5806" y="2935"/>
                    <a:pt x="5947" y="2463"/>
                    <a:pt x="6163" y="2029"/>
                  </a:cubicBezTo>
                  <a:cubicBezTo>
                    <a:pt x="6546" y="1289"/>
                    <a:pt x="7223" y="676"/>
                    <a:pt x="8039" y="523"/>
                  </a:cubicBezTo>
                  <a:cubicBezTo>
                    <a:pt x="8165" y="498"/>
                    <a:pt x="8290" y="485"/>
                    <a:pt x="8416" y="485"/>
                  </a:cubicBezTo>
                  <a:close/>
                  <a:moveTo>
                    <a:pt x="8409" y="0"/>
                  </a:moveTo>
                  <a:lnTo>
                    <a:pt x="8422" y="13"/>
                  </a:lnTo>
                  <a:cubicBezTo>
                    <a:pt x="8392" y="10"/>
                    <a:pt x="8362" y="9"/>
                    <a:pt x="8332" y="9"/>
                  </a:cubicBezTo>
                  <a:cubicBezTo>
                    <a:pt x="8200" y="9"/>
                    <a:pt x="8073" y="30"/>
                    <a:pt x="7937" y="51"/>
                  </a:cubicBezTo>
                  <a:cubicBezTo>
                    <a:pt x="7031" y="230"/>
                    <a:pt x="6202" y="881"/>
                    <a:pt x="5730" y="1812"/>
                  </a:cubicBezTo>
                  <a:cubicBezTo>
                    <a:pt x="5628" y="1991"/>
                    <a:pt x="5551" y="2195"/>
                    <a:pt x="5474" y="2374"/>
                  </a:cubicBezTo>
                  <a:cubicBezTo>
                    <a:pt x="5385" y="2616"/>
                    <a:pt x="5270" y="2858"/>
                    <a:pt x="5130" y="3088"/>
                  </a:cubicBezTo>
                  <a:cubicBezTo>
                    <a:pt x="4938" y="3369"/>
                    <a:pt x="4670" y="3599"/>
                    <a:pt x="4351" y="3739"/>
                  </a:cubicBezTo>
                  <a:cubicBezTo>
                    <a:pt x="4160" y="3828"/>
                    <a:pt x="3969" y="3892"/>
                    <a:pt x="3764" y="3943"/>
                  </a:cubicBezTo>
                  <a:cubicBezTo>
                    <a:pt x="3292" y="4083"/>
                    <a:pt x="2744" y="4249"/>
                    <a:pt x="2361" y="4709"/>
                  </a:cubicBezTo>
                  <a:cubicBezTo>
                    <a:pt x="2131" y="5015"/>
                    <a:pt x="1965" y="5372"/>
                    <a:pt x="1876" y="5742"/>
                  </a:cubicBezTo>
                  <a:cubicBezTo>
                    <a:pt x="1825" y="5959"/>
                    <a:pt x="1748" y="6176"/>
                    <a:pt x="1633" y="6380"/>
                  </a:cubicBezTo>
                  <a:cubicBezTo>
                    <a:pt x="1493" y="6559"/>
                    <a:pt x="1314" y="6725"/>
                    <a:pt x="1123" y="6853"/>
                  </a:cubicBezTo>
                  <a:cubicBezTo>
                    <a:pt x="1072" y="6891"/>
                    <a:pt x="1021" y="6929"/>
                    <a:pt x="970" y="6980"/>
                  </a:cubicBezTo>
                  <a:cubicBezTo>
                    <a:pt x="651" y="7223"/>
                    <a:pt x="0" y="7746"/>
                    <a:pt x="13" y="8473"/>
                  </a:cubicBezTo>
                  <a:cubicBezTo>
                    <a:pt x="38" y="9022"/>
                    <a:pt x="345" y="9507"/>
                    <a:pt x="817" y="9787"/>
                  </a:cubicBezTo>
                  <a:cubicBezTo>
                    <a:pt x="1200" y="10004"/>
                    <a:pt x="1621" y="10145"/>
                    <a:pt x="2055" y="10183"/>
                  </a:cubicBezTo>
                  <a:cubicBezTo>
                    <a:pt x="2964" y="10310"/>
                    <a:pt x="3883" y="10364"/>
                    <a:pt x="4804" y="10364"/>
                  </a:cubicBezTo>
                  <a:cubicBezTo>
                    <a:pt x="4904" y="10364"/>
                    <a:pt x="5004" y="10363"/>
                    <a:pt x="5104" y="10362"/>
                  </a:cubicBezTo>
                  <a:cubicBezTo>
                    <a:pt x="6202" y="10374"/>
                    <a:pt x="7325" y="10374"/>
                    <a:pt x="8422" y="10374"/>
                  </a:cubicBezTo>
                  <a:lnTo>
                    <a:pt x="8460" y="10374"/>
                  </a:lnTo>
                  <a:cubicBezTo>
                    <a:pt x="9417" y="10374"/>
                    <a:pt x="10272" y="10362"/>
                    <a:pt x="11293" y="10285"/>
                  </a:cubicBezTo>
                  <a:cubicBezTo>
                    <a:pt x="12059" y="10234"/>
                    <a:pt x="13105" y="10145"/>
                    <a:pt x="13947" y="9724"/>
                  </a:cubicBezTo>
                  <a:cubicBezTo>
                    <a:pt x="14917" y="9252"/>
                    <a:pt x="15440" y="8167"/>
                    <a:pt x="15224" y="7120"/>
                  </a:cubicBezTo>
                  <a:cubicBezTo>
                    <a:pt x="15109" y="6521"/>
                    <a:pt x="14739" y="6049"/>
                    <a:pt x="14420" y="5653"/>
                  </a:cubicBezTo>
                  <a:cubicBezTo>
                    <a:pt x="14177" y="5372"/>
                    <a:pt x="13973" y="5053"/>
                    <a:pt x="13833" y="4709"/>
                  </a:cubicBezTo>
                  <a:cubicBezTo>
                    <a:pt x="13794" y="4568"/>
                    <a:pt x="13769" y="4415"/>
                    <a:pt x="13756" y="4262"/>
                  </a:cubicBezTo>
                  <a:cubicBezTo>
                    <a:pt x="13743" y="4160"/>
                    <a:pt x="13731" y="4071"/>
                    <a:pt x="13705" y="3969"/>
                  </a:cubicBezTo>
                  <a:cubicBezTo>
                    <a:pt x="13552" y="3063"/>
                    <a:pt x="13041" y="2348"/>
                    <a:pt x="12352" y="2067"/>
                  </a:cubicBezTo>
                  <a:cubicBezTo>
                    <a:pt x="12084" y="1965"/>
                    <a:pt x="11804" y="1901"/>
                    <a:pt x="11523" y="1863"/>
                  </a:cubicBezTo>
                  <a:cubicBezTo>
                    <a:pt x="11115" y="1799"/>
                    <a:pt x="10859" y="1748"/>
                    <a:pt x="10745" y="1595"/>
                  </a:cubicBezTo>
                  <a:cubicBezTo>
                    <a:pt x="10706" y="1531"/>
                    <a:pt x="10668" y="1468"/>
                    <a:pt x="10642" y="1404"/>
                  </a:cubicBezTo>
                  <a:cubicBezTo>
                    <a:pt x="10617" y="1353"/>
                    <a:pt x="10591" y="1302"/>
                    <a:pt x="10566" y="1251"/>
                  </a:cubicBezTo>
                  <a:cubicBezTo>
                    <a:pt x="10183" y="485"/>
                    <a:pt x="9341" y="0"/>
                    <a:pt x="840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 name="Google Shape;65;p6"/>
          <p:cNvGrpSpPr/>
          <p:nvPr/>
        </p:nvGrpSpPr>
        <p:grpSpPr>
          <a:xfrm>
            <a:off x="8348951" y="874699"/>
            <a:ext cx="493610" cy="331663"/>
            <a:chOff x="2493575" y="1248525"/>
            <a:chExt cx="386025" cy="259375"/>
          </a:xfrm>
        </p:grpSpPr>
        <p:sp>
          <p:nvSpPr>
            <p:cNvPr id="66" name="Google Shape;66;p6"/>
            <p:cNvSpPr/>
            <p:nvPr/>
          </p:nvSpPr>
          <p:spPr>
            <a:xfrm>
              <a:off x="2499950" y="1254550"/>
              <a:ext cx="372625" cy="246975"/>
            </a:xfrm>
            <a:custGeom>
              <a:avLst/>
              <a:gdLst/>
              <a:ahLst/>
              <a:cxnLst/>
              <a:rect l="l" t="t" r="r" b="b"/>
              <a:pathLst>
                <a:path w="14905" h="9879" extrusionOk="0">
                  <a:moveTo>
                    <a:pt x="8222" y="0"/>
                  </a:moveTo>
                  <a:cubicBezTo>
                    <a:pt x="8199" y="0"/>
                    <a:pt x="8177" y="1"/>
                    <a:pt x="8154" y="1"/>
                  </a:cubicBezTo>
                  <a:cubicBezTo>
                    <a:pt x="8014" y="1"/>
                    <a:pt x="7874" y="14"/>
                    <a:pt x="7733" y="40"/>
                  </a:cubicBezTo>
                  <a:cubicBezTo>
                    <a:pt x="6891" y="206"/>
                    <a:pt x="6125" y="805"/>
                    <a:pt x="5692" y="1673"/>
                  </a:cubicBezTo>
                  <a:cubicBezTo>
                    <a:pt x="5602" y="1852"/>
                    <a:pt x="5513" y="2043"/>
                    <a:pt x="5436" y="2222"/>
                  </a:cubicBezTo>
                  <a:cubicBezTo>
                    <a:pt x="5347" y="2477"/>
                    <a:pt x="5219" y="2732"/>
                    <a:pt x="5079" y="2962"/>
                  </a:cubicBezTo>
                  <a:cubicBezTo>
                    <a:pt x="4862" y="3294"/>
                    <a:pt x="4556" y="3549"/>
                    <a:pt x="4199" y="3715"/>
                  </a:cubicBezTo>
                  <a:cubicBezTo>
                    <a:pt x="3994" y="3804"/>
                    <a:pt x="3790" y="3868"/>
                    <a:pt x="3586" y="3932"/>
                  </a:cubicBezTo>
                  <a:cubicBezTo>
                    <a:pt x="3114" y="4059"/>
                    <a:pt x="2616" y="4213"/>
                    <a:pt x="2284" y="4608"/>
                  </a:cubicBezTo>
                  <a:cubicBezTo>
                    <a:pt x="2080" y="4889"/>
                    <a:pt x="1927" y="5221"/>
                    <a:pt x="1863" y="5565"/>
                  </a:cubicBezTo>
                  <a:cubicBezTo>
                    <a:pt x="1800" y="5808"/>
                    <a:pt x="1710" y="6037"/>
                    <a:pt x="1583" y="6267"/>
                  </a:cubicBezTo>
                  <a:cubicBezTo>
                    <a:pt x="1429" y="6471"/>
                    <a:pt x="1238" y="6650"/>
                    <a:pt x="1021" y="6790"/>
                  </a:cubicBezTo>
                  <a:lnTo>
                    <a:pt x="868" y="6905"/>
                  </a:lnTo>
                  <a:cubicBezTo>
                    <a:pt x="421" y="7262"/>
                    <a:pt x="0" y="7683"/>
                    <a:pt x="0" y="8219"/>
                  </a:cubicBezTo>
                  <a:cubicBezTo>
                    <a:pt x="26" y="8679"/>
                    <a:pt x="281" y="9100"/>
                    <a:pt x="689" y="9330"/>
                  </a:cubicBezTo>
                  <a:cubicBezTo>
                    <a:pt x="1047" y="9534"/>
                    <a:pt x="1429" y="9649"/>
                    <a:pt x="1838" y="9700"/>
                  </a:cubicBezTo>
                  <a:cubicBezTo>
                    <a:pt x="2735" y="9815"/>
                    <a:pt x="3642" y="9867"/>
                    <a:pt x="4550" y="9867"/>
                  </a:cubicBezTo>
                  <a:cubicBezTo>
                    <a:pt x="4650" y="9867"/>
                    <a:pt x="4749" y="9867"/>
                    <a:pt x="4849" y="9865"/>
                  </a:cubicBezTo>
                  <a:cubicBezTo>
                    <a:pt x="5959" y="9878"/>
                    <a:pt x="7070" y="9878"/>
                    <a:pt x="8167" y="9878"/>
                  </a:cubicBezTo>
                  <a:lnTo>
                    <a:pt x="8205" y="9878"/>
                  </a:lnTo>
                  <a:cubicBezTo>
                    <a:pt x="9162" y="9878"/>
                    <a:pt x="10017" y="9865"/>
                    <a:pt x="11013" y="9789"/>
                  </a:cubicBezTo>
                  <a:cubicBezTo>
                    <a:pt x="11766" y="9738"/>
                    <a:pt x="12786" y="9661"/>
                    <a:pt x="13590" y="9253"/>
                  </a:cubicBezTo>
                  <a:cubicBezTo>
                    <a:pt x="14471" y="8806"/>
                    <a:pt x="14905" y="7926"/>
                    <a:pt x="14726" y="6918"/>
                  </a:cubicBezTo>
                  <a:cubicBezTo>
                    <a:pt x="14624" y="6382"/>
                    <a:pt x="14292" y="5961"/>
                    <a:pt x="13973" y="5552"/>
                  </a:cubicBezTo>
                  <a:cubicBezTo>
                    <a:pt x="13718" y="5221"/>
                    <a:pt x="13463" y="4902"/>
                    <a:pt x="13361" y="4544"/>
                  </a:cubicBezTo>
                  <a:cubicBezTo>
                    <a:pt x="13310" y="4378"/>
                    <a:pt x="13284" y="4213"/>
                    <a:pt x="13259" y="4047"/>
                  </a:cubicBezTo>
                  <a:cubicBezTo>
                    <a:pt x="13246" y="3957"/>
                    <a:pt x="13233" y="3868"/>
                    <a:pt x="13220" y="3766"/>
                  </a:cubicBezTo>
                  <a:cubicBezTo>
                    <a:pt x="13067" y="2949"/>
                    <a:pt x="12621" y="2298"/>
                    <a:pt x="12008" y="2043"/>
                  </a:cubicBezTo>
                  <a:cubicBezTo>
                    <a:pt x="11753" y="1954"/>
                    <a:pt x="11498" y="1890"/>
                    <a:pt x="11230" y="1865"/>
                  </a:cubicBezTo>
                  <a:cubicBezTo>
                    <a:pt x="10821" y="1801"/>
                    <a:pt x="10477" y="1737"/>
                    <a:pt x="10298" y="1482"/>
                  </a:cubicBezTo>
                  <a:cubicBezTo>
                    <a:pt x="10247" y="1418"/>
                    <a:pt x="10209" y="1329"/>
                    <a:pt x="10171" y="1252"/>
                  </a:cubicBezTo>
                  <a:cubicBezTo>
                    <a:pt x="10145" y="1214"/>
                    <a:pt x="10132" y="1163"/>
                    <a:pt x="10107" y="1112"/>
                  </a:cubicBezTo>
                  <a:cubicBezTo>
                    <a:pt x="9722" y="429"/>
                    <a:pt x="9000" y="0"/>
                    <a:pt x="82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6"/>
            <p:cNvSpPr/>
            <p:nvPr/>
          </p:nvSpPr>
          <p:spPr>
            <a:xfrm>
              <a:off x="2493575" y="1248525"/>
              <a:ext cx="386025" cy="259375"/>
            </a:xfrm>
            <a:custGeom>
              <a:avLst/>
              <a:gdLst/>
              <a:ahLst/>
              <a:cxnLst/>
              <a:rect l="l" t="t" r="r" b="b"/>
              <a:pathLst>
                <a:path w="15441" h="10375" extrusionOk="0">
                  <a:moveTo>
                    <a:pt x="8416" y="485"/>
                  </a:moveTo>
                  <a:lnTo>
                    <a:pt x="8416" y="485"/>
                  </a:lnTo>
                  <a:cubicBezTo>
                    <a:pt x="9128" y="487"/>
                    <a:pt x="9827" y="844"/>
                    <a:pt x="10145" y="1468"/>
                  </a:cubicBezTo>
                  <a:cubicBezTo>
                    <a:pt x="10209" y="1608"/>
                    <a:pt x="10272" y="1735"/>
                    <a:pt x="10349" y="1863"/>
                  </a:cubicBezTo>
                  <a:cubicBezTo>
                    <a:pt x="10732" y="2399"/>
                    <a:pt x="11561" y="2259"/>
                    <a:pt x="12161" y="2501"/>
                  </a:cubicBezTo>
                  <a:cubicBezTo>
                    <a:pt x="12773" y="2756"/>
                    <a:pt x="13118" y="3407"/>
                    <a:pt x="13246" y="4058"/>
                  </a:cubicBezTo>
                  <a:cubicBezTo>
                    <a:pt x="13271" y="4326"/>
                    <a:pt x="13322" y="4581"/>
                    <a:pt x="13386" y="4849"/>
                  </a:cubicBezTo>
                  <a:cubicBezTo>
                    <a:pt x="13654" y="5717"/>
                    <a:pt x="14586" y="6304"/>
                    <a:pt x="14739" y="7197"/>
                  </a:cubicBezTo>
                  <a:cubicBezTo>
                    <a:pt x="14892" y="8001"/>
                    <a:pt x="14611" y="8843"/>
                    <a:pt x="13731" y="9277"/>
                  </a:cubicBezTo>
                  <a:cubicBezTo>
                    <a:pt x="13003" y="9647"/>
                    <a:pt x="12072" y="9736"/>
                    <a:pt x="11255" y="9787"/>
                  </a:cubicBezTo>
                  <a:cubicBezTo>
                    <a:pt x="10285" y="9864"/>
                    <a:pt x="9443" y="9877"/>
                    <a:pt x="8460" y="9877"/>
                  </a:cubicBezTo>
                  <a:lnTo>
                    <a:pt x="8422" y="9877"/>
                  </a:lnTo>
                  <a:cubicBezTo>
                    <a:pt x="8097" y="9881"/>
                    <a:pt x="7773" y="9882"/>
                    <a:pt x="7449" y="9882"/>
                  </a:cubicBezTo>
                  <a:cubicBezTo>
                    <a:pt x="6668" y="9882"/>
                    <a:pt x="5889" y="9873"/>
                    <a:pt x="5104" y="9864"/>
                  </a:cubicBezTo>
                  <a:cubicBezTo>
                    <a:pt x="4959" y="9868"/>
                    <a:pt x="4814" y="9870"/>
                    <a:pt x="4669" y="9870"/>
                  </a:cubicBezTo>
                  <a:cubicBezTo>
                    <a:pt x="3822" y="9870"/>
                    <a:pt x="2983" y="9807"/>
                    <a:pt x="2144" y="9698"/>
                  </a:cubicBezTo>
                  <a:cubicBezTo>
                    <a:pt x="1761" y="9660"/>
                    <a:pt x="1404" y="9545"/>
                    <a:pt x="1072" y="9366"/>
                  </a:cubicBezTo>
                  <a:cubicBezTo>
                    <a:pt x="740" y="9175"/>
                    <a:pt x="523" y="8843"/>
                    <a:pt x="498" y="8460"/>
                  </a:cubicBezTo>
                  <a:cubicBezTo>
                    <a:pt x="498" y="8001"/>
                    <a:pt x="932" y="7618"/>
                    <a:pt x="1289" y="7337"/>
                  </a:cubicBezTo>
                  <a:cubicBezTo>
                    <a:pt x="1557" y="7133"/>
                    <a:pt x="1850" y="6929"/>
                    <a:pt x="2042" y="6636"/>
                  </a:cubicBezTo>
                  <a:cubicBezTo>
                    <a:pt x="2374" y="6151"/>
                    <a:pt x="2348" y="5474"/>
                    <a:pt x="2731" y="5015"/>
                  </a:cubicBezTo>
                  <a:cubicBezTo>
                    <a:pt x="3165" y="4492"/>
                    <a:pt x="3943" y="4454"/>
                    <a:pt x="4568" y="4186"/>
                  </a:cubicBezTo>
                  <a:cubicBezTo>
                    <a:pt x="4964" y="3994"/>
                    <a:pt x="5296" y="3713"/>
                    <a:pt x="5538" y="3343"/>
                  </a:cubicBezTo>
                  <a:cubicBezTo>
                    <a:pt x="5806" y="2935"/>
                    <a:pt x="5947" y="2463"/>
                    <a:pt x="6163" y="2029"/>
                  </a:cubicBezTo>
                  <a:cubicBezTo>
                    <a:pt x="6546" y="1289"/>
                    <a:pt x="7223" y="676"/>
                    <a:pt x="8039" y="523"/>
                  </a:cubicBezTo>
                  <a:cubicBezTo>
                    <a:pt x="8165" y="498"/>
                    <a:pt x="8290" y="485"/>
                    <a:pt x="8416" y="485"/>
                  </a:cubicBezTo>
                  <a:close/>
                  <a:moveTo>
                    <a:pt x="8409" y="0"/>
                  </a:moveTo>
                  <a:lnTo>
                    <a:pt x="8422" y="13"/>
                  </a:lnTo>
                  <a:cubicBezTo>
                    <a:pt x="8392" y="10"/>
                    <a:pt x="8362" y="9"/>
                    <a:pt x="8332" y="9"/>
                  </a:cubicBezTo>
                  <a:cubicBezTo>
                    <a:pt x="8200" y="9"/>
                    <a:pt x="8073" y="30"/>
                    <a:pt x="7937" y="51"/>
                  </a:cubicBezTo>
                  <a:cubicBezTo>
                    <a:pt x="7031" y="230"/>
                    <a:pt x="6202" y="881"/>
                    <a:pt x="5730" y="1812"/>
                  </a:cubicBezTo>
                  <a:cubicBezTo>
                    <a:pt x="5628" y="1991"/>
                    <a:pt x="5551" y="2195"/>
                    <a:pt x="5474" y="2374"/>
                  </a:cubicBezTo>
                  <a:cubicBezTo>
                    <a:pt x="5385" y="2616"/>
                    <a:pt x="5270" y="2858"/>
                    <a:pt x="5130" y="3088"/>
                  </a:cubicBezTo>
                  <a:cubicBezTo>
                    <a:pt x="4938" y="3369"/>
                    <a:pt x="4670" y="3599"/>
                    <a:pt x="4351" y="3739"/>
                  </a:cubicBezTo>
                  <a:cubicBezTo>
                    <a:pt x="4160" y="3828"/>
                    <a:pt x="3969" y="3892"/>
                    <a:pt x="3764" y="3943"/>
                  </a:cubicBezTo>
                  <a:cubicBezTo>
                    <a:pt x="3292" y="4083"/>
                    <a:pt x="2744" y="4249"/>
                    <a:pt x="2361" y="4709"/>
                  </a:cubicBezTo>
                  <a:cubicBezTo>
                    <a:pt x="2131" y="5015"/>
                    <a:pt x="1965" y="5372"/>
                    <a:pt x="1876" y="5742"/>
                  </a:cubicBezTo>
                  <a:cubicBezTo>
                    <a:pt x="1825" y="5959"/>
                    <a:pt x="1748" y="6176"/>
                    <a:pt x="1633" y="6380"/>
                  </a:cubicBezTo>
                  <a:cubicBezTo>
                    <a:pt x="1493" y="6559"/>
                    <a:pt x="1314" y="6725"/>
                    <a:pt x="1123" y="6853"/>
                  </a:cubicBezTo>
                  <a:cubicBezTo>
                    <a:pt x="1072" y="6891"/>
                    <a:pt x="1021" y="6929"/>
                    <a:pt x="970" y="6980"/>
                  </a:cubicBezTo>
                  <a:cubicBezTo>
                    <a:pt x="651" y="7223"/>
                    <a:pt x="0" y="7746"/>
                    <a:pt x="13" y="8473"/>
                  </a:cubicBezTo>
                  <a:cubicBezTo>
                    <a:pt x="38" y="9022"/>
                    <a:pt x="345" y="9507"/>
                    <a:pt x="817" y="9787"/>
                  </a:cubicBezTo>
                  <a:cubicBezTo>
                    <a:pt x="1200" y="10004"/>
                    <a:pt x="1621" y="10145"/>
                    <a:pt x="2055" y="10183"/>
                  </a:cubicBezTo>
                  <a:cubicBezTo>
                    <a:pt x="2964" y="10310"/>
                    <a:pt x="3883" y="10364"/>
                    <a:pt x="4804" y="10364"/>
                  </a:cubicBezTo>
                  <a:cubicBezTo>
                    <a:pt x="4904" y="10364"/>
                    <a:pt x="5004" y="10363"/>
                    <a:pt x="5104" y="10362"/>
                  </a:cubicBezTo>
                  <a:cubicBezTo>
                    <a:pt x="6202" y="10374"/>
                    <a:pt x="7325" y="10374"/>
                    <a:pt x="8422" y="10374"/>
                  </a:cubicBezTo>
                  <a:lnTo>
                    <a:pt x="8460" y="10374"/>
                  </a:lnTo>
                  <a:cubicBezTo>
                    <a:pt x="9417" y="10374"/>
                    <a:pt x="10272" y="10362"/>
                    <a:pt x="11293" y="10285"/>
                  </a:cubicBezTo>
                  <a:cubicBezTo>
                    <a:pt x="12059" y="10234"/>
                    <a:pt x="13105" y="10145"/>
                    <a:pt x="13947" y="9724"/>
                  </a:cubicBezTo>
                  <a:cubicBezTo>
                    <a:pt x="14917" y="9252"/>
                    <a:pt x="15440" y="8167"/>
                    <a:pt x="15224" y="7120"/>
                  </a:cubicBezTo>
                  <a:cubicBezTo>
                    <a:pt x="15109" y="6521"/>
                    <a:pt x="14739" y="6049"/>
                    <a:pt x="14420" y="5653"/>
                  </a:cubicBezTo>
                  <a:cubicBezTo>
                    <a:pt x="14177" y="5372"/>
                    <a:pt x="13973" y="5053"/>
                    <a:pt x="13833" y="4709"/>
                  </a:cubicBezTo>
                  <a:cubicBezTo>
                    <a:pt x="13794" y="4568"/>
                    <a:pt x="13769" y="4415"/>
                    <a:pt x="13756" y="4262"/>
                  </a:cubicBezTo>
                  <a:cubicBezTo>
                    <a:pt x="13743" y="4160"/>
                    <a:pt x="13731" y="4071"/>
                    <a:pt x="13705" y="3969"/>
                  </a:cubicBezTo>
                  <a:cubicBezTo>
                    <a:pt x="13552" y="3063"/>
                    <a:pt x="13041" y="2348"/>
                    <a:pt x="12352" y="2067"/>
                  </a:cubicBezTo>
                  <a:cubicBezTo>
                    <a:pt x="12084" y="1965"/>
                    <a:pt x="11804" y="1901"/>
                    <a:pt x="11523" y="1863"/>
                  </a:cubicBezTo>
                  <a:cubicBezTo>
                    <a:pt x="11115" y="1799"/>
                    <a:pt x="10859" y="1748"/>
                    <a:pt x="10745" y="1595"/>
                  </a:cubicBezTo>
                  <a:cubicBezTo>
                    <a:pt x="10706" y="1531"/>
                    <a:pt x="10668" y="1468"/>
                    <a:pt x="10642" y="1404"/>
                  </a:cubicBezTo>
                  <a:cubicBezTo>
                    <a:pt x="10617" y="1353"/>
                    <a:pt x="10591" y="1302"/>
                    <a:pt x="10566" y="1251"/>
                  </a:cubicBezTo>
                  <a:cubicBezTo>
                    <a:pt x="10183" y="485"/>
                    <a:pt x="9341" y="0"/>
                    <a:pt x="840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8" name="Google Shape;68;p6"/>
          <p:cNvSpPr/>
          <p:nvPr/>
        </p:nvSpPr>
        <p:spPr>
          <a:xfrm>
            <a:off x="156775" y="1121317"/>
            <a:ext cx="381053" cy="245606"/>
          </a:xfrm>
          <a:custGeom>
            <a:avLst/>
            <a:gdLst/>
            <a:ahLst/>
            <a:cxnLst/>
            <a:rect l="l" t="t" r="r" b="b"/>
            <a:pathLst>
              <a:path w="11920" h="7683" extrusionOk="0">
                <a:moveTo>
                  <a:pt x="5883" y="485"/>
                </a:moveTo>
                <a:lnTo>
                  <a:pt x="5883" y="498"/>
                </a:lnTo>
                <a:cubicBezTo>
                  <a:pt x="5921" y="494"/>
                  <a:pt x="5958" y="493"/>
                  <a:pt x="5994" y="493"/>
                </a:cubicBezTo>
                <a:cubicBezTo>
                  <a:pt x="6093" y="493"/>
                  <a:pt x="6189" y="505"/>
                  <a:pt x="6292" y="523"/>
                </a:cubicBezTo>
                <a:cubicBezTo>
                  <a:pt x="6675" y="574"/>
                  <a:pt x="7045" y="740"/>
                  <a:pt x="7338" y="995"/>
                </a:cubicBezTo>
                <a:cubicBezTo>
                  <a:pt x="7823" y="1416"/>
                  <a:pt x="8040" y="2118"/>
                  <a:pt x="8576" y="2476"/>
                </a:cubicBezTo>
                <a:cubicBezTo>
                  <a:pt x="9035" y="2782"/>
                  <a:pt x="9635" y="2782"/>
                  <a:pt x="10133" y="2986"/>
                </a:cubicBezTo>
                <a:cubicBezTo>
                  <a:pt x="11919" y="3752"/>
                  <a:pt x="11536" y="6393"/>
                  <a:pt x="9609" y="6610"/>
                </a:cubicBezTo>
                <a:cubicBezTo>
                  <a:pt x="9520" y="6623"/>
                  <a:pt x="9431" y="6623"/>
                  <a:pt x="9342" y="6623"/>
                </a:cubicBezTo>
                <a:cubicBezTo>
                  <a:pt x="8984" y="6623"/>
                  <a:pt x="8627" y="6559"/>
                  <a:pt x="8282" y="6559"/>
                </a:cubicBezTo>
                <a:cubicBezTo>
                  <a:pt x="8078" y="6559"/>
                  <a:pt x="7887" y="6585"/>
                  <a:pt x="7695" y="6648"/>
                </a:cubicBezTo>
                <a:cubicBezTo>
                  <a:pt x="7491" y="6738"/>
                  <a:pt x="7300" y="6840"/>
                  <a:pt x="7108" y="6942"/>
                </a:cubicBezTo>
                <a:cubicBezTo>
                  <a:pt x="6740" y="7126"/>
                  <a:pt x="6342" y="7216"/>
                  <a:pt x="5943" y="7216"/>
                </a:cubicBezTo>
                <a:cubicBezTo>
                  <a:pt x="5486" y="7216"/>
                  <a:pt x="5029" y="7097"/>
                  <a:pt x="4620" y="6865"/>
                </a:cubicBezTo>
                <a:cubicBezTo>
                  <a:pt x="4327" y="6687"/>
                  <a:pt x="4071" y="6470"/>
                  <a:pt x="3752" y="6380"/>
                </a:cubicBezTo>
                <a:cubicBezTo>
                  <a:pt x="3650" y="6355"/>
                  <a:pt x="3548" y="6342"/>
                  <a:pt x="3446" y="6342"/>
                </a:cubicBezTo>
                <a:cubicBezTo>
                  <a:pt x="2974" y="6342"/>
                  <a:pt x="2502" y="6572"/>
                  <a:pt x="2017" y="6572"/>
                </a:cubicBezTo>
                <a:lnTo>
                  <a:pt x="1902" y="6572"/>
                </a:lnTo>
                <a:cubicBezTo>
                  <a:pt x="1366" y="6508"/>
                  <a:pt x="907" y="6151"/>
                  <a:pt x="728" y="5640"/>
                </a:cubicBezTo>
                <a:cubicBezTo>
                  <a:pt x="524" y="5002"/>
                  <a:pt x="741" y="4288"/>
                  <a:pt x="1290" y="3892"/>
                </a:cubicBezTo>
                <a:cubicBezTo>
                  <a:pt x="1660" y="3599"/>
                  <a:pt x="2093" y="3471"/>
                  <a:pt x="2489" y="3254"/>
                </a:cubicBezTo>
                <a:cubicBezTo>
                  <a:pt x="2897" y="3024"/>
                  <a:pt x="3127" y="2667"/>
                  <a:pt x="3357" y="2259"/>
                </a:cubicBezTo>
                <a:cubicBezTo>
                  <a:pt x="3918" y="1263"/>
                  <a:pt x="4748" y="485"/>
                  <a:pt x="5883" y="485"/>
                </a:cubicBezTo>
                <a:close/>
                <a:moveTo>
                  <a:pt x="5896" y="0"/>
                </a:moveTo>
                <a:lnTo>
                  <a:pt x="5883" y="13"/>
                </a:lnTo>
                <a:cubicBezTo>
                  <a:pt x="4697" y="13"/>
                  <a:pt x="3676" y="702"/>
                  <a:pt x="2948" y="2029"/>
                </a:cubicBezTo>
                <a:cubicBezTo>
                  <a:pt x="2731" y="2399"/>
                  <a:pt x="2566" y="2667"/>
                  <a:pt x="2272" y="2833"/>
                </a:cubicBezTo>
                <a:cubicBezTo>
                  <a:pt x="2144" y="2897"/>
                  <a:pt x="2004" y="2960"/>
                  <a:pt x="1864" y="3024"/>
                </a:cubicBezTo>
                <a:cubicBezTo>
                  <a:pt x="1558" y="3139"/>
                  <a:pt x="1264" y="3305"/>
                  <a:pt x="996" y="3509"/>
                </a:cubicBezTo>
                <a:cubicBezTo>
                  <a:pt x="294" y="4032"/>
                  <a:pt x="1" y="4951"/>
                  <a:pt x="269" y="5793"/>
                </a:cubicBezTo>
                <a:cubicBezTo>
                  <a:pt x="524" y="6482"/>
                  <a:pt x="1136" y="6967"/>
                  <a:pt x="1864" y="7031"/>
                </a:cubicBezTo>
                <a:lnTo>
                  <a:pt x="2030" y="7031"/>
                </a:lnTo>
                <a:cubicBezTo>
                  <a:pt x="2310" y="7031"/>
                  <a:pt x="2591" y="6980"/>
                  <a:pt x="2859" y="6916"/>
                </a:cubicBezTo>
                <a:cubicBezTo>
                  <a:pt x="3051" y="6853"/>
                  <a:pt x="3255" y="6827"/>
                  <a:pt x="3446" y="6814"/>
                </a:cubicBezTo>
                <a:cubicBezTo>
                  <a:pt x="3510" y="6814"/>
                  <a:pt x="3574" y="6814"/>
                  <a:pt x="3637" y="6840"/>
                </a:cubicBezTo>
                <a:cubicBezTo>
                  <a:pt x="3816" y="6891"/>
                  <a:pt x="3969" y="6980"/>
                  <a:pt x="4122" y="7095"/>
                </a:cubicBezTo>
                <a:cubicBezTo>
                  <a:pt x="4199" y="7146"/>
                  <a:pt x="4288" y="7210"/>
                  <a:pt x="4378" y="7261"/>
                </a:cubicBezTo>
                <a:cubicBezTo>
                  <a:pt x="4863" y="7541"/>
                  <a:pt x="5407" y="7682"/>
                  <a:pt x="5953" y="7682"/>
                </a:cubicBezTo>
                <a:cubicBezTo>
                  <a:pt x="6425" y="7682"/>
                  <a:pt x="6900" y="7576"/>
                  <a:pt x="7338" y="7363"/>
                </a:cubicBezTo>
                <a:cubicBezTo>
                  <a:pt x="7415" y="7325"/>
                  <a:pt x="7478" y="7286"/>
                  <a:pt x="7542" y="7248"/>
                </a:cubicBezTo>
                <a:cubicBezTo>
                  <a:pt x="7644" y="7184"/>
                  <a:pt x="7759" y="7133"/>
                  <a:pt x="7861" y="7095"/>
                </a:cubicBezTo>
                <a:cubicBezTo>
                  <a:pt x="7978" y="7053"/>
                  <a:pt x="8103" y="7028"/>
                  <a:pt x="8222" y="7028"/>
                </a:cubicBezTo>
                <a:cubicBezTo>
                  <a:pt x="8247" y="7028"/>
                  <a:pt x="8271" y="7029"/>
                  <a:pt x="8295" y="7031"/>
                </a:cubicBezTo>
                <a:cubicBezTo>
                  <a:pt x="8448" y="7031"/>
                  <a:pt x="8614" y="7044"/>
                  <a:pt x="8780" y="7057"/>
                </a:cubicBezTo>
                <a:cubicBezTo>
                  <a:pt x="8946" y="7069"/>
                  <a:pt x="9150" y="7095"/>
                  <a:pt x="9354" y="7095"/>
                </a:cubicBezTo>
                <a:cubicBezTo>
                  <a:pt x="9456" y="7095"/>
                  <a:pt x="9571" y="7082"/>
                  <a:pt x="9673" y="7069"/>
                </a:cubicBezTo>
                <a:cubicBezTo>
                  <a:pt x="10745" y="6955"/>
                  <a:pt x="11587" y="6125"/>
                  <a:pt x="11741" y="5066"/>
                </a:cubicBezTo>
                <a:cubicBezTo>
                  <a:pt x="11906" y="3994"/>
                  <a:pt x="11319" y="2960"/>
                  <a:pt x="10337" y="2539"/>
                </a:cubicBezTo>
                <a:cubicBezTo>
                  <a:pt x="10094" y="2437"/>
                  <a:pt x="9852" y="2374"/>
                  <a:pt x="9597" y="2322"/>
                </a:cubicBezTo>
                <a:cubicBezTo>
                  <a:pt x="9342" y="2271"/>
                  <a:pt x="9086" y="2195"/>
                  <a:pt x="8857" y="2067"/>
                </a:cubicBezTo>
                <a:cubicBezTo>
                  <a:pt x="8627" y="1876"/>
                  <a:pt x="8436" y="1646"/>
                  <a:pt x="8295" y="1391"/>
                </a:cubicBezTo>
                <a:cubicBezTo>
                  <a:pt x="8116" y="1110"/>
                  <a:pt x="7912" y="842"/>
                  <a:pt x="7670" y="613"/>
                </a:cubicBezTo>
                <a:cubicBezTo>
                  <a:pt x="7300" y="306"/>
                  <a:pt x="6853" y="102"/>
                  <a:pt x="6368" y="38"/>
                </a:cubicBezTo>
                <a:cubicBezTo>
                  <a:pt x="6215" y="13"/>
                  <a:pt x="6049" y="0"/>
                  <a:pt x="58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7"/>
        <p:cNvGrpSpPr/>
        <p:nvPr/>
      </p:nvGrpSpPr>
      <p:grpSpPr>
        <a:xfrm>
          <a:off x="0" y="0"/>
          <a:ext cx="0" cy="0"/>
          <a:chOff x="0" y="0"/>
          <a:chExt cx="0" cy="0"/>
        </a:xfrm>
      </p:grpSpPr>
      <p:pic>
        <p:nvPicPr>
          <p:cNvPr id="88" name="Google Shape;88;p9"/>
          <p:cNvPicPr preferRelativeResize="0"/>
          <p:nvPr/>
        </p:nvPicPr>
        <p:blipFill>
          <a:blip r:embed="rId2">
            <a:alphaModFix amt="65000"/>
          </a:blip>
          <a:stretch>
            <a:fillRect/>
          </a:stretch>
        </p:blipFill>
        <p:spPr>
          <a:xfrm>
            <a:off x="0" y="0"/>
            <a:ext cx="9144000" cy="5143500"/>
          </a:xfrm>
          <a:prstGeom prst="rect">
            <a:avLst/>
          </a:prstGeom>
          <a:noFill/>
          <a:ln>
            <a:noFill/>
          </a:ln>
        </p:spPr>
      </p:pic>
      <p:sp>
        <p:nvSpPr>
          <p:cNvPr id="89" name="Google Shape;89;p9"/>
          <p:cNvSpPr txBox="1">
            <a:spLocks noGrp="1"/>
          </p:cNvSpPr>
          <p:nvPr>
            <p:ph type="subTitle" idx="1"/>
          </p:nvPr>
        </p:nvSpPr>
        <p:spPr>
          <a:xfrm>
            <a:off x="4210481" y="2291825"/>
            <a:ext cx="4215900" cy="1322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900"/>
              <a:buNone/>
              <a:defRPr sz="1600"/>
            </a:lvl1pPr>
            <a:lvl2pPr lvl="1" algn="ctr" rtl="0">
              <a:lnSpc>
                <a:spcPct val="100000"/>
              </a:lnSpc>
              <a:spcBef>
                <a:spcPts val="1600"/>
              </a:spcBef>
              <a:spcAft>
                <a:spcPts val="0"/>
              </a:spcAft>
              <a:buSzPts val="1900"/>
              <a:buNone/>
              <a:defRPr sz="1900"/>
            </a:lvl2pPr>
            <a:lvl3pPr lvl="2" algn="ctr" rtl="0">
              <a:lnSpc>
                <a:spcPct val="100000"/>
              </a:lnSpc>
              <a:spcBef>
                <a:spcPts val="1600"/>
              </a:spcBef>
              <a:spcAft>
                <a:spcPts val="0"/>
              </a:spcAft>
              <a:buSzPts val="1900"/>
              <a:buNone/>
              <a:defRPr sz="1900"/>
            </a:lvl3pPr>
            <a:lvl4pPr lvl="3" algn="ctr" rtl="0">
              <a:lnSpc>
                <a:spcPct val="100000"/>
              </a:lnSpc>
              <a:spcBef>
                <a:spcPts val="1600"/>
              </a:spcBef>
              <a:spcAft>
                <a:spcPts val="0"/>
              </a:spcAft>
              <a:buSzPts val="1900"/>
              <a:buNone/>
              <a:defRPr sz="1900"/>
            </a:lvl4pPr>
            <a:lvl5pPr lvl="4" algn="ctr" rtl="0">
              <a:lnSpc>
                <a:spcPct val="100000"/>
              </a:lnSpc>
              <a:spcBef>
                <a:spcPts val="1600"/>
              </a:spcBef>
              <a:spcAft>
                <a:spcPts val="0"/>
              </a:spcAft>
              <a:buSzPts val="1900"/>
              <a:buNone/>
              <a:defRPr sz="1900"/>
            </a:lvl5pPr>
            <a:lvl6pPr lvl="5" algn="ctr" rtl="0">
              <a:lnSpc>
                <a:spcPct val="100000"/>
              </a:lnSpc>
              <a:spcBef>
                <a:spcPts val="1600"/>
              </a:spcBef>
              <a:spcAft>
                <a:spcPts val="0"/>
              </a:spcAft>
              <a:buSzPts val="1900"/>
              <a:buNone/>
              <a:defRPr sz="1900"/>
            </a:lvl6pPr>
            <a:lvl7pPr lvl="6" algn="ctr" rtl="0">
              <a:lnSpc>
                <a:spcPct val="100000"/>
              </a:lnSpc>
              <a:spcBef>
                <a:spcPts val="1600"/>
              </a:spcBef>
              <a:spcAft>
                <a:spcPts val="0"/>
              </a:spcAft>
              <a:buSzPts val="1900"/>
              <a:buNone/>
              <a:defRPr sz="1900"/>
            </a:lvl7pPr>
            <a:lvl8pPr lvl="7" algn="ctr" rtl="0">
              <a:lnSpc>
                <a:spcPct val="100000"/>
              </a:lnSpc>
              <a:spcBef>
                <a:spcPts val="1600"/>
              </a:spcBef>
              <a:spcAft>
                <a:spcPts val="0"/>
              </a:spcAft>
              <a:buSzPts val="1900"/>
              <a:buNone/>
              <a:defRPr sz="1900"/>
            </a:lvl8pPr>
            <a:lvl9pPr lvl="8" algn="ctr" rtl="0">
              <a:lnSpc>
                <a:spcPct val="100000"/>
              </a:lnSpc>
              <a:spcBef>
                <a:spcPts val="1600"/>
              </a:spcBef>
              <a:spcAft>
                <a:spcPts val="1600"/>
              </a:spcAft>
              <a:buSzPts val="1900"/>
              <a:buNone/>
              <a:defRPr sz="1900"/>
            </a:lvl9pPr>
          </a:lstStyle>
          <a:p>
            <a:endParaRPr/>
          </a:p>
        </p:txBody>
      </p:sp>
      <p:sp>
        <p:nvSpPr>
          <p:cNvPr id="90" name="Google Shape;90;p9"/>
          <p:cNvSpPr txBox="1">
            <a:spLocks noGrp="1"/>
          </p:cNvSpPr>
          <p:nvPr>
            <p:ph type="title"/>
          </p:nvPr>
        </p:nvSpPr>
        <p:spPr>
          <a:xfrm>
            <a:off x="4210504" y="1529250"/>
            <a:ext cx="4215900" cy="572700"/>
          </a:xfrm>
          <a:prstGeom prst="rect">
            <a:avLst/>
          </a:prstGeom>
        </p:spPr>
        <p:txBody>
          <a:bodyPr spcFirstLastPara="1" wrap="square" lIns="91425" tIns="91425" rIns="91425" bIns="91425" anchor="t" anchorCtr="0">
            <a:noAutofit/>
          </a:bodyPr>
          <a:lstStyle>
            <a:lvl1pPr lvl="0" algn="r" rtl="0">
              <a:spcBef>
                <a:spcPts val="0"/>
              </a:spcBef>
              <a:spcAft>
                <a:spcPts val="0"/>
              </a:spcAft>
              <a:buSzPts val="3900"/>
              <a:buNone/>
              <a:defRPr sz="39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endParaRPr/>
          </a:p>
        </p:txBody>
      </p:sp>
      <p:sp>
        <p:nvSpPr>
          <p:cNvPr id="91" name="Google Shape;91;p9"/>
          <p:cNvSpPr txBox="1">
            <a:spLocks noGrp="1"/>
          </p:cNvSpPr>
          <p:nvPr>
            <p:ph type="subTitle" idx="2"/>
          </p:nvPr>
        </p:nvSpPr>
        <p:spPr>
          <a:xfrm>
            <a:off x="6302375" y="103450"/>
            <a:ext cx="2121600" cy="4002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1400"/>
              <a:buNone/>
              <a:defRPr/>
            </a:lvl1pPr>
            <a:lvl2pPr lvl="1" algn="r" rtl="0">
              <a:spcBef>
                <a:spcPts val="0"/>
              </a:spcBef>
              <a:spcAft>
                <a:spcPts val="0"/>
              </a:spcAft>
              <a:buSzPts val="1400"/>
              <a:buNone/>
              <a:defRPr/>
            </a:lvl2pPr>
            <a:lvl3pPr lvl="2" algn="r" rtl="0">
              <a:spcBef>
                <a:spcPts val="0"/>
              </a:spcBef>
              <a:spcAft>
                <a:spcPts val="0"/>
              </a:spcAft>
              <a:buSzPts val="1400"/>
              <a:buNone/>
              <a:defRPr/>
            </a:lvl3pPr>
            <a:lvl4pPr lvl="3" algn="r" rtl="0">
              <a:spcBef>
                <a:spcPts val="0"/>
              </a:spcBef>
              <a:spcAft>
                <a:spcPts val="0"/>
              </a:spcAft>
              <a:buSzPts val="1400"/>
              <a:buNone/>
              <a:defRPr/>
            </a:lvl4pPr>
            <a:lvl5pPr lvl="4" algn="r" rtl="0">
              <a:spcBef>
                <a:spcPts val="0"/>
              </a:spcBef>
              <a:spcAft>
                <a:spcPts val="0"/>
              </a:spcAft>
              <a:buSzPts val="1400"/>
              <a:buNone/>
              <a:defRPr/>
            </a:lvl5pPr>
            <a:lvl6pPr lvl="5" algn="r" rtl="0">
              <a:spcBef>
                <a:spcPts val="0"/>
              </a:spcBef>
              <a:spcAft>
                <a:spcPts val="0"/>
              </a:spcAft>
              <a:buSzPts val="1400"/>
              <a:buNone/>
              <a:defRPr/>
            </a:lvl6pPr>
            <a:lvl7pPr lvl="6" algn="r" rtl="0">
              <a:spcBef>
                <a:spcPts val="0"/>
              </a:spcBef>
              <a:spcAft>
                <a:spcPts val="0"/>
              </a:spcAft>
              <a:buSzPts val="1400"/>
              <a:buNone/>
              <a:defRPr/>
            </a:lvl7pPr>
            <a:lvl8pPr lvl="7" algn="r" rtl="0">
              <a:spcBef>
                <a:spcPts val="0"/>
              </a:spcBef>
              <a:spcAft>
                <a:spcPts val="0"/>
              </a:spcAft>
              <a:buSzPts val="1400"/>
              <a:buNone/>
              <a:defRPr/>
            </a:lvl8pPr>
            <a:lvl9pPr lvl="8" algn="r" rtl="0">
              <a:spcBef>
                <a:spcPts val="0"/>
              </a:spcBef>
              <a:spcAft>
                <a:spcPts val="0"/>
              </a:spcAft>
              <a:buSzPts val="1400"/>
              <a:buNone/>
              <a:defRPr/>
            </a:lvl9pPr>
          </a:lstStyle>
          <a:p>
            <a:endParaRPr/>
          </a:p>
        </p:txBody>
      </p:sp>
      <p:grpSp>
        <p:nvGrpSpPr>
          <p:cNvPr id="92" name="Google Shape;92;p9"/>
          <p:cNvGrpSpPr/>
          <p:nvPr/>
        </p:nvGrpSpPr>
        <p:grpSpPr>
          <a:xfrm>
            <a:off x="0" y="25"/>
            <a:ext cx="9144000" cy="5143500"/>
            <a:chOff x="0" y="25"/>
            <a:chExt cx="9144000" cy="5143500"/>
          </a:xfrm>
        </p:grpSpPr>
        <p:cxnSp>
          <p:nvCxnSpPr>
            <p:cNvPr id="93" name="Google Shape;93;p9"/>
            <p:cNvCxnSpPr/>
            <p:nvPr/>
          </p:nvCxnSpPr>
          <p:spPr>
            <a:xfrm>
              <a:off x="0" y="4513500"/>
              <a:ext cx="9144000" cy="0"/>
            </a:xfrm>
            <a:prstGeom prst="straightConnector1">
              <a:avLst/>
            </a:prstGeom>
            <a:noFill/>
            <a:ln w="19050" cap="flat" cmpd="sng">
              <a:solidFill>
                <a:schemeClr val="dk1"/>
              </a:solidFill>
              <a:prstDash val="solid"/>
              <a:round/>
              <a:headEnd type="none" w="med" len="med"/>
              <a:tailEnd type="none" w="med" len="med"/>
            </a:ln>
          </p:spPr>
        </p:cxnSp>
        <p:cxnSp>
          <p:nvCxnSpPr>
            <p:cNvPr id="94" name="Google Shape;94;p9"/>
            <p:cNvCxnSpPr/>
            <p:nvPr/>
          </p:nvCxnSpPr>
          <p:spPr>
            <a:xfrm>
              <a:off x="333975" y="25"/>
              <a:ext cx="0" cy="5143500"/>
            </a:xfrm>
            <a:prstGeom prst="straightConnector1">
              <a:avLst/>
            </a:prstGeom>
            <a:noFill/>
            <a:ln w="19050" cap="flat" cmpd="sng">
              <a:solidFill>
                <a:schemeClr val="dk1"/>
              </a:solidFill>
              <a:prstDash val="solid"/>
              <a:round/>
              <a:headEnd type="none" w="med" len="med"/>
              <a:tailEnd type="none" w="med" len="med"/>
            </a:ln>
          </p:spPr>
        </p:cxnSp>
        <p:cxnSp>
          <p:nvCxnSpPr>
            <p:cNvPr id="95" name="Google Shape;95;p9"/>
            <p:cNvCxnSpPr/>
            <p:nvPr/>
          </p:nvCxnSpPr>
          <p:spPr>
            <a:xfrm>
              <a:off x="0" y="630000"/>
              <a:ext cx="9144000" cy="0"/>
            </a:xfrm>
            <a:prstGeom prst="straightConnector1">
              <a:avLst/>
            </a:prstGeom>
            <a:noFill/>
            <a:ln w="19050" cap="flat" cmpd="sng">
              <a:solidFill>
                <a:schemeClr val="dk1"/>
              </a:solidFill>
              <a:prstDash val="solid"/>
              <a:round/>
              <a:headEnd type="none" w="med" len="med"/>
              <a:tailEnd type="none" w="med" len="med"/>
            </a:ln>
          </p:spPr>
        </p:cxn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109"/>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110"/>
        <p:cNvGrpSpPr/>
        <p:nvPr/>
      </p:nvGrpSpPr>
      <p:grpSpPr>
        <a:xfrm>
          <a:off x="0" y="0"/>
          <a:ext cx="0" cy="0"/>
          <a:chOff x="0" y="0"/>
          <a:chExt cx="0" cy="0"/>
        </a:xfrm>
      </p:grpSpPr>
      <p:pic>
        <p:nvPicPr>
          <p:cNvPr id="111" name="Google Shape;111;p13"/>
          <p:cNvPicPr preferRelativeResize="0"/>
          <p:nvPr/>
        </p:nvPicPr>
        <p:blipFill>
          <a:blip r:embed="rId2">
            <a:alphaModFix amt="65000"/>
          </a:blip>
          <a:stretch>
            <a:fillRect/>
          </a:stretch>
        </p:blipFill>
        <p:spPr>
          <a:xfrm>
            <a:off x="0" y="0"/>
            <a:ext cx="9144000" cy="5143500"/>
          </a:xfrm>
          <a:prstGeom prst="rect">
            <a:avLst/>
          </a:prstGeom>
          <a:noFill/>
          <a:ln>
            <a:noFill/>
          </a:ln>
        </p:spPr>
      </p:pic>
      <p:sp>
        <p:nvSpPr>
          <p:cNvPr id="112" name="Google Shape;112;p13"/>
          <p:cNvSpPr txBox="1">
            <a:spLocks noGrp="1"/>
          </p:cNvSpPr>
          <p:nvPr>
            <p:ph type="subTitle" idx="1"/>
          </p:nvPr>
        </p:nvSpPr>
        <p:spPr>
          <a:xfrm>
            <a:off x="1927312" y="1967019"/>
            <a:ext cx="2390700" cy="525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13" name="Google Shape;113;p13"/>
          <p:cNvSpPr txBox="1">
            <a:spLocks noGrp="1"/>
          </p:cNvSpPr>
          <p:nvPr>
            <p:ph type="subTitle" idx="2"/>
          </p:nvPr>
        </p:nvSpPr>
        <p:spPr>
          <a:xfrm>
            <a:off x="5715813" y="1967019"/>
            <a:ext cx="2390700" cy="525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14" name="Google Shape;114;p13"/>
          <p:cNvSpPr txBox="1">
            <a:spLocks noGrp="1"/>
          </p:cNvSpPr>
          <p:nvPr>
            <p:ph type="subTitle" idx="3"/>
          </p:nvPr>
        </p:nvSpPr>
        <p:spPr>
          <a:xfrm>
            <a:off x="1927312" y="3446526"/>
            <a:ext cx="2390700" cy="525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15" name="Google Shape;115;p13"/>
          <p:cNvSpPr txBox="1">
            <a:spLocks noGrp="1"/>
          </p:cNvSpPr>
          <p:nvPr>
            <p:ph type="subTitle" idx="4"/>
          </p:nvPr>
        </p:nvSpPr>
        <p:spPr>
          <a:xfrm>
            <a:off x="5715813" y="3446526"/>
            <a:ext cx="2390700" cy="525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16" name="Google Shape;116;p13"/>
          <p:cNvSpPr txBox="1">
            <a:spLocks noGrp="1"/>
          </p:cNvSpPr>
          <p:nvPr>
            <p:ph type="title" hasCustomPrompt="1"/>
          </p:nvPr>
        </p:nvSpPr>
        <p:spPr>
          <a:xfrm>
            <a:off x="1037487" y="1679025"/>
            <a:ext cx="813900" cy="8139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6000"/>
              <a:buNone/>
              <a:defRPr sz="3800">
                <a:solidFill>
                  <a:schemeClr val="lt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17" name="Google Shape;117;p13"/>
          <p:cNvSpPr txBox="1">
            <a:spLocks noGrp="1"/>
          </p:cNvSpPr>
          <p:nvPr>
            <p:ph type="title" idx="5" hasCustomPrompt="1"/>
          </p:nvPr>
        </p:nvSpPr>
        <p:spPr>
          <a:xfrm>
            <a:off x="1037487" y="3158525"/>
            <a:ext cx="813900" cy="8139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6000"/>
              <a:buNone/>
              <a:defRPr sz="3800">
                <a:solidFill>
                  <a:schemeClr val="lt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18" name="Google Shape;118;p13"/>
          <p:cNvSpPr txBox="1">
            <a:spLocks noGrp="1"/>
          </p:cNvSpPr>
          <p:nvPr>
            <p:ph type="title" idx="6" hasCustomPrompt="1"/>
          </p:nvPr>
        </p:nvSpPr>
        <p:spPr>
          <a:xfrm>
            <a:off x="4815037" y="1679025"/>
            <a:ext cx="813900" cy="8139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6000"/>
              <a:buNone/>
              <a:defRPr sz="3800">
                <a:solidFill>
                  <a:schemeClr val="lt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19" name="Google Shape;119;p13"/>
          <p:cNvSpPr txBox="1">
            <a:spLocks noGrp="1"/>
          </p:cNvSpPr>
          <p:nvPr>
            <p:ph type="title" idx="7" hasCustomPrompt="1"/>
          </p:nvPr>
        </p:nvSpPr>
        <p:spPr>
          <a:xfrm>
            <a:off x="4815037" y="3158525"/>
            <a:ext cx="813900" cy="8139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lvl1pPr lvl="0" algn="ctr" rtl="0">
              <a:spcBef>
                <a:spcPts val="0"/>
              </a:spcBef>
              <a:spcAft>
                <a:spcPts val="0"/>
              </a:spcAft>
              <a:buSzPts val="6000"/>
              <a:buNone/>
              <a:defRPr sz="3800">
                <a:solidFill>
                  <a:schemeClr val="lt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20" name="Google Shape;120;p13"/>
          <p:cNvSpPr txBox="1">
            <a:spLocks noGrp="1"/>
          </p:cNvSpPr>
          <p:nvPr>
            <p:ph type="title" idx="8"/>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121" name="Google Shape;121;p13"/>
          <p:cNvSpPr txBox="1">
            <a:spLocks noGrp="1"/>
          </p:cNvSpPr>
          <p:nvPr>
            <p:ph type="subTitle" idx="9"/>
          </p:nvPr>
        </p:nvSpPr>
        <p:spPr>
          <a:xfrm>
            <a:off x="1927312" y="1679025"/>
            <a:ext cx="2390700" cy="3642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Font typeface="Montserrat"/>
              <a:buNone/>
              <a:defRPr sz="2200">
                <a:solidFill>
                  <a:schemeClr val="dk2"/>
                </a:solidFill>
                <a:latin typeface="Domine"/>
                <a:ea typeface="Domine"/>
                <a:cs typeface="Domine"/>
                <a:sym typeface="Domine"/>
              </a:defRPr>
            </a:lvl1pPr>
            <a:lvl2pPr lvl="1" rtl="0">
              <a:spcBef>
                <a:spcPts val="0"/>
              </a:spcBef>
              <a:spcAft>
                <a:spcPts val="0"/>
              </a:spcAft>
              <a:buSzPts val="2000"/>
              <a:buFont typeface="Montserrat"/>
              <a:buNone/>
              <a:defRPr sz="2000">
                <a:latin typeface="Montserrat"/>
                <a:ea typeface="Montserrat"/>
                <a:cs typeface="Montserrat"/>
                <a:sym typeface="Montserrat"/>
              </a:defRPr>
            </a:lvl2pPr>
            <a:lvl3pPr lvl="2" rtl="0">
              <a:spcBef>
                <a:spcPts val="1600"/>
              </a:spcBef>
              <a:spcAft>
                <a:spcPts val="0"/>
              </a:spcAft>
              <a:buSzPts val="2000"/>
              <a:buFont typeface="Montserrat"/>
              <a:buNone/>
              <a:defRPr sz="2000">
                <a:latin typeface="Montserrat"/>
                <a:ea typeface="Montserrat"/>
                <a:cs typeface="Montserrat"/>
                <a:sym typeface="Montserrat"/>
              </a:defRPr>
            </a:lvl3pPr>
            <a:lvl4pPr lvl="3" rtl="0">
              <a:spcBef>
                <a:spcPts val="1600"/>
              </a:spcBef>
              <a:spcAft>
                <a:spcPts val="0"/>
              </a:spcAft>
              <a:buSzPts val="2000"/>
              <a:buFont typeface="Montserrat"/>
              <a:buNone/>
              <a:defRPr sz="2000">
                <a:latin typeface="Montserrat"/>
                <a:ea typeface="Montserrat"/>
                <a:cs typeface="Montserrat"/>
                <a:sym typeface="Montserrat"/>
              </a:defRPr>
            </a:lvl4pPr>
            <a:lvl5pPr lvl="4" rtl="0">
              <a:spcBef>
                <a:spcPts val="1600"/>
              </a:spcBef>
              <a:spcAft>
                <a:spcPts val="0"/>
              </a:spcAft>
              <a:buSzPts val="2000"/>
              <a:buFont typeface="Montserrat"/>
              <a:buNone/>
              <a:defRPr sz="2000">
                <a:latin typeface="Montserrat"/>
                <a:ea typeface="Montserrat"/>
                <a:cs typeface="Montserrat"/>
                <a:sym typeface="Montserrat"/>
              </a:defRPr>
            </a:lvl5pPr>
            <a:lvl6pPr lvl="5" rtl="0">
              <a:spcBef>
                <a:spcPts val="1600"/>
              </a:spcBef>
              <a:spcAft>
                <a:spcPts val="0"/>
              </a:spcAft>
              <a:buSzPts val="2000"/>
              <a:buFont typeface="Montserrat"/>
              <a:buNone/>
              <a:defRPr sz="2000">
                <a:latin typeface="Montserrat"/>
                <a:ea typeface="Montserrat"/>
                <a:cs typeface="Montserrat"/>
                <a:sym typeface="Montserrat"/>
              </a:defRPr>
            </a:lvl6pPr>
            <a:lvl7pPr lvl="6" rtl="0">
              <a:spcBef>
                <a:spcPts val="1600"/>
              </a:spcBef>
              <a:spcAft>
                <a:spcPts val="0"/>
              </a:spcAft>
              <a:buSzPts val="2000"/>
              <a:buFont typeface="Montserrat"/>
              <a:buNone/>
              <a:defRPr sz="2000">
                <a:latin typeface="Montserrat"/>
                <a:ea typeface="Montserrat"/>
                <a:cs typeface="Montserrat"/>
                <a:sym typeface="Montserrat"/>
              </a:defRPr>
            </a:lvl7pPr>
            <a:lvl8pPr lvl="7" rtl="0">
              <a:spcBef>
                <a:spcPts val="1600"/>
              </a:spcBef>
              <a:spcAft>
                <a:spcPts val="0"/>
              </a:spcAft>
              <a:buSzPts val="2000"/>
              <a:buFont typeface="Montserrat"/>
              <a:buNone/>
              <a:defRPr sz="2000">
                <a:latin typeface="Montserrat"/>
                <a:ea typeface="Montserrat"/>
                <a:cs typeface="Montserrat"/>
                <a:sym typeface="Montserrat"/>
              </a:defRPr>
            </a:lvl8pPr>
            <a:lvl9pPr lvl="8" rtl="0">
              <a:spcBef>
                <a:spcPts val="1600"/>
              </a:spcBef>
              <a:spcAft>
                <a:spcPts val="1600"/>
              </a:spcAft>
              <a:buSzPts val="2000"/>
              <a:buFont typeface="Montserrat"/>
              <a:buNone/>
              <a:defRPr sz="2000">
                <a:latin typeface="Montserrat"/>
                <a:ea typeface="Montserrat"/>
                <a:cs typeface="Montserrat"/>
                <a:sym typeface="Montserrat"/>
              </a:defRPr>
            </a:lvl9pPr>
          </a:lstStyle>
          <a:p>
            <a:endParaRPr/>
          </a:p>
        </p:txBody>
      </p:sp>
      <p:sp>
        <p:nvSpPr>
          <p:cNvPr id="122" name="Google Shape;122;p13"/>
          <p:cNvSpPr txBox="1">
            <a:spLocks noGrp="1"/>
          </p:cNvSpPr>
          <p:nvPr>
            <p:ph type="subTitle" idx="13"/>
          </p:nvPr>
        </p:nvSpPr>
        <p:spPr>
          <a:xfrm>
            <a:off x="5715812" y="1679025"/>
            <a:ext cx="2390700" cy="3642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Font typeface="Montserrat"/>
              <a:buNone/>
              <a:defRPr sz="2200">
                <a:solidFill>
                  <a:schemeClr val="dk2"/>
                </a:solidFill>
                <a:latin typeface="Domine"/>
                <a:ea typeface="Domine"/>
                <a:cs typeface="Domine"/>
                <a:sym typeface="Domine"/>
              </a:defRPr>
            </a:lvl1pPr>
            <a:lvl2pPr lvl="1" rtl="0">
              <a:spcBef>
                <a:spcPts val="0"/>
              </a:spcBef>
              <a:spcAft>
                <a:spcPts val="0"/>
              </a:spcAft>
              <a:buSzPts val="2000"/>
              <a:buFont typeface="Montserrat"/>
              <a:buNone/>
              <a:defRPr sz="2000">
                <a:latin typeface="Montserrat"/>
                <a:ea typeface="Montserrat"/>
                <a:cs typeface="Montserrat"/>
                <a:sym typeface="Montserrat"/>
              </a:defRPr>
            </a:lvl2pPr>
            <a:lvl3pPr lvl="2" rtl="0">
              <a:spcBef>
                <a:spcPts val="1600"/>
              </a:spcBef>
              <a:spcAft>
                <a:spcPts val="0"/>
              </a:spcAft>
              <a:buSzPts val="2000"/>
              <a:buFont typeface="Montserrat"/>
              <a:buNone/>
              <a:defRPr sz="2000">
                <a:latin typeface="Montserrat"/>
                <a:ea typeface="Montserrat"/>
                <a:cs typeface="Montserrat"/>
                <a:sym typeface="Montserrat"/>
              </a:defRPr>
            </a:lvl3pPr>
            <a:lvl4pPr lvl="3" rtl="0">
              <a:spcBef>
                <a:spcPts val="1600"/>
              </a:spcBef>
              <a:spcAft>
                <a:spcPts val="0"/>
              </a:spcAft>
              <a:buSzPts val="2000"/>
              <a:buFont typeface="Montserrat"/>
              <a:buNone/>
              <a:defRPr sz="2000">
                <a:latin typeface="Montserrat"/>
                <a:ea typeface="Montserrat"/>
                <a:cs typeface="Montserrat"/>
                <a:sym typeface="Montserrat"/>
              </a:defRPr>
            </a:lvl4pPr>
            <a:lvl5pPr lvl="4" rtl="0">
              <a:spcBef>
                <a:spcPts val="1600"/>
              </a:spcBef>
              <a:spcAft>
                <a:spcPts val="0"/>
              </a:spcAft>
              <a:buSzPts val="2000"/>
              <a:buFont typeface="Montserrat"/>
              <a:buNone/>
              <a:defRPr sz="2000">
                <a:latin typeface="Montserrat"/>
                <a:ea typeface="Montserrat"/>
                <a:cs typeface="Montserrat"/>
                <a:sym typeface="Montserrat"/>
              </a:defRPr>
            </a:lvl5pPr>
            <a:lvl6pPr lvl="5" rtl="0">
              <a:spcBef>
                <a:spcPts val="1600"/>
              </a:spcBef>
              <a:spcAft>
                <a:spcPts val="0"/>
              </a:spcAft>
              <a:buSzPts val="2000"/>
              <a:buFont typeface="Montserrat"/>
              <a:buNone/>
              <a:defRPr sz="2000">
                <a:latin typeface="Montserrat"/>
                <a:ea typeface="Montserrat"/>
                <a:cs typeface="Montserrat"/>
                <a:sym typeface="Montserrat"/>
              </a:defRPr>
            </a:lvl6pPr>
            <a:lvl7pPr lvl="6" rtl="0">
              <a:spcBef>
                <a:spcPts val="1600"/>
              </a:spcBef>
              <a:spcAft>
                <a:spcPts val="0"/>
              </a:spcAft>
              <a:buSzPts val="2000"/>
              <a:buFont typeface="Montserrat"/>
              <a:buNone/>
              <a:defRPr sz="2000">
                <a:latin typeface="Montserrat"/>
                <a:ea typeface="Montserrat"/>
                <a:cs typeface="Montserrat"/>
                <a:sym typeface="Montserrat"/>
              </a:defRPr>
            </a:lvl7pPr>
            <a:lvl8pPr lvl="7" rtl="0">
              <a:spcBef>
                <a:spcPts val="1600"/>
              </a:spcBef>
              <a:spcAft>
                <a:spcPts val="0"/>
              </a:spcAft>
              <a:buSzPts val="2000"/>
              <a:buFont typeface="Montserrat"/>
              <a:buNone/>
              <a:defRPr sz="2000">
                <a:latin typeface="Montserrat"/>
                <a:ea typeface="Montserrat"/>
                <a:cs typeface="Montserrat"/>
                <a:sym typeface="Montserrat"/>
              </a:defRPr>
            </a:lvl8pPr>
            <a:lvl9pPr lvl="8" rtl="0">
              <a:spcBef>
                <a:spcPts val="1600"/>
              </a:spcBef>
              <a:spcAft>
                <a:spcPts val="1600"/>
              </a:spcAft>
              <a:buSzPts val="2000"/>
              <a:buFont typeface="Montserrat"/>
              <a:buNone/>
              <a:defRPr sz="2000">
                <a:latin typeface="Montserrat"/>
                <a:ea typeface="Montserrat"/>
                <a:cs typeface="Montserrat"/>
                <a:sym typeface="Montserrat"/>
              </a:defRPr>
            </a:lvl9pPr>
          </a:lstStyle>
          <a:p>
            <a:endParaRPr/>
          </a:p>
        </p:txBody>
      </p:sp>
      <p:sp>
        <p:nvSpPr>
          <p:cNvPr id="123" name="Google Shape;123;p13"/>
          <p:cNvSpPr txBox="1">
            <a:spLocks noGrp="1"/>
          </p:cNvSpPr>
          <p:nvPr>
            <p:ph type="subTitle" idx="14"/>
          </p:nvPr>
        </p:nvSpPr>
        <p:spPr>
          <a:xfrm>
            <a:off x="1927312" y="3158525"/>
            <a:ext cx="2390700" cy="3642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Font typeface="Montserrat"/>
              <a:buNone/>
              <a:defRPr sz="2200">
                <a:solidFill>
                  <a:schemeClr val="dk2"/>
                </a:solidFill>
                <a:latin typeface="Domine"/>
                <a:ea typeface="Domine"/>
                <a:cs typeface="Domine"/>
                <a:sym typeface="Domine"/>
              </a:defRPr>
            </a:lvl1pPr>
            <a:lvl2pPr lvl="1" rtl="0">
              <a:spcBef>
                <a:spcPts val="0"/>
              </a:spcBef>
              <a:spcAft>
                <a:spcPts val="0"/>
              </a:spcAft>
              <a:buSzPts val="2000"/>
              <a:buFont typeface="Montserrat"/>
              <a:buNone/>
              <a:defRPr sz="2000">
                <a:latin typeface="Montserrat"/>
                <a:ea typeface="Montserrat"/>
                <a:cs typeface="Montserrat"/>
                <a:sym typeface="Montserrat"/>
              </a:defRPr>
            </a:lvl2pPr>
            <a:lvl3pPr lvl="2" rtl="0">
              <a:spcBef>
                <a:spcPts val="1600"/>
              </a:spcBef>
              <a:spcAft>
                <a:spcPts val="0"/>
              </a:spcAft>
              <a:buSzPts val="2000"/>
              <a:buFont typeface="Montserrat"/>
              <a:buNone/>
              <a:defRPr sz="2000">
                <a:latin typeface="Montserrat"/>
                <a:ea typeface="Montserrat"/>
                <a:cs typeface="Montserrat"/>
                <a:sym typeface="Montserrat"/>
              </a:defRPr>
            </a:lvl3pPr>
            <a:lvl4pPr lvl="3" rtl="0">
              <a:spcBef>
                <a:spcPts val="1600"/>
              </a:spcBef>
              <a:spcAft>
                <a:spcPts val="0"/>
              </a:spcAft>
              <a:buSzPts val="2000"/>
              <a:buFont typeface="Montserrat"/>
              <a:buNone/>
              <a:defRPr sz="2000">
                <a:latin typeface="Montserrat"/>
                <a:ea typeface="Montserrat"/>
                <a:cs typeface="Montserrat"/>
                <a:sym typeface="Montserrat"/>
              </a:defRPr>
            </a:lvl4pPr>
            <a:lvl5pPr lvl="4" rtl="0">
              <a:spcBef>
                <a:spcPts val="1600"/>
              </a:spcBef>
              <a:spcAft>
                <a:spcPts val="0"/>
              </a:spcAft>
              <a:buSzPts val="2000"/>
              <a:buFont typeface="Montserrat"/>
              <a:buNone/>
              <a:defRPr sz="2000">
                <a:latin typeface="Montserrat"/>
                <a:ea typeface="Montserrat"/>
                <a:cs typeface="Montserrat"/>
                <a:sym typeface="Montserrat"/>
              </a:defRPr>
            </a:lvl5pPr>
            <a:lvl6pPr lvl="5" rtl="0">
              <a:spcBef>
                <a:spcPts val="1600"/>
              </a:spcBef>
              <a:spcAft>
                <a:spcPts val="0"/>
              </a:spcAft>
              <a:buSzPts val="2000"/>
              <a:buFont typeface="Montserrat"/>
              <a:buNone/>
              <a:defRPr sz="2000">
                <a:latin typeface="Montserrat"/>
                <a:ea typeface="Montserrat"/>
                <a:cs typeface="Montserrat"/>
                <a:sym typeface="Montserrat"/>
              </a:defRPr>
            </a:lvl6pPr>
            <a:lvl7pPr lvl="6" rtl="0">
              <a:spcBef>
                <a:spcPts val="1600"/>
              </a:spcBef>
              <a:spcAft>
                <a:spcPts val="0"/>
              </a:spcAft>
              <a:buSzPts val="2000"/>
              <a:buFont typeface="Montserrat"/>
              <a:buNone/>
              <a:defRPr sz="2000">
                <a:latin typeface="Montserrat"/>
                <a:ea typeface="Montserrat"/>
                <a:cs typeface="Montserrat"/>
                <a:sym typeface="Montserrat"/>
              </a:defRPr>
            </a:lvl7pPr>
            <a:lvl8pPr lvl="7" rtl="0">
              <a:spcBef>
                <a:spcPts val="1600"/>
              </a:spcBef>
              <a:spcAft>
                <a:spcPts val="0"/>
              </a:spcAft>
              <a:buSzPts val="2000"/>
              <a:buFont typeface="Montserrat"/>
              <a:buNone/>
              <a:defRPr sz="2000">
                <a:latin typeface="Montserrat"/>
                <a:ea typeface="Montserrat"/>
                <a:cs typeface="Montserrat"/>
                <a:sym typeface="Montserrat"/>
              </a:defRPr>
            </a:lvl8pPr>
            <a:lvl9pPr lvl="8" rtl="0">
              <a:spcBef>
                <a:spcPts val="1600"/>
              </a:spcBef>
              <a:spcAft>
                <a:spcPts val="1600"/>
              </a:spcAft>
              <a:buSzPts val="2000"/>
              <a:buFont typeface="Montserrat"/>
              <a:buNone/>
              <a:defRPr sz="2000">
                <a:latin typeface="Montserrat"/>
                <a:ea typeface="Montserrat"/>
                <a:cs typeface="Montserrat"/>
                <a:sym typeface="Montserrat"/>
              </a:defRPr>
            </a:lvl9pPr>
          </a:lstStyle>
          <a:p>
            <a:endParaRPr/>
          </a:p>
        </p:txBody>
      </p:sp>
      <p:sp>
        <p:nvSpPr>
          <p:cNvPr id="124" name="Google Shape;124;p13"/>
          <p:cNvSpPr txBox="1">
            <a:spLocks noGrp="1"/>
          </p:cNvSpPr>
          <p:nvPr>
            <p:ph type="subTitle" idx="15"/>
          </p:nvPr>
        </p:nvSpPr>
        <p:spPr>
          <a:xfrm>
            <a:off x="5715812" y="3158525"/>
            <a:ext cx="2390700" cy="364200"/>
          </a:xfrm>
          <a:prstGeom prst="rect">
            <a:avLst/>
          </a:prstGeom>
        </p:spPr>
        <p:txBody>
          <a:bodyPr spcFirstLastPara="1" wrap="square" lIns="91425" tIns="91425" rIns="91425" bIns="91425" anchor="b" anchorCtr="0">
            <a:noAutofit/>
          </a:bodyPr>
          <a:lstStyle>
            <a:lvl1pPr lvl="0" rtl="0">
              <a:spcBef>
                <a:spcPts val="0"/>
              </a:spcBef>
              <a:spcAft>
                <a:spcPts val="0"/>
              </a:spcAft>
              <a:buSzPts val="2000"/>
              <a:buFont typeface="Montserrat"/>
              <a:buNone/>
              <a:defRPr sz="2200">
                <a:solidFill>
                  <a:schemeClr val="dk2"/>
                </a:solidFill>
                <a:latin typeface="Domine"/>
                <a:ea typeface="Domine"/>
                <a:cs typeface="Domine"/>
                <a:sym typeface="Domine"/>
              </a:defRPr>
            </a:lvl1pPr>
            <a:lvl2pPr lvl="1" rtl="0">
              <a:spcBef>
                <a:spcPts val="0"/>
              </a:spcBef>
              <a:spcAft>
                <a:spcPts val="0"/>
              </a:spcAft>
              <a:buSzPts val="2000"/>
              <a:buFont typeface="Montserrat"/>
              <a:buNone/>
              <a:defRPr sz="2000">
                <a:latin typeface="Montserrat"/>
                <a:ea typeface="Montserrat"/>
                <a:cs typeface="Montserrat"/>
                <a:sym typeface="Montserrat"/>
              </a:defRPr>
            </a:lvl2pPr>
            <a:lvl3pPr lvl="2" rtl="0">
              <a:spcBef>
                <a:spcPts val="1600"/>
              </a:spcBef>
              <a:spcAft>
                <a:spcPts val="0"/>
              </a:spcAft>
              <a:buSzPts val="2000"/>
              <a:buFont typeface="Montserrat"/>
              <a:buNone/>
              <a:defRPr sz="2000">
                <a:latin typeface="Montserrat"/>
                <a:ea typeface="Montserrat"/>
                <a:cs typeface="Montserrat"/>
                <a:sym typeface="Montserrat"/>
              </a:defRPr>
            </a:lvl3pPr>
            <a:lvl4pPr lvl="3" rtl="0">
              <a:spcBef>
                <a:spcPts val="1600"/>
              </a:spcBef>
              <a:spcAft>
                <a:spcPts val="0"/>
              </a:spcAft>
              <a:buSzPts val="2000"/>
              <a:buFont typeface="Montserrat"/>
              <a:buNone/>
              <a:defRPr sz="2000">
                <a:latin typeface="Montserrat"/>
                <a:ea typeface="Montserrat"/>
                <a:cs typeface="Montserrat"/>
                <a:sym typeface="Montserrat"/>
              </a:defRPr>
            </a:lvl4pPr>
            <a:lvl5pPr lvl="4" rtl="0">
              <a:spcBef>
                <a:spcPts val="1600"/>
              </a:spcBef>
              <a:spcAft>
                <a:spcPts val="0"/>
              </a:spcAft>
              <a:buSzPts val="2000"/>
              <a:buFont typeface="Montserrat"/>
              <a:buNone/>
              <a:defRPr sz="2000">
                <a:latin typeface="Montserrat"/>
                <a:ea typeface="Montserrat"/>
                <a:cs typeface="Montserrat"/>
                <a:sym typeface="Montserrat"/>
              </a:defRPr>
            </a:lvl5pPr>
            <a:lvl6pPr lvl="5" rtl="0">
              <a:spcBef>
                <a:spcPts val="1600"/>
              </a:spcBef>
              <a:spcAft>
                <a:spcPts val="0"/>
              </a:spcAft>
              <a:buSzPts val="2000"/>
              <a:buFont typeface="Montserrat"/>
              <a:buNone/>
              <a:defRPr sz="2000">
                <a:latin typeface="Montserrat"/>
                <a:ea typeface="Montserrat"/>
                <a:cs typeface="Montserrat"/>
                <a:sym typeface="Montserrat"/>
              </a:defRPr>
            </a:lvl6pPr>
            <a:lvl7pPr lvl="6" rtl="0">
              <a:spcBef>
                <a:spcPts val="1600"/>
              </a:spcBef>
              <a:spcAft>
                <a:spcPts val="0"/>
              </a:spcAft>
              <a:buSzPts val="2000"/>
              <a:buFont typeface="Montserrat"/>
              <a:buNone/>
              <a:defRPr sz="2000">
                <a:latin typeface="Montserrat"/>
                <a:ea typeface="Montserrat"/>
                <a:cs typeface="Montserrat"/>
                <a:sym typeface="Montserrat"/>
              </a:defRPr>
            </a:lvl7pPr>
            <a:lvl8pPr lvl="7" rtl="0">
              <a:spcBef>
                <a:spcPts val="1600"/>
              </a:spcBef>
              <a:spcAft>
                <a:spcPts val="0"/>
              </a:spcAft>
              <a:buSzPts val="2000"/>
              <a:buFont typeface="Montserrat"/>
              <a:buNone/>
              <a:defRPr sz="2000">
                <a:latin typeface="Montserrat"/>
                <a:ea typeface="Montserrat"/>
                <a:cs typeface="Montserrat"/>
                <a:sym typeface="Montserrat"/>
              </a:defRPr>
            </a:lvl8pPr>
            <a:lvl9pPr lvl="8" rtl="0">
              <a:spcBef>
                <a:spcPts val="1600"/>
              </a:spcBef>
              <a:spcAft>
                <a:spcPts val="1600"/>
              </a:spcAft>
              <a:buSzPts val="2000"/>
              <a:buFont typeface="Montserrat"/>
              <a:buNone/>
              <a:defRPr sz="2000">
                <a:latin typeface="Montserrat"/>
                <a:ea typeface="Montserrat"/>
                <a:cs typeface="Montserrat"/>
                <a:sym typeface="Montserrat"/>
              </a:defRPr>
            </a:lvl9pPr>
          </a:lstStyle>
          <a:p>
            <a:endParaRPr/>
          </a:p>
        </p:txBody>
      </p:sp>
      <p:cxnSp>
        <p:nvCxnSpPr>
          <p:cNvPr id="125" name="Google Shape;125;p13"/>
          <p:cNvCxnSpPr/>
          <p:nvPr/>
        </p:nvCxnSpPr>
        <p:spPr>
          <a:xfrm>
            <a:off x="0" y="4802825"/>
            <a:ext cx="9144000" cy="0"/>
          </a:xfrm>
          <a:prstGeom prst="straightConnector1">
            <a:avLst/>
          </a:prstGeom>
          <a:noFill/>
          <a:ln w="19050" cap="flat" cmpd="sng">
            <a:solidFill>
              <a:schemeClr val="dk1"/>
            </a:solidFill>
            <a:prstDash val="solid"/>
            <a:round/>
            <a:headEnd type="none" w="med" len="med"/>
            <a:tailEnd type="none" w="med" len="med"/>
          </a:ln>
        </p:spPr>
      </p:cxnSp>
      <p:sp>
        <p:nvSpPr>
          <p:cNvPr id="126" name="Google Shape;126;p13"/>
          <p:cNvSpPr/>
          <p:nvPr/>
        </p:nvSpPr>
        <p:spPr>
          <a:xfrm flipH="1">
            <a:off x="1380447" y="246014"/>
            <a:ext cx="373543" cy="240766"/>
          </a:xfrm>
          <a:custGeom>
            <a:avLst/>
            <a:gdLst/>
            <a:ahLst/>
            <a:cxnLst/>
            <a:rect l="l" t="t" r="r" b="b"/>
            <a:pathLst>
              <a:path w="11920" h="7683" extrusionOk="0">
                <a:moveTo>
                  <a:pt x="5883" y="485"/>
                </a:moveTo>
                <a:lnTo>
                  <a:pt x="5883" y="498"/>
                </a:lnTo>
                <a:cubicBezTo>
                  <a:pt x="5921" y="494"/>
                  <a:pt x="5958" y="493"/>
                  <a:pt x="5994" y="493"/>
                </a:cubicBezTo>
                <a:cubicBezTo>
                  <a:pt x="6093" y="493"/>
                  <a:pt x="6189" y="505"/>
                  <a:pt x="6292" y="523"/>
                </a:cubicBezTo>
                <a:cubicBezTo>
                  <a:pt x="6675" y="574"/>
                  <a:pt x="7045" y="740"/>
                  <a:pt x="7338" y="995"/>
                </a:cubicBezTo>
                <a:cubicBezTo>
                  <a:pt x="7823" y="1416"/>
                  <a:pt x="8040" y="2118"/>
                  <a:pt x="8576" y="2476"/>
                </a:cubicBezTo>
                <a:cubicBezTo>
                  <a:pt x="9035" y="2782"/>
                  <a:pt x="9635" y="2782"/>
                  <a:pt x="10133" y="2986"/>
                </a:cubicBezTo>
                <a:cubicBezTo>
                  <a:pt x="11919" y="3752"/>
                  <a:pt x="11536" y="6393"/>
                  <a:pt x="9609" y="6610"/>
                </a:cubicBezTo>
                <a:cubicBezTo>
                  <a:pt x="9520" y="6623"/>
                  <a:pt x="9431" y="6623"/>
                  <a:pt x="9342" y="6623"/>
                </a:cubicBezTo>
                <a:cubicBezTo>
                  <a:pt x="8984" y="6623"/>
                  <a:pt x="8627" y="6559"/>
                  <a:pt x="8282" y="6559"/>
                </a:cubicBezTo>
                <a:cubicBezTo>
                  <a:pt x="8078" y="6559"/>
                  <a:pt x="7887" y="6585"/>
                  <a:pt x="7695" y="6648"/>
                </a:cubicBezTo>
                <a:cubicBezTo>
                  <a:pt x="7491" y="6738"/>
                  <a:pt x="7300" y="6840"/>
                  <a:pt x="7108" y="6942"/>
                </a:cubicBezTo>
                <a:cubicBezTo>
                  <a:pt x="6740" y="7126"/>
                  <a:pt x="6342" y="7216"/>
                  <a:pt x="5943" y="7216"/>
                </a:cubicBezTo>
                <a:cubicBezTo>
                  <a:pt x="5486" y="7216"/>
                  <a:pt x="5029" y="7097"/>
                  <a:pt x="4620" y="6865"/>
                </a:cubicBezTo>
                <a:cubicBezTo>
                  <a:pt x="4327" y="6687"/>
                  <a:pt x="4071" y="6470"/>
                  <a:pt x="3752" y="6380"/>
                </a:cubicBezTo>
                <a:cubicBezTo>
                  <a:pt x="3650" y="6355"/>
                  <a:pt x="3548" y="6342"/>
                  <a:pt x="3446" y="6342"/>
                </a:cubicBezTo>
                <a:cubicBezTo>
                  <a:pt x="2974" y="6342"/>
                  <a:pt x="2502" y="6572"/>
                  <a:pt x="2017" y="6572"/>
                </a:cubicBezTo>
                <a:lnTo>
                  <a:pt x="1902" y="6572"/>
                </a:lnTo>
                <a:cubicBezTo>
                  <a:pt x="1366" y="6508"/>
                  <a:pt x="907" y="6151"/>
                  <a:pt x="728" y="5640"/>
                </a:cubicBezTo>
                <a:cubicBezTo>
                  <a:pt x="524" y="5002"/>
                  <a:pt x="741" y="4288"/>
                  <a:pt x="1290" y="3892"/>
                </a:cubicBezTo>
                <a:cubicBezTo>
                  <a:pt x="1660" y="3599"/>
                  <a:pt x="2093" y="3471"/>
                  <a:pt x="2489" y="3254"/>
                </a:cubicBezTo>
                <a:cubicBezTo>
                  <a:pt x="2897" y="3024"/>
                  <a:pt x="3127" y="2667"/>
                  <a:pt x="3357" y="2259"/>
                </a:cubicBezTo>
                <a:cubicBezTo>
                  <a:pt x="3918" y="1263"/>
                  <a:pt x="4748" y="485"/>
                  <a:pt x="5883" y="485"/>
                </a:cubicBezTo>
                <a:close/>
                <a:moveTo>
                  <a:pt x="5896" y="0"/>
                </a:moveTo>
                <a:lnTo>
                  <a:pt x="5883" y="13"/>
                </a:lnTo>
                <a:cubicBezTo>
                  <a:pt x="4697" y="13"/>
                  <a:pt x="3676" y="702"/>
                  <a:pt x="2948" y="2029"/>
                </a:cubicBezTo>
                <a:cubicBezTo>
                  <a:pt x="2731" y="2399"/>
                  <a:pt x="2566" y="2667"/>
                  <a:pt x="2272" y="2833"/>
                </a:cubicBezTo>
                <a:cubicBezTo>
                  <a:pt x="2144" y="2897"/>
                  <a:pt x="2004" y="2960"/>
                  <a:pt x="1864" y="3024"/>
                </a:cubicBezTo>
                <a:cubicBezTo>
                  <a:pt x="1558" y="3139"/>
                  <a:pt x="1264" y="3305"/>
                  <a:pt x="996" y="3509"/>
                </a:cubicBezTo>
                <a:cubicBezTo>
                  <a:pt x="294" y="4032"/>
                  <a:pt x="1" y="4951"/>
                  <a:pt x="269" y="5793"/>
                </a:cubicBezTo>
                <a:cubicBezTo>
                  <a:pt x="524" y="6482"/>
                  <a:pt x="1136" y="6967"/>
                  <a:pt x="1864" y="7031"/>
                </a:cubicBezTo>
                <a:lnTo>
                  <a:pt x="2030" y="7031"/>
                </a:lnTo>
                <a:cubicBezTo>
                  <a:pt x="2310" y="7031"/>
                  <a:pt x="2591" y="6980"/>
                  <a:pt x="2859" y="6916"/>
                </a:cubicBezTo>
                <a:cubicBezTo>
                  <a:pt x="3051" y="6853"/>
                  <a:pt x="3255" y="6827"/>
                  <a:pt x="3446" y="6814"/>
                </a:cubicBezTo>
                <a:cubicBezTo>
                  <a:pt x="3510" y="6814"/>
                  <a:pt x="3574" y="6814"/>
                  <a:pt x="3637" y="6840"/>
                </a:cubicBezTo>
                <a:cubicBezTo>
                  <a:pt x="3816" y="6891"/>
                  <a:pt x="3969" y="6980"/>
                  <a:pt x="4122" y="7095"/>
                </a:cubicBezTo>
                <a:cubicBezTo>
                  <a:pt x="4199" y="7146"/>
                  <a:pt x="4288" y="7210"/>
                  <a:pt x="4378" y="7261"/>
                </a:cubicBezTo>
                <a:cubicBezTo>
                  <a:pt x="4863" y="7541"/>
                  <a:pt x="5407" y="7682"/>
                  <a:pt x="5953" y="7682"/>
                </a:cubicBezTo>
                <a:cubicBezTo>
                  <a:pt x="6425" y="7682"/>
                  <a:pt x="6900" y="7576"/>
                  <a:pt x="7338" y="7363"/>
                </a:cubicBezTo>
                <a:cubicBezTo>
                  <a:pt x="7415" y="7325"/>
                  <a:pt x="7478" y="7286"/>
                  <a:pt x="7542" y="7248"/>
                </a:cubicBezTo>
                <a:cubicBezTo>
                  <a:pt x="7644" y="7184"/>
                  <a:pt x="7759" y="7133"/>
                  <a:pt x="7861" y="7095"/>
                </a:cubicBezTo>
                <a:cubicBezTo>
                  <a:pt x="7978" y="7053"/>
                  <a:pt x="8103" y="7028"/>
                  <a:pt x="8222" y="7028"/>
                </a:cubicBezTo>
                <a:cubicBezTo>
                  <a:pt x="8247" y="7028"/>
                  <a:pt x="8271" y="7029"/>
                  <a:pt x="8295" y="7031"/>
                </a:cubicBezTo>
                <a:cubicBezTo>
                  <a:pt x="8448" y="7031"/>
                  <a:pt x="8614" y="7044"/>
                  <a:pt x="8780" y="7057"/>
                </a:cubicBezTo>
                <a:cubicBezTo>
                  <a:pt x="8946" y="7069"/>
                  <a:pt x="9150" y="7095"/>
                  <a:pt x="9354" y="7095"/>
                </a:cubicBezTo>
                <a:cubicBezTo>
                  <a:pt x="9456" y="7095"/>
                  <a:pt x="9571" y="7082"/>
                  <a:pt x="9673" y="7069"/>
                </a:cubicBezTo>
                <a:cubicBezTo>
                  <a:pt x="10745" y="6955"/>
                  <a:pt x="11587" y="6125"/>
                  <a:pt x="11741" y="5066"/>
                </a:cubicBezTo>
                <a:cubicBezTo>
                  <a:pt x="11906" y="3994"/>
                  <a:pt x="11319" y="2960"/>
                  <a:pt x="10337" y="2539"/>
                </a:cubicBezTo>
                <a:cubicBezTo>
                  <a:pt x="10094" y="2437"/>
                  <a:pt x="9852" y="2374"/>
                  <a:pt x="9597" y="2322"/>
                </a:cubicBezTo>
                <a:cubicBezTo>
                  <a:pt x="9342" y="2271"/>
                  <a:pt x="9086" y="2195"/>
                  <a:pt x="8857" y="2067"/>
                </a:cubicBezTo>
                <a:cubicBezTo>
                  <a:pt x="8627" y="1876"/>
                  <a:pt x="8436" y="1646"/>
                  <a:pt x="8295" y="1391"/>
                </a:cubicBezTo>
                <a:cubicBezTo>
                  <a:pt x="8116" y="1110"/>
                  <a:pt x="7912" y="842"/>
                  <a:pt x="7670" y="613"/>
                </a:cubicBezTo>
                <a:cubicBezTo>
                  <a:pt x="7300" y="306"/>
                  <a:pt x="6853" y="102"/>
                  <a:pt x="6368" y="38"/>
                </a:cubicBezTo>
                <a:cubicBezTo>
                  <a:pt x="6215" y="13"/>
                  <a:pt x="6049" y="0"/>
                  <a:pt x="58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7" name="Google Shape;127;p13"/>
          <p:cNvGrpSpPr/>
          <p:nvPr/>
        </p:nvGrpSpPr>
        <p:grpSpPr>
          <a:xfrm flipH="1">
            <a:off x="7557493" y="246027"/>
            <a:ext cx="472842" cy="317708"/>
            <a:chOff x="2493575" y="1248525"/>
            <a:chExt cx="386025" cy="259375"/>
          </a:xfrm>
        </p:grpSpPr>
        <p:sp>
          <p:nvSpPr>
            <p:cNvPr id="128" name="Google Shape;128;p13"/>
            <p:cNvSpPr/>
            <p:nvPr/>
          </p:nvSpPr>
          <p:spPr>
            <a:xfrm>
              <a:off x="2499950" y="1254550"/>
              <a:ext cx="372625" cy="246975"/>
            </a:xfrm>
            <a:custGeom>
              <a:avLst/>
              <a:gdLst/>
              <a:ahLst/>
              <a:cxnLst/>
              <a:rect l="l" t="t" r="r" b="b"/>
              <a:pathLst>
                <a:path w="14905" h="9879" extrusionOk="0">
                  <a:moveTo>
                    <a:pt x="8222" y="0"/>
                  </a:moveTo>
                  <a:cubicBezTo>
                    <a:pt x="8199" y="0"/>
                    <a:pt x="8177" y="1"/>
                    <a:pt x="8154" y="1"/>
                  </a:cubicBezTo>
                  <a:cubicBezTo>
                    <a:pt x="8014" y="1"/>
                    <a:pt x="7874" y="14"/>
                    <a:pt x="7733" y="40"/>
                  </a:cubicBezTo>
                  <a:cubicBezTo>
                    <a:pt x="6891" y="206"/>
                    <a:pt x="6125" y="805"/>
                    <a:pt x="5692" y="1673"/>
                  </a:cubicBezTo>
                  <a:cubicBezTo>
                    <a:pt x="5602" y="1852"/>
                    <a:pt x="5513" y="2043"/>
                    <a:pt x="5436" y="2222"/>
                  </a:cubicBezTo>
                  <a:cubicBezTo>
                    <a:pt x="5347" y="2477"/>
                    <a:pt x="5219" y="2732"/>
                    <a:pt x="5079" y="2962"/>
                  </a:cubicBezTo>
                  <a:cubicBezTo>
                    <a:pt x="4862" y="3294"/>
                    <a:pt x="4556" y="3549"/>
                    <a:pt x="4199" y="3715"/>
                  </a:cubicBezTo>
                  <a:cubicBezTo>
                    <a:pt x="3994" y="3804"/>
                    <a:pt x="3790" y="3868"/>
                    <a:pt x="3586" y="3932"/>
                  </a:cubicBezTo>
                  <a:cubicBezTo>
                    <a:pt x="3114" y="4059"/>
                    <a:pt x="2616" y="4213"/>
                    <a:pt x="2284" y="4608"/>
                  </a:cubicBezTo>
                  <a:cubicBezTo>
                    <a:pt x="2080" y="4889"/>
                    <a:pt x="1927" y="5221"/>
                    <a:pt x="1863" y="5565"/>
                  </a:cubicBezTo>
                  <a:cubicBezTo>
                    <a:pt x="1800" y="5808"/>
                    <a:pt x="1710" y="6037"/>
                    <a:pt x="1583" y="6267"/>
                  </a:cubicBezTo>
                  <a:cubicBezTo>
                    <a:pt x="1429" y="6471"/>
                    <a:pt x="1238" y="6650"/>
                    <a:pt x="1021" y="6790"/>
                  </a:cubicBezTo>
                  <a:lnTo>
                    <a:pt x="868" y="6905"/>
                  </a:lnTo>
                  <a:cubicBezTo>
                    <a:pt x="421" y="7262"/>
                    <a:pt x="0" y="7683"/>
                    <a:pt x="0" y="8219"/>
                  </a:cubicBezTo>
                  <a:cubicBezTo>
                    <a:pt x="26" y="8679"/>
                    <a:pt x="281" y="9100"/>
                    <a:pt x="689" y="9330"/>
                  </a:cubicBezTo>
                  <a:cubicBezTo>
                    <a:pt x="1047" y="9534"/>
                    <a:pt x="1429" y="9649"/>
                    <a:pt x="1838" y="9700"/>
                  </a:cubicBezTo>
                  <a:cubicBezTo>
                    <a:pt x="2735" y="9815"/>
                    <a:pt x="3642" y="9867"/>
                    <a:pt x="4550" y="9867"/>
                  </a:cubicBezTo>
                  <a:cubicBezTo>
                    <a:pt x="4650" y="9867"/>
                    <a:pt x="4749" y="9867"/>
                    <a:pt x="4849" y="9865"/>
                  </a:cubicBezTo>
                  <a:cubicBezTo>
                    <a:pt x="5959" y="9878"/>
                    <a:pt x="7070" y="9878"/>
                    <a:pt x="8167" y="9878"/>
                  </a:cubicBezTo>
                  <a:lnTo>
                    <a:pt x="8205" y="9878"/>
                  </a:lnTo>
                  <a:cubicBezTo>
                    <a:pt x="9162" y="9878"/>
                    <a:pt x="10017" y="9865"/>
                    <a:pt x="11013" y="9789"/>
                  </a:cubicBezTo>
                  <a:cubicBezTo>
                    <a:pt x="11766" y="9738"/>
                    <a:pt x="12786" y="9661"/>
                    <a:pt x="13590" y="9253"/>
                  </a:cubicBezTo>
                  <a:cubicBezTo>
                    <a:pt x="14471" y="8806"/>
                    <a:pt x="14905" y="7926"/>
                    <a:pt x="14726" y="6918"/>
                  </a:cubicBezTo>
                  <a:cubicBezTo>
                    <a:pt x="14624" y="6382"/>
                    <a:pt x="14292" y="5961"/>
                    <a:pt x="13973" y="5552"/>
                  </a:cubicBezTo>
                  <a:cubicBezTo>
                    <a:pt x="13718" y="5221"/>
                    <a:pt x="13463" y="4902"/>
                    <a:pt x="13361" y="4544"/>
                  </a:cubicBezTo>
                  <a:cubicBezTo>
                    <a:pt x="13310" y="4378"/>
                    <a:pt x="13284" y="4213"/>
                    <a:pt x="13259" y="4047"/>
                  </a:cubicBezTo>
                  <a:cubicBezTo>
                    <a:pt x="13246" y="3957"/>
                    <a:pt x="13233" y="3868"/>
                    <a:pt x="13220" y="3766"/>
                  </a:cubicBezTo>
                  <a:cubicBezTo>
                    <a:pt x="13067" y="2949"/>
                    <a:pt x="12621" y="2298"/>
                    <a:pt x="12008" y="2043"/>
                  </a:cubicBezTo>
                  <a:cubicBezTo>
                    <a:pt x="11753" y="1954"/>
                    <a:pt x="11498" y="1890"/>
                    <a:pt x="11230" y="1865"/>
                  </a:cubicBezTo>
                  <a:cubicBezTo>
                    <a:pt x="10821" y="1801"/>
                    <a:pt x="10477" y="1737"/>
                    <a:pt x="10298" y="1482"/>
                  </a:cubicBezTo>
                  <a:cubicBezTo>
                    <a:pt x="10247" y="1418"/>
                    <a:pt x="10209" y="1329"/>
                    <a:pt x="10171" y="1252"/>
                  </a:cubicBezTo>
                  <a:cubicBezTo>
                    <a:pt x="10145" y="1214"/>
                    <a:pt x="10132" y="1163"/>
                    <a:pt x="10107" y="1112"/>
                  </a:cubicBezTo>
                  <a:cubicBezTo>
                    <a:pt x="9722" y="429"/>
                    <a:pt x="9000" y="0"/>
                    <a:pt x="82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13"/>
            <p:cNvSpPr/>
            <p:nvPr/>
          </p:nvSpPr>
          <p:spPr>
            <a:xfrm>
              <a:off x="2493575" y="1248525"/>
              <a:ext cx="386025" cy="259375"/>
            </a:xfrm>
            <a:custGeom>
              <a:avLst/>
              <a:gdLst/>
              <a:ahLst/>
              <a:cxnLst/>
              <a:rect l="l" t="t" r="r" b="b"/>
              <a:pathLst>
                <a:path w="15441" h="10375" extrusionOk="0">
                  <a:moveTo>
                    <a:pt x="8416" y="485"/>
                  </a:moveTo>
                  <a:lnTo>
                    <a:pt x="8416" y="485"/>
                  </a:lnTo>
                  <a:cubicBezTo>
                    <a:pt x="9128" y="487"/>
                    <a:pt x="9827" y="844"/>
                    <a:pt x="10145" y="1468"/>
                  </a:cubicBezTo>
                  <a:cubicBezTo>
                    <a:pt x="10209" y="1608"/>
                    <a:pt x="10272" y="1735"/>
                    <a:pt x="10349" y="1863"/>
                  </a:cubicBezTo>
                  <a:cubicBezTo>
                    <a:pt x="10732" y="2399"/>
                    <a:pt x="11561" y="2259"/>
                    <a:pt x="12161" y="2501"/>
                  </a:cubicBezTo>
                  <a:cubicBezTo>
                    <a:pt x="12773" y="2756"/>
                    <a:pt x="13118" y="3407"/>
                    <a:pt x="13246" y="4058"/>
                  </a:cubicBezTo>
                  <a:cubicBezTo>
                    <a:pt x="13271" y="4326"/>
                    <a:pt x="13322" y="4581"/>
                    <a:pt x="13386" y="4849"/>
                  </a:cubicBezTo>
                  <a:cubicBezTo>
                    <a:pt x="13654" y="5717"/>
                    <a:pt x="14586" y="6304"/>
                    <a:pt x="14739" y="7197"/>
                  </a:cubicBezTo>
                  <a:cubicBezTo>
                    <a:pt x="14892" y="8001"/>
                    <a:pt x="14611" y="8843"/>
                    <a:pt x="13731" y="9277"/>
                  </a:cubicBezTo>
                  <a:cubicBezTo>
                    <a:pt x="13003" y="9647"/>
                    <a:pt x="12072" y="9736"/>
                    <a:pt x="11255" y="9787"/>
                  </a:cubicBezTo>
                  <a:cubicBezTo>
                    <a:pt x="10285" y="9864"/>
                    <a:pt x="9443" y="9877"/>
                    <a:pt x="8460" y="9877"/>
                  </a:cubicBezTo>
                  <a:lnTo>
                    <a:pt x="8422" y="9877"/>
                  </a:lnTo>
                  <a:cubicBezTo>
                    <a:pt x="8097" y="9881"/>
                    <a:pt x="7773" y="9882"/>
                    <a:pt x="7449" y="9882"/>
                  </a:cubicBezTo>
                  <a:cubicBezTo>
                    <a:pt x="6668" y="9882"/>
                    <a:pt x="5889" y="9873"/>
                    <a:pt x="5104" y="9864"/>
                  </a:cubicBezTo>
                  <a:cubicBezTo>
                    <a:pt x="4959" y="9868"/>
                    <a:pt x="4814" y="9870"/>
                    <a:pt x="4669" y="9870"/>
                  </a:cubicBezTo>
                  <a:cubicBezTo>
                    <a:pt x="3822" y="9870"/>
                    <a:pt x="2983" y="9807"/>
                    <a:pt x="2144" y="9698"/>
                  </a:cubicBezTo>
                  <a:cubicBezTo>
                    <a:pt x="1761" y="9660"/>
                    <a:pt x="1404" y="9545"/>
                    <a:pt x="1072" y="9366"/>
                  </a:cubicBezTo>
                  <a:cubicBezTo>
                    <a:pt x="740" y="9175"/>
                    <a:pt x="523" y="8843"/>
                    <a:pt x="498" y="8460"/>
                  </a:cubicBezTo>
                  <a:cubicBezTo>
                    <a:pt x="498" y="8001"/>
                    <a:pt x="932" y="7618"/>
                    <a:pt x="1289" y="7337"/>
                  </a:cubicBezTo>
                  <a:cubicBezTo>
                    <a:pt x="1557" y="7133"/>
                    <a:pt x="1850" y="6929"/>
                    <a:pt x="2042" y="6636"/>
                  </a:cubicBezTo>
                  <a:cubicBezTo>
                    <a:pt x="2374" y="6151"/>
                    <a:pt x="2348" y="5474"/>
                    <a:pt x="2731" y="5015"/>
                  </a:cubicBezTo>
                  <a:cubicBezTo>
                    <a:pt x="3165" y="4492"/>
                    <a:pt x="3943" y="4454"/>
                    <a:pt x="4568" y="4186"/>
                  </a:cubicBezTo>
                  <a:cubicBezTo>
                    <a:pt x="4964" y="3994"/>
                    <a:pt x="5296" y="3713"/>
                    <a:pt x="5538" y="3343"/>
                  </a:cubicBezTo>
                  <a:cubicBezTo>
                    <a:pt x="5806" y="2935"/>
                    <a:pt x="5947" y="2463"/>
                    <a:pt x="6163" y="2029"/>
                  </a:cubicBezTo>
                  <a:cubicBezTo>
                    <a:pt x="6546" y="1289"/>
                    <a:pt x="7223" y="676"/>
                    <a:pt x="8039" y="523"/>
                  </a:cubicBezTo>
                  <a:cubicBezTo>
                    <a:pt x="8165" y="498"/>
                    <a:pt x="8290" y="485"/>
                    <a:pt x="8416" y="485"/>
                  </a:cubicBezTo>
                  <a:close/>
                  <a:moveTo>
                    <a:pt x="8409" y="0"/>
                  </a:moveTo>
                  <a:lnTo>
                    <a:pt x="8422" y="13"/>
                  </a:lnTo>
                  <a:cubicBezTo>
                    <a:pt x="8392" y="10"/>
                    <a:pt x="8362" y="9"/>
                    <a:pt x="8332" y="9"/>
                  </a:cubicBezTo>
                  <a:cubicBezTo>
                    <a:pt x="8200" y="9"/>
                    <a:pt x="8073" y="30"/>
                    <a:pt x="7937" y="51"/>
                  </a:cubicBezTo>
                  <a:cubicBezTo>
                    <a:pt x="7031" y="230"/>
                    <a:pt x="6202" y="881"/>
                    <a:pt x="5730" y="1812"/>
                  </a:cubicBezTo>
                  <a:cubicBezTo>
                    <a:pt x="5628" y="1991"/>
                    <a:pt x="5551" y="2195"/>
                    <a:pt x="5474" y="2374"/>
                  </a:cubicBezTo>
                  <a:cubicBezTo>
                    <a:pt x="5385" y="2616"/>
                    <a:pt x="5270" y="2858"/>
                    <a:pt x="5130" y="3088"/>
                  </a:cubicBezTo>
                  <a:cubicBezTo>
                    <a:pt x="4938" y="3369"/>
                    <a:pt x="4670" y="3599"/>
                    <a:pt x="4351" y="3739"/>
                  </a:cubicBezTo>
                  <a:cubicBezTo>
                    <a:pt x="4160" y="3828"/>
                    <a:pt x="3969" y="3892"/>
                    <a:pt x="3764" y="3943"/>
                  </a:cubicBezTo>
                  <a:cubicBezTo>
                    <a:pt x="3292" y="4083"/>
                    <a:pt x="2744" y="4249"/>
                    <a:pt x="2361" y="4709"/>
                  </a:cubicBezTo>
                  <a:cubicBezTo>
                    <a:pt x="2131" y="5015"/>
                    <a:pt x="1965" y="5372"/>
                    <a:pt x="1876" y="5742"/>
                  </a:cubicBezTo>
                  <a:cubicBezTo>
                    <a:pt x="1825" y="5959"/>
                    <a:pt x="1748" y="6176"/>
                    <a:pt x="1633" y="6380"/>
                  </a:cubicBezTo>
                  <a:cubicBezTo>
                    <a:pt x="1493" y="6559"/>
                    <a:pt x="1314" y="6725"/>
                    <a:pt x="1123" y="6853"/>
                  </a:cubicBezTo>
                  <a:cubicBezTo>
                    <a:pt x="1072" y="6891"/>
                    <a:pt x="1021" y="6929"/>
                    <a:pt x="970" y="6980"/>
                  </a:cubicBezTo>
                  <a:cubicBezTo>
                    <a:pt x="651" y="7223"/>
                    <a:pt x="0" y="7746"/>
                    <a:pt x="13" y="8473"/>
                  </a:cubicBezTo>
                  <a:cubicBezTo>
                    <a:pt x="38" y="9022"/>
                    <a:pt x="345" y="9507"/>
                    <a:pt x="817" y="9787"/>
                  </a:cubicBezTo>
                  <a:cubicBezTo>
                    <a:pt x="1200" y="10004"/>
                    <a:pt x="1621" y="10145"/>
                    <a:pt x="2055" y="10183"/>
                  </a:cubicBezTo>
                  <a:cubicBezTo>
                    <a:pt x="2964" y="10310"/>
                    <a:pt x="3883" y="10364"/>
                    <a:pt x="4804" y="10364"/>
                  </a:cubicBezTo>
                  <a:cubicBezTo>
                    <a:pt x="4904" y="10364"/>
                    <a:pt x="5004" y="10363"/>
                    <a:pt x="5104" y="10362"/>
                  </a:cubicBezTo>
                  <a:cubicBezTo>
                    <a:pt x="6202" y="10374"/>
                    <a:pt x="7325" y="10374"/>
                    <a:pt x="8422" y="10374"/>
                  </a:cubicBezTo>
                  <a:lnTo>
                    <a:pt x="8460" y="10374"/>
                  </a:lnTo>
                  <a:cubicBezTo>
                    <a:pt x="9417" y="10374"/>
                    <a:pt x="10272" y="10362"/>
                    <a:pt x="11293" y="10285"/>
                  </a:cubicBezTo>
                  <a:cubicBezTo>
                    <a:pt x="12059" y="10234"/>
                    <a:pt x="13105" y="10145"/>
                    <a:pt x="13947" y="9724"/>
                  </a:cubicBezTo>
                  <a:cubicBezTo>
                    <a:pt x="14917" y="9252"/>
                    <a:pt x="15440" y="8167"/>
                    <a:pt x="15224" y="7120"/>
                  </a:cubicBezTo>
                  <a:cubicBezTo>
                    <a:pt x="15109" y="6521"/>
                    <a:pt x="14739" y="6049"/>
                    <a:pt x="14420" y="5653"/>
                  </a:cubicBezTo>
                  <a:cubicBezTo>
                    <a:pt x="14177" y="5372"/>
                    <a:pt x="13973" y="5053"/>
                    <a:pt x="13833" y="4709"/>
                  </a:cubicBezTo>
                  <a:cubicBezTo>
                    <a:pt x="13794" y="4568"/>
                    <a:pt x="13769" y="4415"/>
                    <a:pt x="13756" y="4262"/>
                  </a:cubicBezTo>
                  <a:cubicBezTo>
                    <a:pt x="13743" y="4160"/>
                    <a:pt x="13731" y="4071"/>
                    <a:pt x="13705" y="3969"/>
                  </a:cubicBezTo>
                  <a:cubicBezTo>
                    <a:pt x="13552" y="3063"/>
                    <a:pt x="13041" y="2348"/>
                    <a:pt x="12352" y="2067"/>
                  </a:cubicBezTo>
                  <a:cubicBezTo>
                    <a:pt x="12084" y="1965"/>
                    <a:pt x="11804" y="1901"/>
                    <a:pt x="11523" y="1863"/>
                  </a:cubicBezTo>
                  <a:cubicBezTo>
                    <a:pt x="11115" y="1799"/>
                    <a:pt x="10859" y="1748"/>
                    <a:pt x="10745" y="1595"/>
                  </a:cubicBezTo>
                  <a:cubicBezTo>
                    <a:pt x="10706" y="1531"/>
                    <a:pt x="10668" y="1468"/>
                    <a:pt x="10642" y="1404"/>
                  </a:cubicBezTo>
                  <a:cubicBezTo>
                    <a:pt x="10617" y="1353"/>
                    <a:pt x="10591" y="1302"/>
                    <a:pt x="10566" y="1251"/>
                  </a:cubicBezTo>
                  <a:cubicBezTo>
                    <a:pt x="10183" y="485"/>
                    <a:pt x="9341" y="0"/>
                    <a:pt x="840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0" name="Google Shape;130;p13"/>
          <p:cNvGrpSpPr/>
          <p:nvPr/>
        </p:nvGrpSpPr>
        <p:grpSpPr>
          <a:xfrm flipH="1">
            <a:off x="299525" y="1180249"/>
            <a:ext cx="472842" cy="317708"/>
            <a:chOff x="2493575" y="1248525"/>
            <a:chExt cx="386025" cy="259375"/>
          </a:xfrm>
        </p:grpSpPr>
        <p:sp>
          <p:nvSpPr>
            <p:cNvPr id="131" name="Google Shape;131;p13"/>
            <p:cNvSpPr/>
            <p:nvPr/>
          </p:nvSpPr>
          <p:spPr>
            <a:xfrm>
              <a:off x="2499950" y="1254550"/>
              <a:ext cx="372625" cy="246975"/>
            </a:xfrm>
            <a:custGeom>
              <a:avLst/>
              <a:gdLst/>
              <a:ahLst/>
              <a:cxnLst/>
              <a:rect l="l" t="t" r="r" b="b"/>
              <a:pathLst>
                <a:path w="14905" h="9879" extrusionOk="0">
                  <a:moveTo>
                    <a:pt x="8222" y="0"/>
                  </a:moveTo>
                  <a:cubicBezTo>
                    <a:pt x="8199" y="0"/>
                    <a:pt x="8177" y="1"/>
                    <a:pt x="8154" y="1"/>
                  </a:cubicBezTo>
                  <a:cubicBezTo>
                    <a:pt x="8014" y="1"/>
                    <a:pt x="7874" y="14"/>
                    <a:pt x="7733" y="40"/>
                  </a:cubicBezTo>
                  <a:cubicBezTo>
                    <a:pt x="6891" y="206"/>
                    <a:pt x="6125" y="805"/>
                    <a:pt x="5692" y="1673"/>
                  </a:cubicBezTo>
                  <a:cubicBezTo>
                    <a:pt x="5602" y="1852"/>
                    <a:pt x="5513" y="2043"/>
                    <a:pt x="5436" y="2222"/>
                  </a:cubicBezTo>
                  <a:cubicBezTo>
                    <a:pt x="5347" y="2477"/>
                    <a:pt x="5219" y="2732"/>
                    <a:pt x="5079" y="2962"/>
                  </a:cubicBezTo>
                  <a:cubicBezTo>
                    <a:pt x="4862" y="3294"/>
                    <a:pt x="4556" y="3549"/>
                    <a:pt x="4199" y="3715"/>
                  </a:cubicBezTo>
                  <a:cubicBezTo>
                    <a:pt x="3994" y="3804"/>
                    <a:pt x="3790" y="3868"/>
                    <a:pt x="3586" y="3932"/>
                  </a:cubicBezTo>
                  <a:cubicBezTo>
                    <a:pt x="3114" y="4059"/>
                    <a:pt x="2616" y="4213"/>
                    <a:pt x="2284" y="4608"/>
                  </a:cubicBezTo>
                  <a:cubicBezTo>
                    <a:pt x="2080" y="4889"/>
                    <a:pt x="1927" y="5221"/>
                    <a:pt x="1863" y="5565"/>
                  </a:cubicBezTo>
                  <a:cubicBezTo>
                    <a:pt x="1800" y="5808"/>
                    <a:pt x="1710" y="6037"/>
                    <a:pt x="1583" y="6267"/>
                  </a:cubicBezTo>
                  <a:cubicBezTo>
                    <a:pt x="1429" y="6471"/>
                    <a:pt x="1238" y="6650"/>
                    <a:pt x="1021" y="6790"/>
                  </a:cubicBezTo>
                  <a:lnTo>
                    <a:pt x="868" y="6905"/>
                  </a:lnTo>
                  <a:cubicBezTo>
                    <a:pt x="421" y="7262"/>
                    <a:pt x="0" y="7683"/>
                    <a:pt x="0" y="8219"/>
                  </a:cubicBezTo>
                  <a:cubicBezTo>
                    <a:pt x="26" y="8679"/>
                    <a:pt x="281" y="9100"/>
                    <a:pt x="689" y="9330"/>
                  </a:cubicBezTo>
                  <a:cubicBezTo>
                    <a:pt x="1047" y="9534"/>
                    <a:pt x="1429" y="9649"/>
                    <a:pt x="1838" y="9700"/>
                  </a:cubicBezTo>
                  <a:cubicBezTo>
                    <a:pt x="2735" y="9815"/>
                    <a:pt x="3642" y="9867"/>
                    <a:pt x="4550" y="9867"/>
                  </a:cubicBezTo>
                  <a:cubicBezTo>
                    <a:pt x="4650" y="9867"/>
                    <a:pt x="4749" y="9867"/>
                    <a:pt x="4849" y="9865"/>
                  </a:cubicBezTo>
                  <a:cubicBezTo>
                    <a:pt x="5959" y="9878"/>
                    <a:pt x="7070" y="9878"/>
                    <a:pt x="8167" y="9878"/>
                  </a:cubicBezTo>
                  <a:lnTo>
                    <a:pt x="8205" y="9878"/>
                  </a:lnTo>
                  <a:cubicBezTo>
                    <a:pt x="9162" y="9878"/>
                    <a:pt x="10017" y="9865"/>
                    <a:pt x="11013" y="9789"/>
                  </a:cubicBezTo>
                  <a:cubicBezTo>
                    <a:pt x="11766" y="9738"/>
                    <a:pt x="12786" y="9661"/>
                    <a:pt x="13590" y="9253"/>
                  </a:cubicBezTo>
                  <a:cubicBezTo>
                    <a:pt x="14471" y="8806"/>
                    <a:pt x="14905" y="7926"/>
                    <a:pt x="14726" y="6918"/>
                  </a:cubicBezTo>
                  <a:cubicBezTo>
                    <a:pt x="14624" y="6382"/>
                    <a:pt x="14292" y="5961"/>
                    <a:pt x="13973" y="5552"/>
                  </a:cubicBezTo>
                  <a:cubicBezTo>
                    <a:pt x="13718" y="5221"/>
                    <a:pt x="13463" y="4902"/>
                    <a:pt x="13361" y="4544"/>
                  </a:cubicBezTo>
                  <a:cubicBezTo>
                    <a:pt x="13310" y="4378"/>
                    <a:pt x="13284" y="4213"/>
                    <a:pt x="13259" y="4047"/>
                  </a:cubicBezTo>
                  <a:cubicBezTo>
                    <a:pt x="13246" y="3957"/>
                    <a:pt x="13233" y="3868"/>
                    <a:pt x="13220" y="3766"/>
                  </a:cubicBezTo>
                  <a:cubicBezTo>
                    <a:pt x="13067" y="2949"/>
                    <a:pt x="12621" y="2298"/>
                    <a:pt x="12008" y="2043"/>
                  </a:cubicBezTo>
                  <a:cubicBezTo>
                    <a:pt x="11753" y="1954"/>
                    <a:pt x="11498" y="1890"/>
                    <a:pt x="11230" y="1865"/>
                  </a:cubicBezTo>
                  <a:cubicBezTo>
                    <a:pt x="10821" y="1801"/>
                    <a:pt x="10477" y="1737"/>
                    <a:pt x="10298" y="1482"/>
                  </a:cubicBezTo>
                  <a:cubicBezTo>
                    <a:pt x="10247" y="1418"/>
                    <a:pt x="10209" y="1329"/>
                    <a:pt x="10171" y="1252"/>
                  </a:cubicBezTo>
                  <a:cubicBezTo>
                    <a:pt x="10145" y="1214"/>
                    <a:pt x="10132" y="1163"/>
                    <a:pt x="10107" y="1112"/>
                  </a:cubicBezTo>
                  <a:cubicBezTo>
                    <a:pt x="9722" y="429"/>
                    <a:pt x="9000" y="0"/>
                    <a:pt x="82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13"/>
            <p:cNvSpPr/>
            <p:nvPr/>
          </p:nvSpPr>
          <p:spPr>
            <a:xfrm>
              <a:off x="2493575" y="1248525"/>
              <a:ext cx="386025" cy="259375"/>
            </a:xfrm>
            <a:custGeom>
              <a:avLst/>
              <a:gdLst/>
              <a:ahLst/>
              <a:cxnLst/>
              <a:rect l="l" t="t" r="r" b="b"/>
              <a:pathLst>
                <a:path w="15441" h="10375" extrusionOk="0">
                  <a:moveTo>
                    <a:pt x="8416" y="485"/>
                  </a:moveTo>
                  <a:lnTo>
                    <a:pt x="8416" y="485"/>
                  </a:lnTo>
                  <a:cubicBezTo>
                    <a:pt x="9128" y="487"/>
                    <a:pt x="9827" y="844"/>
                    <a:pt x="10145" y="1468"/>
                  </a:cubicBezTo>
                  <a:cubicBezTo>
                    <a:pt x="10209" y="1608"/>
                    <a:pt x="10272" y="1735"/>
                    <a:pt x="10349" y="1863"/>
                  </a:cubicBezTo>
                  <a:cubicBezTo>
                    <a:pt x="10732" y="2399"/>
                    <a:pt x="11561" y="2259"/>
                    <a:pt x="12161" y="2501"/>
                  </a:cubicBezTo>
                  <a:cubicBezTo>
                    <a:pt x="12773" y="2756"/>
                    <a:pt x="13118" y="3407"/>
                    <a:pt x="13246" y="4058"/>
                  </a:cubicBezTo>
                  <a:cubicBezTo>
                    <a:pt x="13271" y="4326"/>
                    <a:pt x="13322" y="4581"/>
                    <a:pt x="13386" y="4849"/>
                  </a:cubicBezTo>
                  <a:cubicBezTo>
                    <a:pt x="13654" y="5717"/>
                    <a:pt x="14586" y="6304"/>
                    <a:pt x="14739" y="7197"/>
                  </a:cubicBezTo>
                  <a:cubicBezTo>
                    <a:pt x="14892" y="8001"/>
                    <a:pt x="14611" y="8843"/>
                    <a:pt x="13731" y="9277"/>
                  </a:cubicBezTo>
                  <a:cubicBezTo>
                    <a:pt x="13003" y="9647"/>
                    <a:pt x="12072" y="9736"/>
                    <a:pt x="11255" y="9787"/>
                  </a:cubicBezTo>
                  <a:cubicBezTo>
                    <a:pt x="10285" y="9864"/>
                    <a:pt x="9443" y="9877"/>
                    <a:pt x="8460" y="9877"/>
                  </a:cubicBezTo>
                  <a:lnTo>
                    <a:pt x="8422" y="9877"/>
                  </a:lnTo>
                  <a:cubicBezTo>
                    <a:pt x="8097" y="9881"/>
                    <a:pt x="7773" y="9882"/>
                    <a:pt x="7449" y="9882"/>
                  </a:cubicBezTo>
                  <a:cubicBezTo>
                    <a:pt x="6668" y="9882"/>
                    <a:pt x="5889" y="9873"/>
                    <a:pt x="5104" y="9864"/>
                  </a:cubicBezTo>
                  <a:cubicBezTo>
                    <a:pt x="4959" y="9868"/>
                    <a:pt x="4814" y="9870"/>
                    <a:pt x="4669" y="9870"/>
                  </a:cubicBezTo>
                  <a:cubicBezTo>
                    <a:pt x="3822" y="9870"/>
                    <a:pt x="2983" y="9807"/>
                    <a:pt x="2144" y="9698"/>
                  </a:cubicBezTo>
                  <a:cubicBezTo>
                    <a:pt x="1761" y="9660"/>
                    <a:pt x="1404" y="9545"/>
                    <a:pt x="1072" y="9366"/>
                  </a:cubicBezTo>
                  <a:cubicBezTo>
                    <a:pt x="740" y="9175"/>
                    <a:pt x="523" y="8843"/>
                    <a:pt x="498" y="8460"/>
                  </a:cubicBezTo>
                  <a:cubicBezTo>
                    <a:pt x="498" y="8001"/>
                    <a:pt x="932" y="7618"/>
                    <a:pt x="1289" y="7337"/>
                  </a:cubicBezTo>
                  <a:cubicBezTo>
                    <a:pt x="1557" y="7133"/>
                    <a:pt x="1850" y="6929"/>
                    <a:pt x="2042" y="6636"/>
                  </a:cubicBezTo>
                  <a:cubicBezTo>
                    <a:pt x="2374" y="6151"/>
                    <a:pt x="2348" y="5474"/>
                    <a:pt x="2731" y="5015"/>
                  </a:cubicBezTo>
                  <a:cubicBezTo>
                    <a:pt x="3165" y="4492"/>
                    <a:pt x="3943" y="4454"/>
                    <a:pt x="4568" y="4186"/>
                  </a:cubicBezTo>
                  <a:cubicBezTo>
                    <a:pt x="4964" y="3994"/>
                    <a:pt x="5296" y="3713"/>
                    <a:pt x="5538" y="3343"/>
                  </a:cubicBezTo>
                  <a:cubicBezTo>
                    <a:pt x="5806" y="2935"/>
                    <a:pt x="5947" y="2463"/>
                    <a:pt x="6163" y="2029"/>
                  </a:cubicBezTo>
                  <a:cubicBezTo>
                    <a:pt x="6546" y="1289"/>
                    <a:pt x="7223" y="676"/>
                    <a:pt x="8039" y="523"/>
                  </a:cubicBezTo>
                  <a:cubicBezTo>
                    <a:pt x="8165" y="498"/>
                    <a:pt x="8290" y="485"/>
                    <a:pt x="8416" y="485"/>
                  </a:cubicBezTo>
                  <a:close/>
                  <a:moveTo>
                    <a:pt x="8409" y="0"/>
                  </a:moveTo>
                  <a:lnTo>
                    <a:pt x="8422" y="13"/>
                  </a:lnTo>
                  <a:cubicBezTo>
                    <a:pt x="8392" y="10"/>
                    <a:pt x="8362" y="9"/>
                    <a:pt x="8332" y="9"/>
                  </a:cubicBezTo>
                  <a:cubicBezTo>
                    <a:pt x="8200" y="9"/>
                    <a:pt x="8073" y="30"/>
                    <a:pt x="7937" y="51"/>
                  </a:cubicBezTo>
                  <a:cubicBezTo>
                    <a:pt x="7031" y="230"/>
                    <a:pt x="6202" y="881"/>
                    <a:pt x="5730" y="1812"/>
                  </a:cubicBezTo>
                  <a:cubicBezTo>
                    <a:pt x="5628" y="1991"/>
                    <a:pt x="5551" y="2195"/>
                    <a:pt x="5474" y="2374"/>
                  </a:cubicBezTo>
                  <a:cubicBezTo>
                    <a:pt x="5385" y="2616"/>
                    <a:pt x="5270" y="2858"/>
                    <a:pt x="5130" y="3088"/>
                  </a:cubicBezTo>
                  <a:cubicBezTo>
                    <a:pt x="4938" y="3369"/>
                    <a:pt x="4670" y="3599"/>
                    <a:pt x="4351" y="3739"/>
                  </a:cubicBezTo>
                  <a:cubicBezTo>
                    <a:pt x="4160" y="3828"/>
                    <a:pt x="3969" y="3892"/>
                    <a:pt x="3764" y="3943"/>
                  </a:cubicBezTo>
                  <a:cubicBezTo>
                    <a:pt x="3292" y="4083"/>
                    <a:pt x="2744" y="4249"/>
                    <a:pt x="2361" y="4709"/>
                  </a:cubicBezTo>
                  <a:cubicBezTo>
                    <a:pt x="2131" y="5015"/>
                    <a:pt x="1965" y="5372"/>
                    <a:pt x="1876" y="5742"/>
                  </a:cubicBezTo>
                  <a:cubicBezTo>
                    <a:pt x="1825" y="5959"/>
                    <a:pt x="1748" y="6176"/>
                    <a:pt x="1633" y="6380"/>
                  </a:cubicBezTo>
                  <a:cubicBezTo>
                    <a:pt x="1493" y="6559"/>
                    <a:pt x="1314" y="6725"/>
                    <a:pt x="1123" y="6853"/>
                  </a:cubicBezTo>
                  <a:cubicBezTo>
                    <a:pt x="1072" y="6891"/>
                    <a:pt x="1021" y="6929"/>
                    <a:pt x="970" y="6980"/>
                  </a:cubicBezTo>
                  <a:cubicBezTo>
                    <a:pt x="651" y="7223"/>
                    <a:pt x="0" y="7746"/>
                    <a:pt x="13" y="8473"/>
                  </a:cubicBezTo>
                  <a:cubicBezTo>
                    <a:pt x="38" y="9022"/>
                    <a:pt x="345" y="9507"/>
                    <a:pt x="817" y="9787"/>
                  </a:cubicBezTo>
                  <a:cubicBezTo>
                    <a:pt x="1200" y="10004"/>
                    <a:pt x="1621" y="10145"/>
                    <a:pt x="2055" y="10183"/>
                  </a:cubicBezTo>
                  <a:cubicBezTo>
                    <a:pt x="2964" y="10310"/>
                    <a:pt x="3883" y="10364"/>
                    <a:pt x="4804" y="10364"/>
                  </a:cubicBezTo>
                  <a:cubicBezTo>
                    <a:pt x="4904" y="10364"/>
                    <a:pt x="5004" y="10363"/>
                    <a:pt x="5104" y="10362"/>
                  </a:cubicBezTo>
                  <a:cubicBezTo>
                    <a:pt x="6202" y="10374"/>
                    <a:pt x="7325" y="10374"/>
                    <a:pt x="8422" y="10374"/>
                  </a:cubicBezTo>
                  <a:lnTo>
                    <a:pt x="8460" y="10374"/>
                  </a:lnTo>
                  <a:cubicBezTo>
                    <a:pt x="9417" y="10374"/>
                    <a:pt x="10272" y="10362"/>
                    <a:pt x="11293" y="10285"/>
                  </a:cubicBezTo>
                  <a:cubicBezTo>
                    <a:pt x="12059" y="10234"/>
                    <a:pt x="13105" y="10145"/>
                    <a:pt x="13947" y="9724"/>
                  </a:cubicBezTo>
                  <a:cubicBezTo>
                    <a:pt x="14917" y="9252"/>
                    <a:pt x="15440" y="8167"/>
                    <a:pt x="15224" y="7120"/>
                  </a:cubicBezTo>
                  <a:cubicBezTo>
                    <a:pt x="15109" y="6521"/>
                    <a:pt x="14739" y="6049"/>
                    <a:pt x="14420" y="5653"/>
                  </a:cubicBezTo>
                  <a:cubicBezTo>
                    <a:pt x="14177" y="5372"/>
                    <a:pt x="13973" y="5053"/>
                    <a:pt x="13833" y="4709"/>
                  </a:cubicBezTo>
                  <a:cubicBezTo>
                    <a:pt x="13794" y="4568"/>
                    <a:pt x="13769" y="4415"/>
                    <a:pt x="13756" y="4262"/>
                  </a:cubicBezTo>
                  <a:cubicBezTo>
                    <a:pt x="13743" y="4160"/>
                    <a:pt x="13731" y="4071"/>
                    <a:pt x="13705" y="3969"/>
                  </a:cubicBezTo>
                  <a:cubicBezTo>
                    <a:pt x="13552" y="3063"/>
                    <a:pt x="13041" y="2348"/>
                    <a:pt x="12352" y="2067"/>
                  </a:cubicBezTo>
                  <a:cubicBezTo>
                    <a:pt x="12084" y="1965"/>
                    <a:pt x="11804" y="1901"/>
                    <a:pt x="11523" y="1863"/>
                  </a:cubicBezTo>
                  <a:cubicBezTo>
                    <a:pt x="11115" y="1799"/>
                    <a:pt x="10859" y="1748"/>
                    <a:pt x="10745" y="1595"/>
                  </a:cubicBezTo>
                  <a:cubicBezTo>
                    <a:pt x="10706" y="1531"/>
                    <a:pt x="10668" y="1468"/>
                    <a:pt x="10642" y="1404"/>
                  </a:cubicBezTo>
                  <a:cubicBezTo>
                    <a:pt x="10617" y="1353"/>
                    <a:pt x="10591" y="1302"/>
                    <a:pt x="10566" y="1251"/>
                  </a:cubicBezTo>
                  <a:cubicBezTo>
                    <a:pt x="10183" y="485"/>
                    <a:pt x="9341" y="0"/>
                    <a:pt x="840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3" name="Google Shape;133;p13"/>
          <p:cNvSpPr/>
          <p:nvPr/>
        </p:nvSpPr>
        <p:spPr>
          <a:xfrm flipH="1">
            <a:off x="8241492" y="944989"/>
            <a:ext cx="365020" cy="235273"/>
          </a:xfrm>
          <a:custGeom>
            <a:avLst/>
            <a:gdLst/>
            <a:ahLst/>
            <a:cxnLst/>
            <a:rect l="l" t="t" r="r" b="b"/>
            <a:pathLst>
              <a:path w="11920" h="7683" extrusionOk="0">
                <a:moveTo>
                  <a:pt x="5883" y="485"/>
                </a:moveTo>
                <a:lnTo>
                  <a:pt x="5883" y="498"/>
                </a:lnTo>
                <a:cubicBezTo>
                  <a:pt x="5921" y="494"/>
                  <a:pt x="5958" y="493"/>
                  <a:pt x="5994" y="493"/>
                </a:cubicBezTo>
                <a:cubicBezTo>
                  <a:pt x="6093" y="493"/>
                  <a:pt x="6189" y="505"/>
                  <a:pt x="6292" y="523"/>
                </a:cubicBezTo>
                <a:cubicBezTo>
                  <a:pt x="6675" y="574"/>
                  <a:pt x="7045" y="740"/>
                  <a:pt x="7338" y="995"/>
                </a:cubicBezTo>
                <a:cubicBezTo>
                  <a:pt x="7823" y="1416"/>
                  <a:pt x="8040" y="2118"/>
                  <a:pt x="8576" y="2476"/>
                </a:cubicBezTo>
                <a:cubicBezTo>
                  <a:pt x="9035" y="2782"/>
                  <a:pt x="9635" y="2782"/>
                  <a:pt x="10133" y="2986"/>
                </a:cubicBezTo>
                <a:cubicBezTo>
                  <a:pt x="11919" y="3752"/>
                  <a:pt x="11536" y="6393"/>
                  <a:pt x="9609" y="6610"/>
                </a:cubicBezTo>
                <a:cubicBezTo>
                  <a:pt x="9520" y="6623"/>
                  <a:pt x="9431" y="6623"/>
                  <a:pt x="9342" y="6623"/>
                </a:cubicBezTo>
                <a:cubicBezTo>
                  <a:pt x="8984" y="6623"/>
                  <a:pt x="8627" y="6559"/>
                  <a:pt x="8282" y="6559"/>
                </a:cubicBezTo>
                <a:cubicBezTo>
                  <a:pt x="8078" y="6559"/>
                  <a:pt x="7887" y="6585"/>
                  <a:pt x="7695" y="6648"/>
                </a:cubicBezTo>
                <a:cubicBezTo>
                  <a:pt x="7491" y="6738"/>
                  <a:pt x="7300" y="6840"/>
                  <a:pt x="7108" y="6942"/>
                </a:cubicBezTo>
                <a:cubicBezTo>
                  <a:pt x="6740" y="7126"/>
                  <a:pt x="6342" y="7216"/>
                  <a:pt x="5943" y="7216"/>
                </a:cubicBezTo>
                <a:cubicBezTo>
                  <a:pt x="5486" y="7216"/>
                  <a:pt x="5029" y="7097"/>
                  <a:pt x="4620" y="6865"/>
                </a:cubicBezTo>
                <a:cubicBezTo>
                  <a:pt x="4327" y="6687"/>
                  <a:pt x="4071" y="6470"/>
                  <a:pt x="3752" y="6380"/>
                </a:cubicBezTo>
                <a:cubicBezTo>
                  <a:pt x="3650" y="6355"/>
                  <a:pt x="3548" y="6342"/>
                  <a:pt x="3446" y="6342"/>
                </a:cubicBezTo>
                <a:cubicBezTo>
                  <a:pt x="2974" y="6342"/>
                  <a:pt x="2502" y="6572"/>
                  <a:pt x="2017" y="6572"/>
                </a:cubicBezTo>
                <a:lnTo>
                  <a:pt x="1902" y="6572"/>
                </a:lnTo>
                <a:cubicBezTo>
                  <a:pt x="1366" y="6508"/>
                  <a:pt x="907" y="6151"/>
                  <a:pt x="728" y="5640"/>
                </a:cubicBezTo>
                <a:cubicBezTo>
                  <a:pt x="524" y="5002"/>
                  <a:pt x="741" y="4288"/>
                  <a:pt x="1290" y="3892"/>
                </a:cubicBezTo>
                <a:cubicBezTo>
                  <a:pt x="1660" y="3599"/>
                  <a:pt x="2093" y="3471"/>
                  <a:pt x="2489" y="3254"/>
                </a:cubicBezTo>
                <a:cubicBezTo>
                  <a:pt x="2897" y="3024"/>
                  <a:pt x="3127" y="2667"/>
                  <a:pt x="3357" y="2259"/>
                </a:cubicBezTo>
                <a:cubicBezTo>
                  <a:pt x="3918" y="1263"/>
                  <a:pt x="4748" y="485"/>
                  <a:pt x="5883" y="485"/>
                </a:cubicBezTo>
                <a:close/>
                <a:moveTo>
                  <a:pt x="5896" y="0"/>
                </a:moveTo>
                <a:lnTo>
                  <a:pt x="5883" y="13"/>
                </a:lnTo>
                <a:cubicBezTo>
                  <a:pt x="4697" y="13"/>
                  <a:pt x="3676" y="702"/>
                  <a:pt x="2948" y="2029"/>
                </a:cubicBezTo>
                <a:cubicBezTo>
                  <a:pt x="2731" y="2399"/>
                  <a:pt x="2566" y="2667"/>
                  <a:pt x="2272" y="2833"/>
                </a:cubicBezTo>
                <a:cubicBezTo>
                  <a:pt x="2144" y="2897"/>
                  <a:pt x="2004" y="2960"/>
                  <a:pt x="1864" y="3024"/>
                </a:cubicBezTo>
                <a:cubicBezTo>
                  <a:pt x="1558" y="3139"/>
                  <a:pt x="1264" y="3305"/>
                  <a:pt x="996" y="3509"/>
                </a:cubicBezTo>
                <a:cubicBezTo>
                  <a:pt x="294" y="4032"/>
                  <a:pt x="1" y="4951"/>
                  <a:pt x="269" y="5793"/>
                </a:cubicBezTo>
                <a:cubicBezTo>
                  <a:pt x="524" y="6482"/>
                  <a:pt x="1136" y="6967"/>
                  <a:pt x="1864" y="7031"/>
                </a:cubicBezTo>
                <a:lnTo>
                  <a:pt x="2030" y="7031"/>
                </a:lnTo>
                <a:cubicBezTo>
                  <a:pt x="2310" y="7031"/>
                  <a:pt x="2591" y="6980"/>
                  <a:pt x="2859" y="6916"/>
                </a:cubicBezTo>
                <a:cubicBezTo>
                  <a:pt x="3051" y="6853"/>
                  <a:pt x="3255" y="6827"/>
                  <a:pt x="3446" y="6814"/>
                </a:cubicBezTo>
                <a:cubicBezTo>
                  <a:pt x="3510" y="6814"/>
                  <a:pt x="3574" y="6814"/>
                  <a:pt x="3637" y="6840"/>
                </a:cubicBezTo>
                <a:cubicBezTo>
                  <a:pt x="3816" y="6891"/>
                  <a:pt x="3969" y="6980"/>
                  <a:pt x="4122" y="7095"/>
                </a:cubicBezTo>
                <a:cubicBezTo>
                  <a:pt x="4199" y="7146"/>
                  <a:pt x="4288" y="7210"/>
                  <a:pt x="4378" y="7261"/>
                </a:cubicBezTo>
                <a:cubicBezTo>
                  <a:pt x="4863" y="7541"/>
                  <a:pt x="5407" y="7682"/>
                  <a:pt x="5953" y="7682"/>
                </a:cubicBezTo>
                <a:cubicBezTo>
                  <a:pt x="6425" y="7682"/>
                  <a:pt x="6900" y="7576"/>
                  <a:pt x="7338" y="7363"/>
                </a:cubicBezTo>
                <a:cubicBezTo>
                  <a:pt x="7415" y="7325"/>
                  <a:pt x="7478" y="7286"/>
                  <a:pt x="7542" y="7248"/>
                </a:cubicBezTo>
                <a:cubicBezTo>
                  <a:pt x="7644" y="7184"/>
                  <a:pt x="7759" y="7133"/>
                  <a:pt x="7861" y="7095"/>
                </a:cubicBezTo>
                <a:cubicBezTo>
                  <a:pt x="7978" y="7053"/>
                  <a:pt x="8103" y="7028"/>
                  <a:pt x="8222" y="7028"/>
                </a:cubicBezTo>
                <a:cubicBezTo>
                  <a:pt x="8247" y="7028"/>
                  <a:pt x="8271" y="7029"/>
                  <a:pt x="8295" y="7031"/>
                </a:cubicBezTo>
                <a:cubicBezTo>
                  <a:pt x="8448" y="7031"/>
                  <a:pt x="8614" y="7044"/>
                  <a:pt x="8780" y="7057"/>
                </a:cubicBezTo>
                <a:cubicBezTo>
                  <a:pt x="8946" y="7069"/>
                  <a:pt x="9150" y="7095"/>
                  <a:pt x="9354" y="7095"/>
                </a:cubicBezTo>
                <a:cubicBezTo>
                  <a:pt x="9456" y="7095"/>
                  <a:pt x="9571" y="7082"/>
                  <a:pt x="9673" y="7069"/>
                </a:cubicBezTo>
                <a:cubicBezTo>
                  <a:pt x="10745" y="6955"/>
                  <a:pt x="11587" y="6125"/>
                  <a:pt x="11741" y="5066"/>
                </a:cubicBezTo>
                <a:cubicBezTo>
                  <a:pt x="11906" y="3994"/>
                  <a:pt x="11319" y="2960"/>
                  <a:pt x="10337" y="2539"/>
                </a:cubicBezTo>
                <a:cubicBezTo>
                  <a:pt x="10094" y="2437"/>
                  <a:pt x="9852" y="2374"/>
                  <a:pt x="9597" y="2322"/>
                </a:cubicBezTo>
                <a:cubicBezTo>
                  <a:pt x="9342" y="2271"/>
                  <a:pt x="9086" y="2195"/>
                  <a:pt x="8857" y="2067"/>
                </a:cubicBezTo>
                <a:cubicBezTo>
                  <a:pt x="8627" y="1876"/>
                  <a:pt x="8436" y="1646"/>
                  <a:pt x="8295" y="1391"/>
                </a:cubicBezTo>
                <a:cubicBezTo>
                  <a:pt x="8116" y="1110"/>
                  <a:pt x="7912" y="842"/>
                  <a:pt x="7670" y="613"/>
                </a:cubicBezTo>
                <a:cubicBezTo>
                  <a:pt x="7300" y="306"/>
                  <a:pt x="6853" y="102"/>
                  <a:pt x="6368" y="38"/>
                </a:cubicBezTo>
                <a:cubicBezTo>
                  <a:pt x="6215" y="13"/>
                  <a:pt x="6049" y="0"/>
                  <a:pt x="58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two columns 2">
  <p:cSld name="TITLE_AND_TWO_COLUMNS_1_1_1">
    <p:spTree>
      <p:nvGrpSpPr>
        <p:cNvPr id="1" name="Shape 210"/>
        <p:cNvGrpSpPr/>
        <p:nvPr/>
      </p:nvGrpSpPr>
      <p:grpSpPr>
        <a:xfrm>
          <a:off x="0" y="0"/>
          <a:ext cx="0" cy="0"/>
          <a:chOff x="0" y="0"/>
          <a:chExt cx="0" cy="0"/>
        </a:xfrm>
      </p:grpSpPr>
      <p:pic>
        <p:nvPicPr>
          <p:cNvPr id="211" name="Google Shape;211;p21"/>
          <p:cNvPicPr preferRelativeResize="0"/>
          <p:nvPr/>
        </p:nvPicPr>
        <p:blipFill>
          <a:blip r:embed="rId2">
            <a:alphaModFix amt="65000"/>
          </a:blip>
          <a:stretch>
            <a:fillRect/>
          </a:stretch>
        </p:blipFill>
        <p:spPr>
          <a:xfrm>
            <a:off x="0" y="0"/>
            <a:ext cx="9144000" cy="5143500"/>
          </a:xfrm>
          <a:prstGeom prst="rect">
            <a:avLst/>
          </a:prstGeom>
          <a:noFill/>
          <a:ln>
            <a:noFill/>
          </a:ln>
        </p:spPr>
      </p:pic>
      <p:sp>
        <p:nvSpPr>
          <p:cNvPr id="212" name="Google Shape;212;p21"/>
          <p:cNvSpPr txBox="1">
            <a:spLocks noGrp="1"/>
          </p:cNvSpPr>
          <p:nvPr>
            <p:ph type="subTitle" idx="1"/>
          </p:nvPr>
        </p:nvSpPr>
        <p:spPr>
          <a:xfrm>
            <a:off x="1307175" y="2485300"/>
            <a:ext cx="2543400" cy="466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500"/>
              <a:buFont typeface="Bebas Neue"/>
              <a:buNone/>
              <a:defRPr sz="2200">
                <a:solidFill>
                  <a:schemeClr val="dk2"/>
                </a:solidFill>
                <a:latin typeface="Domine"/>
                <a:ea typeface="Domine"/>
                <a:cs typeface="Domine"/>
                <a:sym typeface="Domine"/>
              </a:defRPr>
            </a:lvl1pPr>
            <a:lvl2pPr lvl="1" algn="ctr" rtl="0">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algn="ctr" rtl="0">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algn="ctr" rtl="0">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algn="ctr" rtl="0">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algn="ctr" rtl="0">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algn="ctr" rtl="0">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algn="ctr" rtl="0">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algn="ctr" rtl="0">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a:endParaRPr/>
          </a:p>
        </p:txBody>
      </p:sp>
      <p:sp>
        <p:nvSpPr>
          <p:cNvPr id="213" name="Google Shape;213;p21"/>
          <p:cNvSpPr txBox="1">
            <a:spLocks noGrp="1"/>
          </p:cNvSpPr>
          <p:nvPr>
            <p:ph type="subTitle" idx="2"/>
          </p:nvPr>
        </p:nvSpPr>
        <p:spPr>
          <a:xfrm>
            <a:off x="5113546" y="2485300"/>
            <a:ext cx="2543400" cy="466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500"/>
              <a:buFont typeface="Bebas Neue"/>
              <a:buNone/>
              <a:defRPr sz="2200">
                <a:solidFill>
                  <a:schemeClr val="dk2"/>
                </a:solidFill>
                <a:latin typeface="Domine"/>
                <a:ea typeface="Domine"/>
                <a:cs typeface="Domine"/>
                <a:sym typeface="Domine"/>
              </a:defRPr>
            </a:lvl1pPr>
            <a:lvl2pPr lvl="1" algn="ctr" rtl="0">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algn="ctr" rtl="0">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algn="ctr" rtl="0">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algn="ctr" rtl="0">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algn="ctr" rtl="0">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algn="ctr" rtl="0">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algn="ctr" rtl="0">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algn="ctr" rtl="0">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a:endParaRPr/>
          </a:p>
        </p:txBody>
      </p:sp>
      <p:sp>
        <p:nvSpPr>
          <p:cNvPr id="214" name="Google Shape;214;p2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215" name="Google Shape;215;p21"/>
          <p:cNvSpPr txBox="1">
            <a:spLocks noGrp="1"/>
          </p:cNvSpPr>
          <p:nvPr>
            <p:ph type="body" idx="3"/>
          </p:nvPr>
        </p:nvSpPr>
        <p:spPr>
          <a:xfrm>
            <a:off x="1307175" y="2951500"/>
            <a:ext cx="2543400" cy="13872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16" name="Google Shape;216;p21"/>
          <p:cNvSpPr txBox="1">
            <a:spLocks noGrp="1"/>
          </p:cNvSpPr>
          <p:nvPr>
            <p:ph type="body" idx="4"/>
          </p:nvPr>
        </p:nvSpPr>
        <p:spPr>
          <a:xfrm>
            <a:off x="5113546" y="2951500"/>
            <a:ext cx="2543400" cy="13872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cxnSp>
        <p:nvCxnSpPr>
          <p:cNvPr id="217" name="Google Shape;217;p21"/>
          <p:cNvCxnSpPr/>
          <p:nvPr/>
        </p:nvCxnSpPr>
        <p:spPr>
          <a:xfrm>
            <a:off x="0" y="4802825"/>
            <a:ext cx="9144000" cy="0"/>
          </a:xfrm>
          <a:prstGeom prst="straightConnector1">
            <a:avLst/>
          </a:prstGeom>
          <a:noFill/>
          <a:ln w="19050" cap="flat" cmpd="sng">
            <a:solidFill>
              <a:schemeClr val="dk1"/>
            </a:solidFill>
            <a:prstDash val="solid"/>
            <a:round/>
            <a:headEnd type="none" w="med" len="med"/>
            <a:tailEnd type="none" w="med" len="med"/>
          </a:ln>
        </p:spPr>
      </p:cxnSp>
      <p:sp>
        <p:nvSpPr>
          <p:cNvPr id="218" name="Google Shape;218;p21"/>
          <p:cNvSpPr/>
          <p:nvPr/>
        </p:nvSpPr>
        <p:spPr>
          <a:xfrm>
            <a:off x="7439101" y="299354"/>
            <a:ext cx="389963" cy="251349"/>
          </a:xfrm>
          <a:custGeom>
            <a:avLst/>
            <a:gdLst/>
            <a:ahLst/>
            <a:cxnLst/>
            <a:rect l="l" t="t" r="r" b="b"/>
            <a:pathLst>
              <a:path w="11920" h="7683" extrusionOk="0">
                <a:moveTo>
                  <a:pt x="5883" y="485"/>
                </a:moveTo>
                <a:lnTo>
                  <a:pt x="5883" y="498"/>
                </a:lnTo>
                <a:cubicBezTo>
                  <a:pt x="5921" y="494"/>
                  <a:pt x="5958" y="493"/>
                  <a:pt x="5994" y="493"/>
                </a:cubicBezTo>
                <a:cubicBezTo>
                  <a:pt x="6093" y="493"/>
                  <a:pt x="6189" y="505"/>
                  <a:pt x="6292" y="523"/>
                </a:cubicBezTo>
                <a:cubicBezTo>
                  <a:pt x="6675" y="574"/>
                  <a:pt x="7045" y="740"/>
                  <a:pt x="7338" y="995"/>
                </a:cubicBezTo>
                <a:cubicBezTo>
                  <a:pt x="7823" y="1416"/>
                  <a:pt x="8040" y="2118"/>
                  <a:pt x="8576" y="2476"/>
                </a:cubicBezTo>
                <a:cubicBezTo>
                  <a:pt x="9035" y="2782"/>
                  <a:pt x="9635" y="2782"/>
                  <a:pt x="10133" y="2986"/>
                </a:cubicBezTo>
                <a:cubicBezTo>
                  <a:pt x="11919" y="3752"/>
                  <a:pt x="11536" y="6393"/>
                  <a:pt x="9609" y="6610"/>
                </a:cubicBezTo>
                <a:cubicBezTo>
                  <a:pt x="9520" y="6623"/>
                  <a:pt x="9431" y="6623"/>
                  <a:pt x="9342" y="6623"/>
                </a:cubicBezTo>
                <a:cubicBezTo>
                  <a:pt x="8984" y="6623"/>
                  <a:pt x="8627" y="6559"/>
                  <a:pt x="8282" y="6559"/>
                </a:cubicBezTo>
                <a:cubicBezTo>
                  <a:pt x="8078" y="6559"/>
                  <a:pt x="7887" y="6585"/>
                  <a:pt x="7695" y="6648"/>
                </a:cubicBezTo>
                <a:cubicBezTo>
                  <a:pt x="7491" y="6738"/>
                  <a:pt x="7300" y="6840"/>
                  <a:pt x="7108" y="6942"/>
                </a:cubicBezTo>
                <a:cubicBezTo>
                  <a:pt x="6740" y="7126"/>
                  <a:pt x="6342" y="7216"/>
                  <a:pt x="5943" y="7216"/>
                </a:cubicBezTo>
                <a:cubicBezTo>
                  <a:pt x="5486" y="7216"/>
                  <a:pt x="5029" y="7097"/>
                  <a:pt x="4620" y="6865"/>
                </a:cubicBezTo>
                <a:cubicBezTo>
                  <a:pt x="4327" y="6687"/>
                  <a:pt x="4071" y="6470"/>
                  <a:pt x="3752" y="6380"/>
                </a:cubicBezTo>
                <a:cubicBezTo>
                  <a:pt x="3650" y="6355"/>
                  <a:pt x="3548" y="6342"/>
                  <a:pt x="3446" y="6342"/>
                </a:cubicBezTo>
                <a:cubicBezTo>
                  <a:pt x="2974" y="6342"/>
                  <a:pt x="2502" y="6572"/>
                  <a:pt x="2017" y="6572"/>
                </a:cubicBezTo>
                <a:lnTo>
                  <a:pt x="1902" y="6572"/>
                </a:lnTo>
                <a:cubicBezTo>
                  <a:pt x="1366" y="6508"/>
                  <a:pt x="907" y="6151"/>
                  <a:pt x="728" y="5640"/>
                </a:cubicBezTo>
                <a:cubicBezTo>
                  <a:pt x="524" y="5002"/>
                  <a:pt x="741" y="4288"/>
                  <a:pt x="1290" y="3892"/>
                </a:cubicBezTo>
                <a:cubicBezTo>
                  <a:pt x="1660" y="3599"/>
                  <a:pt x="2093" y="3471"/>
                  <a:pt x="2489" y="3254"/>
                </a:cubicBezTo>
                <a:cubicBezTo>
                  <a:pt x="2897" y="3024"/>
                  <a:pt x="3127" y="2667"/>
                  <a:pt x="3357" y="2259"/>
                </a:cubicBezTo>
                <a:cubicBezTo>
                  <a:pt x="3918" y="1263"/>
                  <a:pt x="4748" y="485"/>
                  <a:pt x="5883" y="485"/>
                </a:cubicBezTo>
                <a:close/>
                <a:moveTo>
                  <a:pt x="5896" y="0"/>
                </a:moveTo>
                <a:lnTo>
                  <a:pt x="5883" y="13"/>
                </a:lnTo>
                <a:cubicBezTo>
                  <a:pt x="4697" y="13"/>
                  <a:pt x="3676" y="702"/>
                  <a:pt x="2948" y="2029"/>
                </a:cubicBezTo>
                <a:cubicBezTo>
                  <a:pt x="2731" y="2399"/>
                  <a:pt x="2566" y="2667"/>
                  <a:pt x="2272" y="2833"/>
                </a:cubicBezTo>
                <a:cubicBezTo>
                  <a:pt x="2144" y="2897"/>
                  <a:pt x="2004" y="2960"/>
                  <a:pt x="1864" y="3024"/>
                </a:cubicBezTo>
                <a:cubicBezTo>
                  <a:pt x="1558" y="3139"/>
                  <a:pt x="1264" y="3305"/>
                  <a:pt x="996" y="3509"/>
                </a:cubicBezTo>
                <a:cubicBezTo>
                  <a:pt x="294" y="4032"/>
                  <a:pt x="1" y="4951"/>
                  <a:pt x="269" y="5793"/>
                </a:cubicBezTo>
                <a:cubicBezTo>
                  <a:pt x="524" y="6482"/>
                  <a:pt x="1136" y="6967"/>
                  <a:pt x="1864" y="7031"/>
                </a:cubicBezTo>
                <a:lnTo>
                  <a:pt x="2030" y="7031"/>
                </a:lnTo>
                <a:cubicBezTo>
                  <a:pt x="2310" y="7031"/>
                  <a:pt x="2591" y="6980"/>
                  <a:pt x="2859" y="6916"/>
                </a:cubicBezTo>
                <a:cubicBezTo>
                  <a:pt x="3051" y="6853"/>
                  <a:pt x="3255" y="6827"/>
                  <a:pt x="3446" y="6814"/>
                </a:cubicBezTo>
                <a:cubicBezTo>
                  <a:pt x="3510" y="6814"/>
                  <a:pt x="3574" y="6814"/>
                  <a:pt x="3637" y="6840"/>
                </a:cubicBezTo>
                <a:cubicBezTo>
                  <a:pt x="3816" y="6891"/>
                  <a:pt x="3969" y="6980"/>
                  <a:pt x="4122" y="7095"/>
                </a:cubicBezTo>
                <a:cubicBezTo>
                  <a:pt x="4199" y="7146"/>
                  <a:pt x="4288" y="7210"/>
                  <a:pt x="4378" y="7261"/>
                </a:cubicBezTo>
                <a:cubicBezTo>
                  <a:pt x="4863" y="7541"/>
                  <a:pt x="5407" y="7682"/>
                  <a:pt x="5953" y="7682"/>
                </a:cubicBezTo>
                <a:cubicBezTo>
                  <a:pt x="6425" y="7682"/>
                  <a:pt x="6900" y="7576"/>
                  <a:pt x="7338" y="7363"/>
                </a:cubicBezTo>
                <a:cubicBezTo>
                  <a:pt x="7415" y="7325"/>
                  <a:pt x="7478" y="7286"/>
                  <a:pt x="7542" y="7248"/>
                </a:cubicBezTo>
                <a:cubicBezTo>
                  <a:pt x="7644" y="7184"/>
                  <a:pt x="7759" y="7133"/>
                  <a:pt x="7861" y="7095"/>
                </a:cubicBezTo>
                <a:cubicBezTo>
                  <a:pt x="7978" y="7053"/>
                  <a:pt x="8103" y="7028"/>
                  <a:pt x="8222" y="7028"/>
                </a:cubicBezTo>
                <a:cubicBezTo>
                  <a:pt x="8247" y="7028"/>
                  <a:pt x="8271" y="7029"/>
                  <a:pt x="8295" y="7031"/>
                </a:cubicBezTo>
                <a:cubicBezTo>
                  <a:pt x="8448" y="7031"/>
                  <a:pt x="8614" y="7044"/>
                  <a:pt x="8780" y="7057"/>
                </a:cubicBezTo>
                <a:cubicBezTo>
                  <a:pt x="8946" y="7069"/>
                  <a:pt x="9150" y="7095"/>
                  <a:pt x="9354" y="7095"/>
                </a:cubicBezTo>
                <a:cubicBezTo>
                  <a:pt x="9456" y="7095"/>
                  <a:pt x="9571" y="7082"/>
                  <a:pt x="9673" y="7069"/>
                </a:cubicBezTo>
                <a:cubicBezTo>
                  <a:pt x="10745" y="6955"/>
                  <a:pt x="11587" y="6125"/>
                  <a:pt x="11741" y="5066"/>
                </a:cubicBezTo>
                <a:cubicBezTo>
                  <a:pt x="11906" y="3994"/>
                  <a:pt x="11319" y="2960"/>
                  <a:pt x="10337" y="2539"/>
                </a:cubicBezTo>
                <a:cubicBezTo>
                  <a:pt x="10094" y="2437"/>
                  <a:pt x="9852" y="2374"/>
                  <a:pt x="9597" y="2322"/>
                </a:cubicBezTo>
                <a:cubicBezTo>
                  <a:pt x="9342" y="2271"/>
                  <a:pt x="9086" y="2195"/>
                  <a:pt x="8857" y="2067"/>
                </a:cubicBezTo>
                <a:cubicBezTo>
                  <a:pt x="8627" y="1876"/>
                  <a:pt x="8436" y="1646"/>
                  <a:pt x="8295" y="1391"/>
                </a:cubicBezTo>
                <a:cubicBezTo>
                  <a:pt x="8116" y="1110"/>
                  <a:pt x="7912" y="842"/>
                  <a:pt x="7670" y="613"/>
                </a:cubicBezTo>
                <a:cubicBezTo>
                  <a:pt x="7300" y="306"/>
                  <a:pt x="6853" y="102"/>
                  <a:pt x="6368" y="38"/>
                </a:cubicBezTo>
                <a:cubicBezTo>
                  <a:pt x="6215" y="13"/>
                  <a:pt x="6049" y="0"/>
                  <a:pt x="58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19" name="Google Shape;219;p21"/>
          <p:cNvGrpSpPr/>
          <p:nvPr/>
        </p:nvGrpSpPr>
        <p:grpSpPr>
          <a:xfrm>
            <a:off x="1028310" y="259197"/>
            <a:ext cx="493610" cy="331663"/>
            <a:chOff x="2493575" y="1248525"/>
            <a:chExt cx="386025" cy="259375"/>
          </a:xfrm>
        </p:grpSpPr>
        <p:sp>
          <p:nvSpPr>
            <p:cNvPr id="220" name="Google Shape;220;p21"/>
            <p:cNvSpPr/>
            <p:nvPr/>
          </p:nvSpPr>
          <p:spPr>
            <a:xfrm>
              <a:off x="2499950" y="1254550"/>
              <a:ext cx="372625" cy="246975"/>
            </a:xfrm>
            <a:custGeom>
              <a:avLst/>
              <a:gdLst/>
              <a:ahLst/>
              <a:cxnLst/>
              <a:rect l="l" t="t" r="r" b="b"/>
              <a:pathLst>
                <a:path w="14905" h="9879" extrusionOk="0">
                  <a:moveTo>
                    <a:pt x="8222" y="0"/>
                  </a:moveTo>
                  <a:cubicBezTo>
                    <a:pt x="8199" y="0"/>
                    <a:pt x="8177" y="1"/>
                    <a:pt x="8154" y="1"/>
                  </a:cubicBezTo>
                  <a:cubicBezTo>
                    <a:pt x="8014" y="1"/>
                    <a:pt x="7874" y="14"/>
                    <a:pt x="7733" y="40"/>
                  </a:cubicBezTo>
                  <a:cubicBezTo>
                    <a:pt x="6891" y="206"/>
                    <a:pt x="6125" y="805"/>
                    <a:pt x="5692" y="1673"/>
                  </a:cubicBezTo>
                  <a:cubicBezTo>
                    <a:pt x="5602" y="1852"/>
                    <a:pt x="5513" y="2043"/>
                    <a:pt x="5436" y="2222"/>
                  </a:cubicBezTo>
                  <a:cubicBezTo>
                    <a:pt x="5347" y="2477"/>
                    <a:pt x="5219" y="2732"/>
                    <a:pt x="5079" y="2962"/>
                  </a:cubicBezTo>
                  <a:cubicBezTo>
                    <a:pt x="4862" y="3294"/>
                    <a:pt x="4556" y="3549"/>
                    <a:pt x="4199" y="3715"/>
                  </a:cubicBezTo>
                  <a:cubicBezTo>
                    <a:pt x="3994" y="3804"/>
                    <a:pt x="3790" y="3868"/>
                    <a:pt x="3586" y="3932"/>
                  </a:cubicBezTo>
                  <a:cubicBezTo>
                    <a:pt x="3114" y="4059"/>
                    <a:pt x="2616" y="4213"/>
                    <a:pt x="2284" y="4608"/>
                  </a:cubicBezTo>
                  <a:cubicBezTo>
                    <a:pt x="2080" y="4889"/>
                    <a:pt x="1927" y="5221"/>
                    <a:pt x="1863" y="5565"/>
                  </a:cubicBezTo>
                  <a:cubicBezTo>
                    <a:pt x="1800" y="5808"/>
                    <a:pt x="1710" y="6037"/>
                    <a:pt x="1583" y="6267"/>
                  </a:cubicBezTo>
                  <a:cubicBezTo>
                    <a:pt x="1429" y="6471"/>
                    <a:pt x="1238" y="6650"/>
                    <a:pt x="1021" y="6790"/>
                  </a:cubicBezTo>
                  <a:lnTo>
                    <a:pt x="868" y="6905"/>
                  </a:lnTo>
                  <a:cubicBezTo>
                    <a:pt x="421" y="7262"/>
                    <a:pt x="0" y="7683"/>
                    <a:pt x="0" y="8219"/>
                  </a:cubicBezTo>
                  <a:cubicBezTo>
                    <a:pt x="26" y="8679"/>
                    <a:pt x="281" y="9100"/>
                    <a:pt x="689" y="9330"/>
                  </a:cubicBezTo>
                  <a:cubicBezTo>
                    <a:pt x="1047" y="9534"/>
                    <a:pt x="1429" y="9649"/>
                    <a:pt x="1838" y="9700"/>
                  </a:cubicBezTo>
                  <a:cubicBezTo>
                    <a:pt x="2735" y="9815"/>
                    <a:pt x="3642" y="9867"/>
                    <a:pt x="4550" y="9867"/>
                  </a:cubicBezTo>
                  <a:cubicBezTo>
                    <a:pt x="4650" y="9867"/>
                    <a:pt x="4749" y="9867"/>
                    <a:pt x="4849" y="9865"/>
                  </a:cubicBezTo>
                  <a:cubicBezTo>
                    <a:pt x="5959" y="9878"/>
                    <a:pt x="7070" y="9878"/>
                    <a:pt x="8167" y="9878"/>
                  </a:cubicBezTo>
                  <a:lnTo>
                    <a:pt x="8205" y="9878"/>
                  </a:lnTo>
                  <a:cubicBezTo>
                    <a:pt x="9162" y="9878"/>
                    <a:pt x="10017" y="9865"/>
                    <a:pt x="11013" y="9789"/>
                  </a:cubicBezTo>
                  <a:cubicBezTo>
                    <a:pt x="11766" y="9738"/>
                    <a:pt x="12786" y="9661"/>
                    <a:pt x="13590" y="9253"/>
                  </a:cubicBezTo>
                  <a:cubicBezTo>
                    <a:pt x="14471" y="8806"/>
                    <a:pt x="14905" y="7926"/>
                    <a:pt x="14726" y="6918"/>
                  </a:cubicBezTo>
                  <a:cubicBezTo>
                    <a:pt x="14624" y="6382"/>
                    <a:pt x="14292" y="5961"/>
                    <a:pt x="13973" y="5552"/>
                  </a:cubicBezTo>
                  <a:cubicBezTo>
                    <a:pt x="13718" y="5221"/>
                    <a:pt x="13463" y="4902"/>
                    <a:pt x="13361" y="4544"/>
                  </a:cubicBezTo>
                  <a:cubicBezTo>
                    <a:pt x="13310" y="4378"/>
                    <a:pt x="13284" y="4213"/>
                    <a:pt x="13259" y="4047"/>
                  </a:cubicBezTo>
                  <a:cubicBezTo>
                    <a:pt x="13246" y="3957"/>
                    <a:pt x="13233" y="3868"/>
                    <a:pt x="13220" y="3766"/>
                  </a:cubicBezTo>
                  <a:cubicBezTo>
                    <a:pt x="13067" y="2949"/>
                    <a:pt x="12621" y="2298"/>
                    <a:pt x="12008" y="2043"/>
                  </a:cubicBezTo>
                  <a:cubicBezTo>
                    <a:pt x="11753" y="1954"/>
                    <a:pt x="11498" y="1890"/>
                    <a:pt x="11230" y="1865"/>
                  </a:cubicBezTo>
                  <a:cubicBezTo>
                    <a:pt x="10821" y="1801"/>
                    <a:pt x="10477" y="1737"/>
                    <a:pt x="10298" y="1482"/>
                  </a:cubicBezTo>
                  <a:cubicBezTo>
                    <a:pt x="10247" y="1418"/>
                    <a:pt x="10209" y="1329"/>
                    <a:pt x="10171" y="1252"/>
                  </a:cubicBezTo>
                  <a:cubicBezTo>
                    <a:pt x="10145" y="1214"/>
                    <a:pt x="10132" y="1163"/>
                    <a:pt x="10107" y="1112"/>
                  </a:cubicBezTo>
                  <a:cubicBezTo>
                    <a:pt x="9722" y="429"/>
                    <a:pt x="9000" y="0"/>
                    <a:pt x="82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21"/>
            <p:cNvSpPr/>
            <p:nvPr/>
          </p:nvSpPr>
          <p:spPr>
            <a:xfrm>
              <a:off x="2493575" y="1248525"/>
              <a:ext cx="386025" cy="259375"/>
            </a:xfrm>
            <a:custGeom>
              <a:avLst/>
              <a:gdLst/>
              <a:ahLst/>
              <a:cxnLst/>
              <a:rect l="l" t="t" r="r" b="b"/>
              <a:pathLst>
                <a:path w="15441" h="10375" extrusionOk="0">
                  <a:moveTo>
                    <a:pt x="8416" y="485"/>
                  </a:moveTo>
                  <a:lnTo>
                    <a:pt x="8416" y="485"/>
                  </a:lnTo>
                  <a:cubicBezTo>
                    <a:pt x="9128" y="487"/>
                    <a:pt x="9827" y="844"/>
                    <a:pt x="10145" y="1468"/>
                  </a:cubicBezTo>
                  <a:cubicBezTo>
                    <a:pt x="10209" y="1608"/>
                    <a:pt x="10272" y="1735"/>
                    <a:pt x="10349" y="1863"/>
                  </a:cubicBezTo>
                  <a:cubicBezTo>
                    <a:pt x="10732" y="2399"/>
                    <a:pt x="11561" y="2259"/>
                    <a:pt x="12161" y="2501"/>
                  </a:cubicBezTo>
                  <a:cubicBezTo>
                    <a:pt x="12773" y="2756"/>
                    <a:pt x="13118" y="3407"/>
                    <a:pt x="13246" y="4058"/>
                  </a:cubicBezTo>
                  <a:cubicBezTo>
                    <a:pt x="13271" y="4326"/>
                    <a:pt x="13322" y="4581"/>
                    <a:pt x="13386" y="4849"/>
                  </a:cubicBezTo>
                  <a:cubicBezTo>
                    <a:pt x="13654" y="5717"/>
                    <a:pt x="14586" y="6304"/>
                    <a:pt x="14739" y="7197"/>
                  </a:cubicBezTo>
                  <a:cubicBezTo>
                    <a:pt x="14892" y="8001"/>
                    <a:pt x="14611" y="8843"/>
                    <a:pt x="13731" y="9277"/>
                  </a:cubicBezTo>
                  <a:cubicBezTo>
                    <a:pt x="13003" y="9647"/>
                    <a:pt x="12072" y="9736"/>
                    <a:pt x="11255" y="9787"/>
                  </a:cubicBezTo>
                  <a:cubicBezTo>
                    <a:pt x="10285" y="9864"/>
                    <a:pt x="9443" y="9877"/>
                    <a:pt x="8460" y="9877"/>
                  </a:cubicBezTo>
                  <a:lnTo>
                    <a:pt x="8422" y="9877"/>
                  </a:lnTo>
                  <a:cubicBezTo>
                    <a:pt x="8097" y="9881"/>
                    <a:pt x="7773" y="9882"/>
                    <a:pt x="7449" y="9882"/>
                  </a:cubicBezTo>
                  <a:cubicBezTo>
                    <a:pt x="6668" y="9882"/>
                    <a:pt x="5889" y="9873"/>
                    <a:pt x="5104" y="9864"/>
                  </a:cubicBezTo>
                  <a:cubicBezTo>
                    <a:pt x="4959" y="9868"/>
                    <a:pt x="4814" y="9870"/>
                    <a:pt x="4669" y="9870"/>
                  </a:cubicBezTo>
                  <a:cubicBezTo>
                    <a:pt x="3822" y="9870"/>
                    <a:pt x="2983" y="9807"/>
                    <a:pt x="2144" y="9698"/>
                  </a:cubicBezTo>
                  <a:cubicBezTo>
                    <a:pt x="1761" y="9660"/>
                    <a:pt x="1404" y="9545"/>
                    <a:pt x="1072" y="9366"/>
                  </a:cubicBezTo>
                  <a:cubicBezTo>
                    <a:pt x="740" y="9175"/>
                    <a:pt x="523" y="8843"/>
                    <a:pt x="498" y="8460"/>
                  </a:cubicBezTo>
                  <a:cubicBezTo>
                    <a:pt x="498" y="8001"/>
                    <a:pt x="932" y="7618"/>
                    <a:pt x="1289" y="7337"/>
                  </a:cubicBezTo>
                  <a:cubicBezTo>
                    <a:pt x="1557" y="7133"/>
                    <a:pt x="1850" y="6929"/>
                    <a:pt x="2042" y="6636"/>
                  </a:cubicBezTo>
                  <a:cubicBezTo>
                    <a:pt x="2374" y="6151"/>
                    <a:pt x="2348" y="5474"/>
                    <a:pt x="2731" y="5015"/>
                  </a:cubicBezTo>
                  <a:cubicBezTo>
                    <a:pt x="3165" y="4492"/>
                    <a:pt x="3943" y="4454"/>
                    <a:pt x="4568" y="4186"/>
                  </a:cubicBezTo>
                  <a:cubicBezTo>
                    <a:pt x="4964" y="3994"/>
                    <a:pt x="5296" y="3713"/>
                    <a:pt x="5538" y="3343"/>
                  </a:cubicBezTo>
                  <a:cubicBezTo>
                    <a:pt x="5806" y="2935"/>
                    <a:pt x="5947" y="2463"/>
                    <a:pt x="6163" y="2029"/>
                  </a:cubicBezTo>
                  <a:cubicBezTo>
                    <a:pt x="6546" y="1289"/>
                    <a:pt x="7223" y="676"/>
                    <a:pt x="8039" y="523"/>
                  </a:cubicBezTo>
                  <a:cubicBezTo>
                    <a:pt x="8165" y="498"/>
                    <a:pt x="8290" y="485"/>
                    <a:pt x="8416" y="485"/>
                  </a:cubicBezTo>
                  <a:close/>
                  <a:moveTo>
                    <a:pt x="8409" y="0"/>
                  </a:moveTo>
                  <a:lnTo>
                    <a:pt x="8422" y="13"/>
                  </a:lnTo>
                  <a:cubicBezTo>
                    <a:pt x="8392" y="10"/>
                    <a:pt x="8362" y="9"/>
                    <a:pt x="8332" y="9"/>
                  </a:cubicBezTo>
                  <a:cubicBezTo>
                    <a:pt x="8200" y="9"/>
                    <a:pt x="8073" y="30"/>
                    <a:pt x="7937" y="51"/>
                  </a:cubicBezTo>
                  <a:cubicBezTo>
                    <a:pt x="7031" y="230"/>
                    <a:pt x="6202" y="881"/>
                    <a:pt x="5730" y="1812"/>
                  </a:cubicBezTo>
                  <a:cubicBezTo>
                    <a:pt x="5628" y="1991"/>
                    <a:pt x="5551" y="2195"/>
                    <a:pt x="5474" y="2374"/>
                  </a:cubicBezTo>
                  <a:cubicBezTo>
                    <a:pt x="5385" y="2616"/>
                    <a:pt x="5270" y="2858"/>
                    <a:pt x="5130" y="3088"/>
                  </a:cubicBezTo>
                  <a:cubicBezTo>
                    <a:pt x="4938" y="3369"/>
                    <a:pt x="4670" y="3599"/>
                    <a:pt x="4351" y="3739"/>
                  </a:cubicBezTo>
                  <a:cubicBezTo>
                    <a:pt x="4160" y="3828"/>
                    <a:pt x="3969" y="3892"/>
                    <a:pt x="3764" y="3943"/>
                  </a:cubicBezTo>
                  <a:cubicBezTo>
                    <a:pt x="3292" y="4083"/>
                    <a:pt x="2744" y="4249"/>
                    <a:pt x="2361" y="4709"/>
                  </a:cubicBezTo>
                  <a:cubicBezTo>
                    <a:pt x="2131" y="5015"/>
                    <a:pt x="1965" y="5372"/>
                    <a:pt x="1876" y="5742"/>
                  </a:cubicBezTo>
                  <a:cubicBezTo>
                    <a:pt x="1825" y="5959"/>
                    <a:pt x="1748" y="6176"/>
                    <a:pt x="1633" y="6380"/>
                  </a:cubicBezTo>
                  <a:cubicBezTo>
                    <a:pt x="1493" y="6559"/>
                    <a:pt x="1314" y="6725"/>
                    <a:pt x="1123" y="6853"/>
                  </a:cubicBezTo>
                  <a:cubicBezTo>
                    <a:pt x="1072" y="6891"/>
                    <a:pt x="1021" y="6929"/>
                    <a:pt x="970" y="6980"/>
                  </a:cubicBezTo>
                  <a:cubicBezTo>
                    <a:pt x="651" y="7223"/>
                    <a:pt x="0" y="7746"/>
                    <a:pt x="13" y="8473"/>
                  </a:cubicBezTo>
                  <a:cubicBezTo>
                    <a:pt x="38" y="9022"/>
                    <a:pt x="345" y="9507"/>
                    <a:pt x="817" y="9787"/>
                  </a:cubicBezTo>
                  <a:cubicBezTo>
                    <a:pt x="1200" y="10004"/>
                    <a:pt x="1621" y="10145"/>
                    <a:pt x="2055" y="10183"/>
                  </a:cubicBezTo>
                  <a:cubicBezTo>
                    <a:pt x="2964" y="10310"/>
                    <a:pt x="3883" y="10364"/>
                    <a:pt x="4804" y="10364"/>
                  </a:cubicBezTo>
                  <a:cubicBezTo>
                    <a:pt x="4904" y="10364"/>
                    <a:pt x="5004" y="10363"/>
                    <a:pt x="5104" y="10362"/>
                  </a:cubicBezTo>
                  <a:cubicBezTo>
                    <a:pt x="6202" y="10374"/>
                    <a:pt x="7325" y="10374"/>
                    <a:pt x="8422" y="10374"/>
                  </a:cubicBezTo>
                  <a:lnTo>
                    <a:pt x="8460" y="10374"/>
                  </a:lnTo>
                  <a:cubicBezTo>
                    <a:pt x="9417" y="10374"/>
                    <a:pt x="10272" y="10362"/>
                    <a:pt x="11293" y="10285"/>
                  </a:cubicBezTo>
                  <a:cubicBezTo>
                    <a:pt x="12059" y="10234"/>
                    <a:pt x="13105" y="10145"/>
                    <a:pt x="13947" y="9724"/>
                  </a:cubicBezTo>
                  <a:cubicBezTo>
                    <a:pt x="14917" y="9252"/>
                    <a:pt x="15440" y="8167"/>
                    <a:pt x="15224" y="7120"/>
                  </a:cubicBezTo>
                  <a:cubicBezTo>
                    <a:pt x="15109" y="6521"/>
                    <a:pt x="14739" y="6049"/>
                    <a:pt x="14420" y="5653"/>
                  </a:cubicBezTo>
                  <a:cubicBezTo>
                    <a:pt x="14177" y="5372"/>
                    <a:pt x="13973" y="5053"/>
                    <a:pt x="13833" y="4709"/>
                  </a:cubicBezTo>
                  <a:cubicBezTo>
                    <a:pt x="13794" y="4568"/>
                    <a:pt x="13769" y="4415"/>
                    <a:pt x="13756" y="4262"/>
                  </a:cubicBezTo>
                  <a:cubicBezTo>
                    <a:pt x="13743" y="4160"/>
                    <a:pt x="13731" y="4071"/>
                    <a:pt x="13705" y="3969"/>
                  </a:cubicBezTo>
                  <a:cubicBezTo>
                    <a:pt x="13552" y="3063"/>
                    <a:pt x="13041" y="2348"/>
                    <a:pt x="12352" y="2067"/>
                  </a:cubicBezTo>
                  <a:cubicBezTo>
                    <a:pt x="12084" y="1965"/>
                    <a:pt x="11804" y="1901"/>
                    <a:pt x="11523" y="1863"/>
                  </a:cubicBezTo>
                  <a:cubicBezTo>
                    <a:pt x="11115" y="1799"/>
                    <a:pt x="10859" y="1748"/>
                    <a:pt x="10745" y="1595"/>
                  </a:cubicBezTo>
                  <a:cubicBezTo>
                    <a:pt x="10706" y="1531"/>
                    <a:pt x="10668" y="1468"/>
                    <a:pt x="10642" y="1404"/>
                  </a:cubicBezTo>
                  <a:cubicBezTo>
                    <a:pt x="10617" y="1353"/>
                    <a:pt x="10591" y="1302"/>
                    <a:pt x="10566" y="1251"/>
                  </a:cubicBezTo>
                  <a:cubicBezTo>
                    <a:pt x="10183" y="485"/>
                    <a:pt x="9341" y="0"/>
                    <a:pt x="840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2" name="Google Shape;222;p21"/>
          <p:cNvGrpSpPr/>
          <p:nvPr/>
        </p:nvGrpSpPr>
        <p:grpSpPr>
          <a:xfrm>
            <a:off x="8123926" y="874699"/>
            <a:ext cx="493610" cy="331663"/>
            <a:chOff x="2493575" y="1248525"/>
            <a:chExt cx="386025" cy="259375"/>
          </a:xfrm>
        </p:grpSpPr>
        <p:sp>
          <p:nvSpPr>
            <p:cNvPr id="223" name="Google Shape;223;p21"/>
            <p:cNvSpPr/>
            <p:nvPr/>
          </p:nvSpPr>
          <p:spPr>
            <a:xfrm>
              <a:off x="2499950" y="1254550"/>
              <a:ext cx="372625" cy="246975"/>
            </a:xfrm>
            <a:custGeom>
              <a:avLst/>
              <a:gdLst/>
              <a:ahLst/>
              <a:cxnLst/>
              <a:rect l="l" t="t" r="r" b="b"/>
              <a:pathLst>
                <a:path w="14905" h="9879" extrusionOk="0">
                  <a:moveTo>
                    <a:pt x="8222" y="0"/>
                  </a:moveTo>
                  <a:cubicBezTo>
                    <a:pt x="8199" y="0"/>
                    <a:pt x="8177" y="1"/>
                    <a:pt x="8154" y="1"/>
                  </a:cubicBezTo>
                  <a:cubicBezTo>
                    <a:pt x="8014" y="1"/>
                    <a:pt x="7874" y="14"/>
                    <a:pt x="7733" y="40"/>
                  </a:cubicBezTo>
                  <a:cubicBezTo>
                    <a:pt x="6891" y="206"/>
                    <a:pt x="6125" y="805"/>
                    <a:pt x="5692" y="1673"/>
                  </a:cubicBezTo>
                  <a:cubicBezTo>
                    <a:pt x="5602" y="1852"/>
                    <a:pt x="5513" y="2043"/>
                    <a:pt x="5436" y="2222"/>
                  </a:cubicBezTo>
                  <a:cubicBezTo>
                    <a:pt x="5347" y="2477"/>
                    <a:pt x="5219" y="2732"/>
                    <a:pt x="5079" y="2962"/>
                  </a:cubicBezTo>
                  <a:cubicBezTo>
                    <a:pt x="4862" y="3294"/>
                    <a:pt x="4556" y="3549"/>
                    <a:pt x="4199" y="3715"/>
                  </a:cubicBezTo>
                  <a:cubicBezTo>
                    <a:pt x="3994" y="3804"/>
                    <a:pt x="3790" y="3868"/>
                    <a:pt x="3586" y="3932"/>
                  </a:cubicBezTo>
                  <a:cubicBezTo>
                    <a:pt x="3114" y="4059"/>
                    <a:pt x="2616" y="4213"/>
                    <a:pt x="2284" y="4608"/>
                  </a:cubicBezTo>
                  <a:cubicBezTo>
                    <a:pt x="2080" y="4889"/>
                    <a:pt x="1927" y="5221"/>
                    <a:pt x="1863" y="5565"/>
                  </a:cubicBezTo>
                  <a:cubicBezTo>
                    <a:pt x="1800" y="5808"/>
                    <a:pt x="1710" y="6037"/>
                    <a:pt x="1583" y="6267"/>
                  </a:cubicBezTo>
                  <a:cubicBezTo>
                    <a:pt x="1429" y="6471"/>
                    <a:pt x="1238" y="6650"/>
                    <a:pt x="1021" y="6790"/>
                  </a:cubicBezTo>
                  <a:lnTo>
                    <a:pt x="868" y="6905"/>
                  </a:lnTo>
                  <a:cubicBezTo>
                    <a:pt x="421" y="7262"/>
                    <a:pt x="0" y="7683"/>
                    <a:pt x="0" y="8219"/>
                  </a:cubicBezTo>
                  <a:cubicBezTo>
                    <a:pt x="26" y="8679"/>
                    <a:pt x="281" y="9100"/>
                    <a:pt x="689" y="9330"/>
                  </a:cubicBezTo>
                  <a:cubicBezTo>
                    <a:pt x="1047" y="9534"/>
                    <a:pt x="1429" y="9649"/>
                    <a:pt x="1838" y="9700"/>
                  </a:cubicBezTo>
                  <a:cubicBezTo>
                    <a:pt x="2735" y="9815"/>
                    <a:pt x="3642" y="9867"/>
                    <a:pt x="4550" y="9867"/>
                  </a:cubicBezTo>
                  <a:cubicBezTo>
                    <a:pt x="4650" y="9867"/>
                    <a:pt x="4749" y="9867"/>
                    <a:pt x="4849" y="9865"/>
                  </a:cubicBezTo>
                  <a:cubicBezTo>
                    <a:pt x="5959" y="9878"/>
                    <a:pt x="7070" y="9878"/>
                    <a:pt x="8167" y="9878"/>
                  </a:cubicBezTo>
                  <a:lnTo>
                    <a:pt x="8205" y="9878"/>
                  </a:lnTo>
                  <a:cubicBezTo>
                    <a:pt x="9162" y="9878"/>
                    <a:pt x="10017" y="9865"/>
                    <a:pt x="11013" y="9789"/>
                  </a:cubicBezTo>
                  <a:cubicBezTo>
                    <a:pt x="11766" y="9738"/>
                    <a:pt x="12786" y="9661"/>
                    <a:pt x="13590" y="9253"/>
                  </a:cubicBezTo>
                  <a:cubicBezTo>
                    <a:pt x="14471" y="8806"/>
                    <a:pt x="14905" y="7926"/>
                    <a:pt x="14726" y="6918"/>
                  </a:cubicBezTo>
                  <a:cubicBezTo>
                    <a:pt x="14624" y="6382"/>
                    <a:pt x="14292" y="5961"/>
                    <a:pt x="13973" y="5552"/>
                  </a:cubicBezTo>
                  <a:cubicBezTo>
                    <a:pt x="13718" y="5221"/>
                    <a:pt x="13463" y="4902"/>
                    <a:pt x="13361" y="4544"/>
                  </a:cubicBezTo>
                  <a:cubicBezTo>
                    <a:pt x="13310" y="4378"/>
                    <a:pt x="13284" y="4213"/>
                    <a:pt x="13259" y="4047"/>
                  </a:cubicBezTo>
                  <a:cubicBezTo>
                    <a:pt x="13246" y="3957"/>
                    <a:pt x="13233" y="3868"/>
                    <a:pt x="13220" y="3766"/>
                  </a:cubicBezTo>
                  <a:cubicBezTo>
                    <a:pt x="13067" y="2949"/>
                    <a:pt x="12621" y="2298"/>
                    <a:pt x="12008" y="2043"/>
                  </a:cubicBezTo>
                  <a:cubicBezTo>
                    <a:pt x="11753" y="1954"/>
                    <a:pt x="11498" y="1890"/>
                    <a:pt x="11230" y="1865"/>
                  </a:cubicBezTo>
                  <a:cubicBezTo>
                    <a:pt x="10821" y="1801"/>
                    <a:pt x="10477" y="1737"/>
                    <a:pt x="10298" y="1482"/>
                  </a:cubicBezTo>
                  <a:cubicBezTo>
                    <a:pt x="10247" y="1418"/>
                    <a:pt x="10209" y="1329"/>
                    <a:pt x="10171" y="1252"/>
                  </a:cubicBezTo>
                  <a:cubicBezTo>
                    <a:pt x="10145" y="1214"/>
                    <a:pt x="10132" y="1163"/>
                    <a:pt x="10107" y="1112"/>
                  </a:cubicBezTo>
                  <a:cubicBezTo>
                    <a:pt x="9722" y="429"/>
                    <a:pt x="9000" y="0"/>
                    <a:pt x="82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21"/>
            <p:cNvSpPr/>
            <p:nvPr/>
          </p:nvSpPr>
          <p:spPr>
            <a:xfrm>
              <a:off x="2493575" y="1248525"/>
              <a:ext cx="386025" cy="259375"/>
            </a:xfrm>
            <a:custGeom>
              <a:avLst/>
              <a:gdLst/>
              <a:ahLst/>
              <a:cxnLst/>
              <a:rect l="l" t="t" r="r" b="b"/>
              <a:pathLst>
                <a:path w="15441" h="10375" extrusionOk="0">
                  <a:moveTo>
                    <a:pt x="8416" y="485"/>
                  </a:moveTo>
                  <a:lnTo>
                    <a:pt x="8416" y="485"/>
                  </a:lnTo>
                  <a:cubicBezTo>
                    <a:pt x="9128" y="487"/>
                    <a:pt x="9827" y="844"/>
                    <a:pt x="10145" y="1468"/>
                  </a:cubicBezTo>
                  <a:cubicBezTo>
                    <a:pt x="10209" y="1608"/>
                    <a:pt x="10272" y="1735"/>
                    <a:pt x="10349" y="1863"/>
                  </a:cubicBezTo>
                  <a:cubicBezTo>
                    <a:pt x="10732" y="2399"/>
                    <a:pt x="11561" y="2259"/>
                    <a:pt x="12161" y="2501"/>
                  </a:cubicBezTo>
                  <a:cubicBezTo>
                    <a:pt x="12773" y="2756"/>
                    <a:pt x="13118" y="3407"/>
                    <a:pt x="13246" y="4058"/>
                  </a:cubicBezTo>
                  <a:cubicBezTo>
                    <a:pt x="13271" y="4326"/>
                    <a:pt x="13322" y="4581"/>
                    <a:pt x="13386" y="4849"/>
                  </a:cubicBezTo>
                  <a:cubicBezTo>
                    <a:pt x="13654" y="5717"/>
                    <a:pt x="14586" y="6304"/>
                    <a:pt x="14739" y="7197"/>
                  </a:cubicBezTo>
                  <a:cubicBezTo>
                    <a:pt x="14892" y="8001"/>
                    <a:pt x="14611" y="8843"/>
                    <a:pt x="13731" y="9277"/>
                  </a:cubicBezTo>
                  <a:cubicBezTo>
                    <a:pt x="13003" y="9647"/>
                    <a:pt x="12072" y="9736"/>
                    <a:pt x="11255" y="9787"/>
                  </a:cubicBezTo>
                  <a:cubicBezTo>
                    <a:pt x="10285" y="9864"/>
                    <a:pt x="9443" y="9877"/>
                    <a:pt x="8460" y="9877"/>
                  </a:cubicBezTo>
                  <a:lnTo>
                    <a:pt x="8422" y="9877"/>
                  </a:lnTo>
                  <a:cubicBezTo>
                    <a:pt x="8097" y="9881"/>
                    <a:pt x="7773" y="9882"/>
                    <a:pt x="7449" y="9882"/>
                  </a:cubicBezTo>
                  <a:cubicBezTo>
                    <a:pt x="6668" y="9882"/>
                    <a:pt x="5889" y="9873"/>
                    <a:pt x="5104" y="9864"/>
                  </a:cubicBezTo>
                  <a:cubicBezTo>
                    <a:pt x="4959" y="9868"/>
                    <a:pt x="4814" y="9870"/>
                    <a:pt x="4669" y="9870"/>
                  </a:cubicBezTo>
                  <a:cubicBezTo>
                    <a:pt x="3822" y="9870"/>
                    <a:pt x="2983" y="9807"/>
                    <a:pt x="2144" y="9698"/>
                  </a:cubicBezTo>
                  <a:cubicBezTo>
                    <a:pt x="1761" y="9660"/>
                    <a:pt x="1404" y="9545"/>
                    <a:pt x="1072" y="9366"/>
                  </a:cubicBezTo>
                  <a:cubicBezTo>
                    <a:pt x="740" y="9175"/>
                    <a:pt x="523" y="8843"/>
                    <a:pt x="498" y="8460"/>
                  </a:cubicBezTo>
                  <a:cubicBezTo>
                    <a:pt x="498" y="8001"/>
                    <a:pt x="932" y="7618"/>
                    <a:pt x="1289" y="7337"/>
                  </a:cubicBezTo>
                  <a:cubicBezTo>
                    <a:pt x="1557" y="7133"/>
                    <a:pt x="1850" y="6929"/>
                    <a:pt x="2042" y="6636"/>
                  </a:cubicBezTo>
                  <a:cubicBezTo>
                    <a:pt x="2374" y="6151"/>
                    <a:pt x="2348" y="5474"/>
                    <a:pt x="2731" y="5015"/>
                  </a:cubicBezTo>
                  <a:cubicBezTo>
                    <a:pt x="3165" y="4492"/>
                    <a:pt x="3943" y="4454"/>
                    <a:pt x="4568" y="4186"/>
                  </a:cubicBezTo>
                  <a:cubicBezTo>
                    <a:pt x="4964" y="3994"/>
                    <a:pt x="5296" y="3713"/>
                    <a:pt x="5538" y="3343"/>
                  </a:cubicBezTo>
                  <a:cubicBezTo>
                    <a:pt x="5806" y="2935"/>
                    <a:pt x="5947" y="2463"/>
                    <a:pt x="6163" y="2029"/>
                  </a:cubicBezTo>
                  <a:cubicBezTo>
                    <a:pt x="6546" y="1289"/>
                    <a:pt x="7223" y="676"/>
                    <a:pt x="8039" y="523"/>
                  </a:cubicBezTo>
                  <a:cubicBezTo>
                    <a:pt x="8165" y="498"/>
                    <a:pt x="8290" y="485"/>
                    <a:pt x="8416" y="485"/>
                  </a:cubicBezTo>
                  <a:close/>
                  <a:moveTo>
                    <a:pt x="8409" y="0"/>
                  </a:moveTo>
                  <a:lnTo>
                    <a:pt x="8422" y="13"/>
                  </a:lnTo>
                  <a:cubicBezTo>
                    <a:pt x="8392" y="10"/>
                    <a:pt x="8362" y="9"/>
                    <a:pt x="8332" y="9"/>
                  </a:cubicBezTo>
                  <a:cubicBezTo>
                    <a:pt x="8200" y="9"/>
                    <a:pt x="8073" y="30"/>
                    <a:pt x="7937" y="51"/>
                  </a:cubicBezTo>
                  <a:cubicBezTo>
                    <a:pt x="7031" y="230"/>
                    <a:pt x="6202" y="881"/>
                    <a:pt x="5730" y="1812"/>
                  </a:cubicBezTo>
                  <a:cubicBezTo>
                    <a:pt x="5628" y="1991"/>
                    <a:pt x="5551" y="2195"/>
                    <a:pt x="5474" y="2374"/>
                  </a:cubicBezTo>
                  <a:cubicBezTo>
                    <a:pt x="5385" y="2616"/>
                    <a:pt x="5270" y="2858"/>
                    <a:pt x="5130" y="3088"/>
                  </a:cubicBezTo>
                  <a:cubicBezTo>
                    <a:pt x="4938" y="3369"/>
                    <a:pt x="4670" y="3599"/>
                    <a:pt x="4351" y="3739"/>
                  </a:cubicBezTo>
                  <a:cubicBezTo>
                    <a:pt x="4160" y="3828"/>
                    <a:pt x="3969" y="3892"/>
                    <a:pt x="3764" y="3943"/>
                  </a:cubicBezTo>
                  <a:cubicBezTo>
                    <a:pt x="3292" y="4083"/>
                    <a:pt x="2744" y="4249"/>
                    <a:pt x="2361" y="4709"/>
                  </a:cubicBezTo>
                  <a:cubicBezTo>
                    <a:pt x="2131" y="5015"/>
                    <a:pt x="1965" y="5372"/>
                    <a:pt x="1876" y="5742"/>
                  </a:cubicBezTo>
                  <a:cubicBezTo>
                    <a:pt x="1825" y="5959"/>
                    <a:pt x="1748" y="6176"/>
                    <a:pt x="1633" y="6380"/>
                  </a:cubicBezTo>
                  <a:cubicBezTo>
                    <a:pt x="1493" y="6559"/>
                    <a:pt x="1314" y="6725"/>
                    <a:pt x="1123" y="6853"/>
                  </a:cubicBezTo>
                  <a:cubicBezTo>
                    <a:pt x="1072" y="6891"/>
                    <a:pt x="1021" y="6929"/>
                    <a:pt x="970" y="6980"/>
                  </a:cubicBezTo>
                  <a:cubicBezTo>
                    <a:pt x="651" y="7223"/>
                    <a:pt x="0" y="7746"/>
                    <a:pt x="13" y="8473"/>
                  </a:cubicBezTo>
                  <a:cubicBezTo>
                    <a:pt x="38" y="9022"/>
                    <a:pt x="345" y="9507"/>
                    <a:pt x="817" y="9787"/>
                  </a:cubicBezTo>
                  <a:cubicBezTo>
                    <a:pt x="1200" y="10004"/>
                    <a:pt x="1621" y="10145"/>
                    <a:pt x="2055" y="10183"/>
                  </a:cubicBezTo>
                  <a:cubicBezTo>
                    <a:pt x="2964" y="10310"/>
                    <a:pt x="3883" y="10364"/>
                    <a:pt x="4804" y="10364"/>
                  </a:cubicBezTo>
                  <a:cubicBezTo>
                    <a:pt x="4904" y="10364"/>
                    <a:pt x="5004" y="10363"/>
                    <a:pt x="5104" y="10362"/>
                  </a:cubicBezTo>
                  <a:cubicBezTo>
                    <a:pt x="6202" y="10374"/>
                    <a:pt x="7325" y="10374"/>
                    <a:pt x="8422" y="10374"/>
                  </a:cubicBezTo>
                  <a:lnTo>
                    <a:pt x="8460" y="10374"/>
                  </a:lnTo>
                  <a:cubicBezTo>
                    <a:pt x="9417" y="10374"/>
                    <a:pt x="10272" y="10362"/>
                    <a:pt x="11293" y="10285"/>
                  </a:cubicBezTo>
                  <a:cubicBezTo>
                    <a:pt x="12059" y="10234"/>
                    <a:pt x="13105" y="10145"/>
                    <a:pt x="13947" y="9724"/>
                  </a:cubicBezTo>
                  <a:cubicBezTo>
                    <a:pt x="14917" y="9252"/>
                    <a:pt x="15440" y="8167"/>
                    <a:pt x="15224" y="7120"/>
                  </a:cubicBezTo>
                  <a:cubicBezTo>
                    <a:pt x="15109" y="6521"/>
                    <a:pt x="14739" y="6049"/>
                    <a:pt x="14420" y="5653"/>
                  </a:cubicBezTo>
                  <a:cubicBezTo>
                    <a:pt x="14177" y="5372"/>
                    <a:pt x="13973" y="5053"/>
                    <a:pt x="13833" y="4709"/>
                  </a:cubicBezTo>
                  <a:cubicBezTo>
                    <a:pt x="13794" y="4568"/>
                    <a:pt x="13769" y="4415"/>
                    <a:pt x="13756" y="4262"/>
                  </a:cubicBezTo>
                  <a:cubicBezTo>
                    <a:pt x="13743" y="4160"/>
                    <a:pt x="13731" y="4071"/>
                    <a:pt x="13705" y="3969"/>
                  </a:cubicBezTo>
                  <a:cubicBezTo>
                    <a:pt x="13552" y="3063"/>
                    <a:pt x="13041" y="2348"/>
                    <a:pt x="12352" y="2067"/>
                  </a:cubicBezTo>
                  <a:cubicBezTo>
                    <a:pt x="12084" y="1965"/>
                    <a:pt x="11804" y="1901"/>
                    <a:pt x="11523" y="1863"/>
                  </a:cubicBezTo>
                  <a:cubicBezTo>
                    <a:pt x="11115" y="1799"/>
                    <a:pt x="10859" y="1748"/>
                    <a:pt x="10745" y="1595"/>
                  </a:cubicBezTo>
                  <a:cubicBezTo>
                    <a:pt x="10706" y="1531"/>
                    <a:pt x="10668" y="1468"/>
                    <a:pt x="10642" y="1404"/>
                  </a:cubicBezTo>
                  <a:cubicBezTo>
                    <a:pt x="10617" y="1353"/>
                    <a:pt x="10591" y="1302"/>
                    <a:pt x="10566" y="1251"/>
                  </a:cubicBezTo>
                  <a:cubicBezTo>
                    <a:pt x="10183" y="485"/>
                    <a:pt x="9341" y="0"/>
                    <a:pt x="840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5" name="Google Shape;225;p21"/>
          <p:cNvSpPr/>
          <p:nvPr/>
        </p:nvSpPr>
        <p:spPr>
          <a:xfrm>
            <a:off x="338950" y="1089167"/>
            <a:ext cx="381053" cy="245606"/>
          </a:xfrm>
          <a:custGeom>
            <a:avLst/>
            <a:gdLst/>
            <a:ahLst/>
            <a:cxnLst/>
            <a:rect l="l" t="t" r="r" b="b"/>
            <a:pathLst>
              <a:path w="11920" h="7683" extrusionOk="0">
                <a:moveTo>
                  <a:pt x="5883" y="485"/>
                </a:moveTo>
                <a:lnTo>
                  <a:pt x="5883" y="498"/>
                </a:lnTo>
                <a:cubicBezTo>
                  <a:pt x="5921" y="494"/>
                  <a:pt x="5958" y="493"/>
                  <a:pt x="5994" y="493"/>
                </a:cubicBezTo>
                <a:cubicBezTo>
                  <a:pt x="6093" y="493"/>
                  <a:pt x="6189" y="505"/>
                  <a:pt x="6292" y="523"/>
                </a:cubicBezTo>
                <a:cubicBezTo>
                  <a:pt x="6675" y="574"/>
                  <a:pt x="7045" y="740"/>
                  <a:pt x="7338" y="995"/>
                </a:cubicBezTo>
                <a:cubicBezTo>
                  <a:pt x="7823" y="1416"/>
                  <a:pt x="8040" y="2118"/>
                  <a:pt x="8576" y="2476"/>
                </a:cubicBezTo>
                <a:cubicBezTo>
                  <a:pt x="9035" y="2782"/>
                  <a:pt x="9635" y="2782"/>
                  <a:pt x="10133" y="2986"/>
                </a:cubicBezTo>
                <a:cubicBezTo>
                  <a:pt x="11919" y="3752"/>
                  <a:pt x="11536" y="6393"/>
                  <a:pt x="9609" y="6610"/>
                </a:cubicBezTo>
                <a:cubicBezTo>
                  <a:pt x="9520" y="6623"/>
                  <a:pt x="9431" y="6623"/>
                  <a:pt x="9342" y="6623"/>
                </a:cubicBezTo>
                <a:cubicBezTo>
                  <a:pt x="8984" y="6623"/>
                  <a:pt x="8627" y="6559"/>
                  <a:pt x="8282" y="6559"/>
                </a:cubicBezTo>
                <a:cubicBezTo>
                  <a:pt x="8078" y="6559"/>
                  <a:pt x="7887" y="6585"/>
                  <a:pt x="7695" y="6648"/>
                </a:cubicBezTo>
                <a:cubicBezTo>
                  <a:pt x="7491" y="6738"/>
                  <a:pt x="7300" y="6840"/>
                  <a:pt x="7108" y="6942"/>
                </a:cubicBezTo>
                <a:cubicBezTo>
                  <a:pt x="6740" y="7126"/>
                  <a:pt x="6342" y="7216"/>
                  <a:pt x="5943" y="7216"/>
                </a:cubicBezTo>
                <a:cubicBezTo>
                  <a:pt x="5486" y="7216"/>
                  <a:pt x="5029" y="7097"/>
                  <a:pt x="4620" y="6865"/>
                </a:cubicBezTo>
                <a:cubicBezTo>
                  <a:pt x="4327" y="6687"/>
                  <a:pt x="4071" y="6470"/>
                  <a:pt x="3752" y="6380"/>
                </a:cubicBezTo>
                <a:cubicBezTo>
                  <a:pt x="3650" y="6355"/>
                  <a:pt x="3548" y="6342"/>
                  <a:pt x="3446" y="6342"/>
                </a:cubicBezTo>
                <a:cubicBezTo>
                  <a:pt x="2974" y="6342"/>
                  <a:pt x="2502" y="6572"/>
                  <a:pt x="2017" y="6572"/>
                </a:cubicBezTo>
                <a:lnTo>
                  <a:pt x="1902" y="6572"/>
                </a:lnTo>
                <a:cubicBezTo>
                  <a:pt x="1366" y="6508"/>
                  <a:pt x="907" y="6151"/>
                  <a:pt x="728" y="5640"/>
                </a:cubicBezTo>
                <a:cubicBezTo>
                  <a:pt x="524" y="5002"/>
                  <a:pt x="741" y="4288"/>
                  <a:pt x="1290" y="3892"/>
                </a:cubicBezTo>
                <a:cubicBezTo>
                  <a:pt x="1660" y="3599"/>
                  <a:pt x="2093" y="3471"/>
                  <a:pt x="2489" y="3254"/>
                </a:cubicBezTo>
                <a:cubicBezTo>
                  <a:pt x="2897" y="3024"/>
                  <a:pt x="3127" y="2667"/>
                  <a:pt x="3357" y="2259"/>
                </a:cubicBezTo>
                <a:cubicBezTo>
                  <a:pt x="3918" y="1263"/>
                  <a:pt x="4748" y="485"/>
                  <a:pt x="5883" y="485"/>
                </a:cubicBezTo>
                <a:close/>
                <a:moveTo>
                  <a:pt x="5896" y="0"/>
                </a:moveTo>
                <a:lnTo>
                  <a:pt x="5883" y="13"/>
                </a:lnTo>
                <a:cubicBezTo>
                  <a:pt x="4697" y="13"/>
                  <a:pt x="3676" y="702"/>
                  <a:pt x="2948" y="2029"/>
                </a:cubicBezTo>
                <a:cubicBezTo>
                  <a:pt x="2731" y="2399"/>
                  <a:pt x="2566" y="2667"/>
                  <a:pt x="2272" y="2833"/>
                </a:cubicBezTo>
                <a:cubicBezTo>
                  <a:pt x="2144" y="2897"/>
                  <a:pt x="2004" y="2960"/>
                  <a:pt x="1864" y="3024"/>
                </a:cubicBezTo>
                <a:cubicBezTo>
                  <a:pt x="1558" y="3139"/>
                  <a:pt x="1264" y="3305"/>
                  <a:pt x="996" y="3509"/>
                </a:cubicBezTo>
                <a:cubicBezTo>
                  <a:pt x="294" y="4032"/>
                  <a:pt x="1" y="4951"/>
                  <a:pt x="269" y="5793"/>
                </a:cubicBezTo>
                <a:cubicBezTo>
                  <a:pt x="524" y="6482"/>
                  <a:pt x="1136" y="6967"/>
                  <a:pt x="1864" y="7031"/>
                </a:cubicBezTo>
                <a:lnTo>
                  <a:pt x="2030" y="7031"/>
                </a:lnTo>
                <a:cubicBezTo>
                  <a:pt x="2310" y="7031"/>
                  <a:pt x="2591" y="6980"/>
                  <a:pt x="2859" y="6916"/>
                </a:cubicBezTo>
                <a:cubicBezTo>
                  <a:pt x="3051" y="6853"/>
                  <a:pt x="3255" y="6827"/>
                  <a:pt x="3446" y="6814"/>
                </a:cubicBezTo>
                <a:cubicBezTo>
                  <a:pt x="3510" y="6814"/>
                  <a:pt x="3574" y="6814"/>
                  <a:pt x="3637" y="6840"/>
                </a:cubicBezTo>
                <a:cubicBezTo>
                  <a:pt x="3816" y="6891"/>
                  <a:pt x="3969" y="6980"/>
                  <a:pt x="4122" y="7095"/>
                </a:cubicBezTo>
                <a:cubicBezTo>
                  <a:pt x="4199" y="7146"/>
                  <a:pt x="4288" y="7210"/>
                  <a:pt x="4378" y="7261"/>
                </a:cubicBezTo>
                <a:cubicBezTo>
                  <a:pt x="4863" y="7541"/>
                  <a:pt x="5407" y="7682"/>
                  <a:pt x="5953" y="7682"/>
                </a:cubicBezTo>
                <a:cubicBezTo>
                  <a:pt x="6425" y="7682"/>
                  <a:pt x="6900" y="7576"/>
                  <a:pt x="7338" y="7363"/>
                </a:cubicBezTo>
                <a:cubicBezTo>
                  <a:pt x="7415" y="7325"/>
                  <a:pt x="7478" y="7286"/>
                  <a:pt x="7542" y="7248"/>
                </a:cubicBezTo>
                <a:cubicBezTo>
                  <a:pt x="7644" y="7184"/>
                  <a:pt x="7759" y="7133"/>
                  <a:pt x="7861" y="7095"/>
                </a:cubicBezTo>
                <a:cubicBezTo>
                  <a:pt x="7978" y="7053"/>
                  <a:pt x="8103" y="7028"/>
                  <a:pt x="8222" y="7028"/>
                </a:cubicBezTo>
                <a:cubicBezTo>
                  <a:pt x="8247" y="7028"/>
                  <a:pt x="8271" y="7029"/>
                  <a:pt x="8295" y="7031"/>
                </a:cubicBezTo>
                <a:cubicBezTo>
                  <a:pt x="8448" y="7031"/>
                  <a:pt x="8614" y="7044"/>
                  <a:pt x="8780" y="7057"/>
                </a:cubicBezTo>
                <a:cubicBezTo>
                  <a:pt x="8946" y="7069"/>
                  <a:pt x="9150" y="7095"/>
                  <a:pt x="9354" y="7095"/>
                </a:cubicBezTo>
                <a:cubicBezTo>
                  <a:pt x="9456" y="7095"/>
                  <a:pt x="9571" y="7082"/>
                  <a:pt x="9673" y="7069"/>
                </a:cubicBezTo>
                <a:cubicBezTo>
                  <a:pt x="10745" y="6955"/>
                  <a:pt x="11587" y="6125"/>
                  <a:pt x="11741" y="5066"/>
                </a:cubicBezTo>
                <a:cubicBezTo>
                  <a:pt x="11906" y="3994"/>
                  <a:pt x="11319" y="2960"/>
                  <a:pt x="10337" y="2539"/>
                </a:cubicBezTo>
                <a:cubicBezTo>
                  <a:pt x="10094" y="2437"/>
                  <a:pt x="9852" y="2374"/>
                  <a:pt x="9597" y="2322"/>
                </a:cubicBezTo>
                <a:cubicBezTo>
                  <a:pt x="9342" y="2271"/>
                  <a:pt x="9086" y="2195"/>
                  <a:pt x="8857" y="2067"/>
                </a:cubicBezTo>
                <a:cubicBezTo>
                  <a:pt x="8627" y="1876"/>
                  <a:pt x="8436" y="1646"/>
                  <a:pt x="8295" y="1391"/>
                </a:cubicBezTo>
                <a:cubicBezTo>
                  <a:pt x="8116" y="1110"/>
                  <a:pt x="7912" y="842"/>
                  <a:pt x="7670" y="613"/>
                </a:cubicBezTo>
                <a:cubicBezTo>
                  <a:pt x="7300" y="306"/>
                  <a:pt x="6853" y="102"/>
                  <a:pt x="6368" y="38"/>
                </a:cubicBezTo>
                <a:cubicBezTo>
                  <a:pt x="6215" y="13"/>
                  <a:pt x="6049" y="0"/>
                  <a:pt x="58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240"/>
        <p:cNvGrpSpPr/>
        <p:nvPr/>
      </p:nvGrpSpPr>
      <p:grpSpPr>
        <a:xfrm>
          <a:off x="0" y="0"/>
          <a:ext cx="0" cy="0"/>
          <a:chOff x="0" y="0"/>
          <a:chExt cx="0" cy="0"/>
        </a:xfrm>
      </p:grpSpPr>
      <p:pic>
        <p:nvPicPr>
          <p:cNvPr id="241" name="Google Shape;241;p23"/>
          <p:cNvPicPr preferRelativeResize="0"/>
          <p:nvPr/>
        </p:nvPicPr>
        <p:blipFill>
          <a:blip r:embed="rId2">
            <a:alphaModFix amt="65000"/>
          </a:blip>
          <a:stretch>
            <a:fillRect/>
          </a:stretch>
        </p:blipFill>
        <p:spPr>
          <a:xfrm>
            <a:off x="0" y="0"/>
            <a:ext cx="9144000" cy="5143500"/>
          </a:xfrm>
          <a:prstGeom prst="rect">
            <a:avLst/>
          </a:prstGeom>
          <a:noFill/>
          <a:ln>
            <a:noFill/>
          </a:ln>
        </p:spPr>
      </p:pic>
      <p:sp>
        <p:nvSpPr>
          <p:cNvPr id="242" name="Google Shape;242;p23"/>
          <p:cNvSpPr txBox="1">
            <a:spLocks noGrp="1"/>
          </p:cNvSpPr>
          <p:nvPr>
            <p:ph type="title"/>
          </p:nvPr>
        </p:nvSpPr>
        <p:spPr>
          <a:xfrm>
            <a:off x="720000" y="446610"/>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243" name="Google Shape;243;p23"/>
          <p:cNvSpPr txBox="1">
            <a:spLocks noGrp="1"/>
          </p:cNvSpPr>
          <p:nvPr>
            <p:ph type="subTitle" idx="1"/>
          </p:nvPr>
        </p:nvSpPr>
        <p:spPr>
          <a:xfrm>
            <a:off x="738425" y="3183747"/>
            <a:ext cx="2415900" cy="869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244" name="Google Shape;244;p23"/>
          <p:cNvSpPr txBox="1">
            <a:spLocks noGrp="1"/>
          </p:cNvSpPr>
          <p:nvPr>
            <p:ph type="subTitle" idx="2"/>
          </p:nvPr>
        </p:nvSpPr>
        <p:spPr>
          <a:xfrm>
            <a:off x="3364015" y="3183747"/>
            <a:ext cx="2415900" cy="869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245" name="Google Shape;245;p23"/>
          <p:cNvSpPr txBox="1">
            <a:spLocks noGrp="1"/>
          </p:cNvSpPr>
          <p:nvPr>
            <p:ph type="subTitle" idx="3"/>
          </p:nvPr>
        </p:nvSpPr>
        <p:spPr>
          <a:xfrm>
            <a:off x="5989605" y="3183747"/>
            <a:ext cx="2415900" cy="869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246" name="Google Shape;246;p23"/>
          <p:cNvSpPr txBox="1">
            <a:spLocks noGrp="1"/>
          </p:cNvSpPr>
          <p:nvPr>
            <p:ph type="subTitle" idx="4"/>
          </p:nvPr>
        </p:nvSpPr>
        <p:spPr>
          <a:xfrm>
            <a:off x="738425" y="2686750"/>
            <a:ext cx="2415900" cy="5277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lt2"/>
              </a:buClr>
              <a:buSzPts val="2200"/>
              <a:buFont typeface="Alata"/>
              <a:buNone/>
              <a:defRPr sz="2200">
                <a:solidFill>
                  <a:schemeClr val="dk2"/>
                </a:solidFill>
                <a:latin typeface="Domine"/>
                <a:ea typeface="Domine"/>
                <a:cs typeface="Domine"/>
                <a:sym typeface="Domine"/>
              </a:defRPr>
            </a:lvl1pPr>
            <a:lvl2pPr lvl="1" algn="ctr" rtl="0">
              <a:spcBef>
                <a:spcPts val="0"/>
              </a:spcBef>
              <a:spcAft>
                <a:spcPts val="0"/>
              </a:spcAft>
              <a:buClr>
                <a:schemeClr val="lt2"/>
              </a:buClr>
              <a:buSzPts val="2200"/>
              <a:buFont typeface="Alata"/>
              <a:buNone/>
              <a:defRPr sz="2200" b="1">
                <a:solidFill>
                  <a:schemeClr val="lt2"/>
                </a:solidFill>
                <a:latin typeface="Alata"/>
                <a:ea typeface="Alata"/>
                <a:cs typeface="Alata"/>
                <a:sym typeface="Alata"/>
              </a:defRPr>
            </a:lvl2pPr>
            <a:lvl3pPr lvl="2" algn="ct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3pPr>
            <a:lvl4pPr lvl="3" algn="ct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4pPr>
            <a:lvl5pPr lvl="4" algn="ct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5pPr>
            <a:lvl6pPr lvl="5" algn="ct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6pPr>
            <a:lvl7pPr lvl="6" algn="ct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7pPr>
            <a:lvl8pPr lvl="7" algn="ct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8pPr>
            <a:lvl9pPr lvl="8" algn="ctr" rtl="0">
              <a:spcBef>
                <a:spcPts val="1600"/>
              </a:spcBef>
              <a:spcAft>
                <a:spcPts val="1600"/>
              </a:spcAft>
              <a:buClr>
                <a:schemeClr val="lt2"/>
              </a:buClr>
              <a:buSzPts val="2200"/>
              <a:buFont typeface="Alata"/>
              <a:buNone/>
              <a:defRPr sz="2200" b="1">
                <a:solidFill>
                  <a:schemeClr val="lt2"/>
                </a:solidFill>
                <a:latin typeface="Alata"/>
                <a:ea typeface="Alata"/>
                <a:cs typeface="Alata"/>
                <a:sym typeface="Alata"/>
              </a:defRPr>
            </a:lvl9pPr>
          </a:lstStyle>
          <a:p>
            <a:endParaRPr/>
          </a:p>
        </p:txBody>
      </p:sp>
      <p:sp>
        <p:nvSpPr>
          <p:cNvPr id="247" name="Google Shape;247;p23"/>
          <p:cNvSpPr txBox="1">
            <a:spLocks noGrp="1"/>
          </p:cNvSpPr>
          <p:nvPr>
            <p:ph type="subTitle" idx="5"/>
          </p:nvPr>
        </p:nvSpPr>
        <p:spPr>
          <a:xfrm>
            <a:off x="3364015" y="2686750"/>
            <a:ext cx="2415900" cy="5277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lt2"/>
              </a:buClr>
              <a:buSzPts val="2200"/>
              <a:buFont typeface="Alata"/>
              <a:buNone/>
              <a:defRPr sz="2200">
                <a:solidFill>
                  <a:schemeClr val="dk2"/>
                </a:solidFill>
                <a:latin typeface="Domine"/>
                <a:ea typeface="Domine"/>
                <a:cs typeface="Domine"/>
                <a:sym typeface="Domine"/>
              </a:defRPr>
            </a:lvl1pPr>
            <a:lvl2pPr lvl="1" algn="ctr" rtl="0">
              <a:spcBef>
                <a:spcPts val="0"/>
              </a:spcBef>
              <a:spcAft>
                <a:spcPts val="0"/>
              </a:spcAft>
              <a:buClr>
                <a:schemeClr val="lt2"/>
              </a:buClr>
              <a:buSzPts val="2200"/>
              <a:buFont typeface="Alata"/>
              <a:buNone/>
              <a:defRPr sz="2200" b="1">
                <a:solidFill>
                  <a:schemeClr val="lt2"/>
                </a:solidFill>
                <a:latin typeface="Alata"/>
                <a:ea typeface="Alata"/>
                <a:cs typeface="Alata"/>
                <a:sym typeface="Alata"/>
              </a:defRPr>
            </a:lvl2pPr>
            <a:lvl3pPr lvl="2" algn="ct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3pPr>
            <a:lvl4pPr lvl="3" algn="ct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4pPr>
            <a:lvl5pPr lvl="4" algn="ct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5pPr>
            <a:lvl6pPr lvl="5" algn="ct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6pPr>
            <a:lvl7pPr lvl="6" algn="ct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7pPr>
            <a:lvl8pPr lvl="7" algn="ct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8pPr>
            <a:lvl9pPr lvl="8" algn="ctr" rtl="0">
              <a:spcBef>
                <a:spcPts val="1600"/>
              </a:spcBef>
              <a:spcAft>
                <a:spcPts val="1600"/>
              </a:spcAft>
              <a:buClr>
                <a:schemeClr val="lt2"/>
              </a:buClr>
              <a:buSzPts val="2200"/>
              <a:buFont typeface="Alata"/>
              <a:buNone/>
              <a:defRPr sz="2200" b="1">
                <a:solidFill>
                  <a:schemeClr val="lt2"/>
                </a:solidFill>
                <a:latin typeface="Alata"/>
                <a:ea typeface="Alata"/>
                <a:cs typeface="Alata"/>
                <a:sym typeface="Alata"/>
              </a:defRPr>
            </a:lvl9pPr>
          </a:lstStyle>
          <a:p>
            <a:endParaRPr/>
          </a:p>
        </p:txBody>
      </p:sp>
      <p:sp>
        <p:nvSpPr>
          <p:cNvPr id="248" name="Google Shape;248;p23"/>
          <p:cNvSpPr txBox="1">
            <a:spLocks noGrp="1"/>
          </p:cNvSpPr>
          <p:nvPr>
            <p:ph type="subTitle" idx="6"/>
          </p:nvPr>
        </p:nvSpPr>
        <p:spPr>
          <a:xfrm>
            <a:off x="5989605" y="2686750"/>
            <a:ext cx="2415900" cy="5277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lt2"/>
              </a:buClr>
              <a:buSzPts val="2200"/>
              <a:buFont typeface="Alata"/>
              <a:buNone/>
              <a:defRPr sz="2200">
                <a:solidFill>
                  <a:schemeClr val="dk2"/>
                </a:solidFill>
                <a:latin typeface="Domine"/>
                <a:ea typeface="Domine"/>
                <a:cs typeface="Domine"/>
                <a:sym typeface="Domine"/>
              </a:defRPr>
            </a:lvl1pPr>
            <a:lvl2pPr lvl="1" algn="ctr" rtl="0">
              <a:spcBef>
                <a:spcPts val="0"/>
              </a:spcBef>
              <a:spcAft>
                <a:spcPts val="0"/>
              </a:spcAft>
              <a:buClr>
                <a:schemeClr val="lt2"/>
              </a:buClr>
              <a:buSzPts val="2200"/>
              <a:buFont typeface="Alata"/>
              <a:buNone/>
              <a:defRPr sz="2200" b="1">
                <a:solidFill>
                  <a:schemeClr val="lt2"/>
                </a:solidFill>
                <a:latin typeface="Alata"/>
                <a:ea typeface="Alata"/>
                <a:cs typeface="Alata"/>
                <a:sym typeface="Alata"/>
              </a:defRPr>
            </a:lvl2pPr>
            <a:lvl3pPr lvl="2" algn="ct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3pPr>
            <a:lvl4pPr lvl="3" algn="ct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4pPr>
            <a:lvl5pPr lvl="4" algn="ct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5pPr>
            <a:lvl6pPr lvl="5" algn="ct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6pPr>
            <a:lvl7pPr lvl="6" algn="ct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7pPr>
            <a:lvl8pPr lvl="7" algn="ct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8pPr>
            <a:lvl9pPr lvl="8" algn="ctr" rtl="0">
              <a:spcBef>
                <a:spcPts val="1600"/>
              </a:spcBef>
              <a:spcAft>
                <a:spcPts val="1600"/>
              </a:spcAft>
              <a:buClr>
                <a:schemeClr val="lt2"/>
              </a:buClr>
              <a:buSzPts val="2200"/>
              <a:buFont typeface="Alata"/>
              <a:buNone/>
              <a:defRPr sz="2200" b="1">
                <a:solidFill>
                  <a:schemeClr val="lt2"/>
                </a:solidFill>
                <a:latin typeface="Alata"/>
                <a:ea typeface="Alata"/>
                <a:cs typeface="Alata"/>
                <a:sym typeface="Alata"/>
              </a:defRPr>
            </a:lvl9pPr>
          </a:lstStyle>
          <a:p>
            <a:endParaRPr/>
          </a:p>
        </p:txBody>
      </p:sp>
      <p:cxnSp>
        <p:nvCxnSpPr>
          <p:cNvPr id="249" name="Google Shape;249;p23"/>
          <p:cNvCxnSpPr/>
          <p:nvPr/>
        </p:nvCxnSpPr>
        <p:spPr>
          <a:xfrm>
            <a:off x="0" y="4802825"/>
            <a:ext cx="9144000" cy="0"/>
          </a:xfrm>
          <a:prstGeom prst="straightConnector1">
            <a:avLst/>
          </a:prstGeom>
          <a:noFill/>
          <a:ln w="19050" cap="flat" cmpd="sng">
            <a:solidFill>
              <a:schemeClr val="dk1"/>
            </a:solidFill>
            <a:prstDash val="solid"/>
            <a:round/>
            <a:headEnd type="none" w="med" len="med"/>
            <a:tailEnd type="none" w="med" len="med"/>
          </a:ln>
        </p:spPr>
      </p:cxnSp>
      <p:sp>
        <p:nvSpPr>
          <p:cNvPr id="250" name="Google Shape;250;p23"/>
          <p:cNvSpPr/>
          <p:nvPr/>
        </p:nvSpPr>
        <p:spPr>
          <a:xfrm flipH="1">
            <a:off x="8329292" y="1945789"/>
            <a:ext cx="365020" cy="235273"/>
          </a:xfrm>
          <a:custGeom>
            <a:avLst/>
            <a:gdLst/>
            <a:ahLst/>
            <a:cxnLst/>
            <a:rect l="l" t="t" r="r" b="b"/>
            <a:pathLst>
              <a:path w="11920" h="7683" extrusionOk="0">
                <a:moveTo>
                  <a:pt x="5883" y="485"/>
                </a:moveTo>
                <a:lnTo>
                  <a:pt x="5883" y="498"/>
                </a:lnTo>
                <a:cubicBezTo>
                  <a:pt x="5921" y="494"/>
                  <a:pt x="5958" y="493"/>
                  <a:pt x="5994" y="493"/>
                </a:cubicBezTo>
                <a:cubicBezTo>
                  <a:pt x="6093" y="493"/>
                  <a:pt x="6189" y="505"/>
                  <a:pt x="6292" y="523"/>
                </a:cubicBezTo>
                <a:cubicBezTo>
                  <a:pt x="6675" y="574"/>
                  <a:pt x="7045" y="740"/>
                  <a:pt x="7338" y="995"/>
                </a:cubicBezTo>
                <a:cubicBezTo>
                  <a:pt x="7823" y="1416"/>
                  <a:pt x="8040" y="2118"/>
                  <a:pt x="8576" y="2476"/>
                </a:cubicBezTo>
                <a:cubicBezTo>
                  <a:pt x="9035" y="2782"/>
                  <a:pt x="9635" y="2782"/>
                  <a:pt x="10133" y="2986"/>
                </a:cubicBezTo>
                <a:cubicBezTo>
                  <a:pt x="11919" y="3752"/>
                  <a:pt x="11536" y="6393"/>
                  <a:pt x="9609" y="6610"/>
                </a:cubicBezTo>
                <a:cubicBezTo>
                  <a:pt x="9520" y="6623"/>
                  <a:pt x="9431" y="6623"/>
                  <a:pt x="9342" y="6623"/>
                </a:cubicBezTo>
                <a:cubicBezTo>
                  <a:pt x="8984" y="6623"/>
                  <a:pt x="8627" y="6559"/>
                  <a:pt x="8282" y="6559"/>
                </a:cubicBezTo>
                <a:cubicBezTo>
                  <a:pt x="8078" y="6559"/>
                  <a:pt x="7887" y="6585"/>
                  <a:pt x="7695" y="6648"/>
                </a:cubicBezTo>
                <a:cubicBezTo>
                  <a:pt x="7491" y="6738"/>
                  <a:pt x="7300" y="6840"/>
                  <a:pt x="7108" y="6942"/>
                </a:cubicBezTo>
                <a:cubicBezTo>
                  <a:pt x="6740" y="7126"/>
                  <a:pt x="6342" y="7216"/>
                  <a:pt x="5943" y="7216"/>
                </a:cubicBezTo>
                <a:cubicBezTo>
                  <a:pt x="5486" y="7216"/>
                  <a:pt x="5029" y="7097"/>
                  <a:pt x="4620" y="6865"/>
                </a:cubicBezTo>
                <a:cubicBezTo>
                  <a:pt x="4327" y="6687"/>
                  <a:pt x="4071" y="6470"/>
                  <a:pt x="3752" y="6380"/>
                </a:cubicBezTo>
                <a:cubicBezTo>
                  <a:pt x="3650" y="6355"/>
                  <a:pt x="3548" y="6342"/>
                  <a:pt x="3446" y="6342"/>
                </a:cubicBezTo>
                <a:cubicBezTo>
                  <a:pt x="2974" y="6342"/>
                  <a:pt x="2502" y="6572"/>
                  <a:pt x="2017" y="6572"/>
                </a:cubicBezTo>
                <a:lnTo>
                  <a:pt x="1902" y="6572"/>
                </a:lnTo>
                <a:cubicBezTo>
                  <a:pt x="1366" y="6508"/>
                  <a:pt x="907" y="6151"/>
                  <a:pt x="728" y="5640"/>
                </a:cubicBezTo>
                <a:cubicBezTo>
                  <a:pt x="524" y="5002"/>
                  <a:pt x="741" y="4288"/>
                  <a:pt x="1290" y="3892"/>
                </a:cubicBezTo>
                <a:cubicBezTo>
                  <a:pt x="1660" y="3599"/>
                  <a:pt x="2093" y="3471"/>
                  <a:pt x="2489" y="3254"/>
                </a:cubicBezTo>
                <a:cubicBezTo>
                  <a:pt x="2897" y="3024"/>
                  <a:pt x="3127" y="2667"/>
                  <a:pt x="3357" y="2259"/>
                </a:cubicBezTo>
                <a:cubicBezTo>
                  <a:pt x="3918" y="1263"/>
                  <a:pt x="4748" y="485"/>
                  <a:pt x="5883" y="485"/>
                </a:cubicBezTo>
                <a:close/>
                <a:moveTo>
                  <a:pt x="5896" y="0"/>
                </a:moveTo>
                <a:lnTo>
                  <a:pt x="5883" y="13"/>
                </a:lnTo>
                <a:cubicBezTo>
                  <a:pt x="4697" y="13"/>
                  <a:pt x="3676" y="702"/>
                  <a:pt x="2948" y="2029"/>
                </a:cubicBezTo>
                <a:cubicBezTo>
                  <a:pt x="2731" y="2399"/>
                  <a:pt x="2566" y="2667"/>
                  <a:pt x="2272" y="2833"/>
                </a:cubicBezTo>
                <a:cubicBezTo>
                  <a:pt x="2144" y="2897"/>
                  <a:pt x="2004" y="2960"/>
                  <a:pt x="1864" y="3024"/>
                </a:cubicBezTo>
                <a:cubicBezTo>
                  <a:pt x="1558" y="3139"/>
                  <a:pt x="1264" y="3305"/>
                  <a:pt x="996" y="3509"/>
                </a:cubicBezTo>
                <a:cubicBezTo>
                  <a:pt x="294" y="4032"/>
                  <a:pt x="1" y="4951"/>
                  <a:pt x="269" y="5793"/>
                </a:cubicBezTo>
                <a:cubicBezTo>
                  <a:pt x="524" y="6482"/>
                  <a:pt x="1136" y="6967"/>
                  <a:pt x="1864" y="7031"/>
                </a:cubicBezTo>
                <a:lnTo>
                  <a:pt x="2030" y="7031"/>
                </a:lnTo>
                <a:cubicBezTo>
                  <a:pt x="2310" y="7031"/>
                  <a:pt x="2591" y="6980"/>
                  <a:pt x="2859" y="6916"/>
                </a:cubicBezTo>
                <a:cubicBezTo>
                  <a:pt x="3051" y="6853"/>
                  <a:pt x="3255" y="6827"/>
                  <a:pt x="3446" y="6814"/>
                </a:cubicBezTo>
                <a:cubicBezTo>
                  <a:pt x="3510" y="6814"/>
                  <a:pt x="3574" y="6814"/>
                  <a:pt x="3637" y="6840"/>
                </a:cubicBezTo>
                <a:cubicBezTo>
                  <a:pt x="3816" y="6891"/>
                  <a:pt x="3969" y="6980"/>
                  <a:pt x="4122" y="7095"/>
                </a:cubicBezTo>
                <a:cubicBezTo>
                  <a:pt x="4199" y="7146"/>
                  <a:pt x="4288" y="7210"/>
                  <a:pt x="4378" y="7261"/>
                </a:cubicBezTo>
                <a:cubicBezTo>
                  <a:pt x="4863" y="7541"/>
                  <a:pt x="5407" y="7682"/>
                  <a:pt x="5953" y="7682"/>
                </a:cubicBezTo>
                <a:cubicBezTo>
                  <a:pt x="6425" y="7682"/>
                  <a:pt x="6900" y="7576"/>
                  <a:pt x="7338" y="7363"/>
                </a:cubicBezTo>
                <a:cubicBezTo>
                  <a:pt x="7415" y="7325"/>
                  <a:pt x="7478" y="7286"/>
                  <a:pt x="7542" y="7248"/>
                </a:cubicBezTo>
                <a:cubicBezTo>
                  <a:pt x="7644" y="7184"/>
                  <a:pt x="7759" y="7133"/>
                  <a:pt x="7861" y="7095"/>
                </a:cubicBezTo>
                <a:cubicBezTo>
                  <a:pt x="7978" y="7053"/>
                  <a:pt x="8103" y="7028"/>
                  <a:pt x="8222" y="7028"/>
                </a:cubicBezTo>
                <a:cubicBezTo>
                  <a:pt x="8247" y="7028"/>
                  <a:pt x="8271" y="7029"/>
                  <a:pt x="8295" y="7031"/>
                </a:cubicBezTo>
                <a:cubicBezTo>
                  <a:pt x="8448" y="7031"/>
                  <a:pt x="8614" y="7044"/>
                  <a:pt x="8780" y="7057"/>
                </a:cubicBezTo>
                <a:cubicBezTo>
                  <a:pt x="8946" y="7069"/>
                  <a:pt x="9150" y="7095"/>
                  <a:pt x="9354" y="7095"/>
                </a:cubicBezTo>
                <a:cubicBezTo>
                  <a:pt x="9456" y="7095"/>
                  <a:pt x="9571" y="7082"/>
                  <a:pt x="9673" y="7069"/>
                </a:cubicBezTo>
                <a:cubicBezTo>
                  <a:pt x="10745" y="6955"/>
                  <a:pt x="11587" y="6125"/>
                  <a:pt x="11741" y="5066"/>
                </a:cubicBezTo>
                <a:cubicBezTo>
                  <a:pt x="11906" y="3994"/>
                  <a:pt x="11319" y="2960"/>
                  <a:pt x="10337" y="2539"/>
                </a:cubicBezTo>
                <a:cubicBezTo>
                  <a:pt x="10094" y="2437"/>
                  <a:pt x="9852" y="2374"/>
                  <a:pt x="9597" y="2322"/>
                </a:cubicBezTo>
                <a:cubicBezTo>
                  <a:pt x="9342" y="2271"/>
                  <a:pt x="9086" y="2195"/>
                  <a:pt x="8857" y="2067"/>
                </a:cubicBezTo>
                <a:cubicBezTo>
                  <a:pt x="8627" y="1876"/>
                  <a:pt x="8436" y="1646"/>
                  <a:pt x="8295" y="1391"/>
                </a:cubicBezTo>
                <a:cubicBezTo>
                  <a:pt x="8116" y="1110"/>
                  <a:pt x="7912" y="842"/>
                  <a:pt x="7670" y="613"/>
                </a:cubicBezTo>
                <a:cubicBezTo>
                  <a:pt x="7300" y="306"/>
                  <a:pt x="6853" y="102"/>
                  <a:pt x="6368" y="38"/>
                </a:cubicBezTo>
                <a:cubicBezTo>
                  <a:pt x="6215" y="13"/>
                  <a:pt x="6049" y="0"/>
                  <a:pt x="58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23"/>
          <p:cNvSpPr/>
          <p:nvPr/>
        </p:nvSpPr>
        <p:spPr>
          <a:xfrm flipH="1">
            <a:off x="5779922" y="446589"/>
            <a:ext cx="373543" cy="240766"/>
          </a:xfrm>
          <a:custGeom>
            <a:avLst/>
            <a:gdLst/>
            <a:ahLst/>
            <a:cxnLst/>
            <a:rect l="l" t="t" r="r" b="b"/>
            <a:pathLst>
              <a:path w="11920" h="7683" extrusionOk="0">
                <a:moveTo>
                  <a:pt x="5883" y="485"/>
                </a:moveTo>
                <a:lnTo>
                  <a:pt x="5883" y="498"/>
                </a:lnTo>
                <a:cubicBezTo>
                  <a:pt x="5921" y="494"/>
                  <a:pt x="5958" y="493"/>
                  <a:pt x="5994" y="493"/>
                </a:cubicBezTo>
                <a:cubicBezTo>
                  <a:pt x="6093" y="493"/>
                  <a:pt x="6189" y="505"/>
                  <a:pt x="6292" y="523"/>
                </a:cubicBezTo>
                <a:cubicBezTo>
                  <a:pt x="6675" y="574"/>
                  <a:pt x="7045" y="740"/>
                  <a:pt x="7338" y="995"/>
                </a:cubicBezTo>
                <a:cubicBezTo>
                  <a:pt x="7823" y="1416"/>
                  <a:pt x="8040" y="2118"/>
                  <a:pt x="8576" y="2476"/>
                </a:cubicBezTo>
                <a:cubicBezTo>
                  <a:pt x="9035" y="2782"/>
                  <a:pt x="9635" y="2782"/>
                  <a:pt x="10133" y="2986"/>
                </a:cubicBezTo>
                <a:cubicBezTo>
                  <a:pt x="11919" y="3752"/>
                  <a:pt x="11536" y="6393"/>
                  <a:pt x="9609" y="6610"/>
                </a:cubicBezTo>
                <a:cubicBezTo>
                  <a:pt x="9520" y="6623"/>
                  <a:pt x="9431" y="6623"/>
                  <a:pt x="9342" y="6623"/>
                </a:cubicBezTo>
                <a:cubicBezTo>
                  <a:pt x="8984" y="6623"/>
                  <a:pt x="8627" y="6559"/>
                  <a:pt x="8282" y="6559"/>
                </a:cubicBezTo>
                <a:cubicBezTo>
                  <a:pt x="8078" y="6559"/>
                  <a:pt x="7887" y="6585"/>
                  <a:pt x="7695" y="6648"/>
                </a:cubicBezTo>
                <a:cubicBezTo>
                  <a:pt x="7491" y="6738"/>
                  <a:pt x="7300" y="6840"/>
                  <a:pt x="7108" y="6942"/>
                </a:cubicBezTo>
                <a:cubicBezTo>
                  <a:pt x="6740" y="7126"/>
                  <a:pt x="6342" y="7216"/>
                  <a:pt x="5943" y="7216"/>
                </a:cubicBezTo>
                <a:cubicBezTo>
                  <a:pt x="5486" y="7216"/>
                  <a:pt x="5029" y="7097"/>
                  <a:pt x="4620" y="6865"/>
                </a:cubicBezTo>
                <a:cubicBezTo>
                  <a:pt x="4327" y="6687"/>
                  <a:pt x="4071" y="6470"/>
                  <a:pt x="3752" y="6380"/>
                </a:cubicBezTo>
                <a:cubicBezTo>
                  <a:pt x="3650" y="6355"/>
                  <a:pt x="3548" y="6342"/>
                  <a:pt x="3446" y="6342"/>
                </a:cubicBezTo>
                <a:cubicBezTo>
                  <a:pt x="2974" y="6342"/>
                  <a:pt x="2502" y="6572"/>
                  <a:pt x="2017" y="6572"/>
                </a:cubicBezTo>
                <a:lnTo>
                  <a:pt x="1902" y="6572"/>
                </a:lnTo>
                <a:cubicBezTo>
                  <a:pt x="1366" y="6508"/>
                  <a:pt x="907" y="6151"/>
                  <a:pt x="728" y="5640"/>
                </a:cubicBezTo>
                <a:cubicBezTo>
                  <a:pt x="524" y="5002"/>
                  <a:pt x="741" y="4288"/>
                  <a:pt x="1290" y="3892"/>
                </a:cubicBezTo>
                <a:cubicBezTo>
                  <a:pt x="1660" y="3599"/>
                  <a:pt x="2093" y="3471"/>
                  <a:pt x="2489" y="3254"/>
                </a:cubicBezTo>
                <a:cubicBezTo>
                  <a:pt x="2897" y="3024"/>
                  <a:pt x="3127" y="2667"/>
                  <a:pt x="3357" y="2259"/>
                </a:cubicBezTo>
                <a:cubicBezTo>
                  <a:pt x="3918" y="1263"/>
                  <a:pt x="4748" y="485"/>
                  <a:pt x="5883" y="485"/>
                </a:cubicBezTo>
                <a:close/>
                <a:moveTo>
                  <a:pt x="5896" y="0"/>
                </a:moveTo>
                <a:lnTo>
                  <a:pt x="5883" y="13"/>
                </a:lnTo>
                <a:cubicBezTo>
                  <a:pt x="4697" y="13"/>
                  <a:pt x="3676" y="702"/>
                  <a:pt x="2948" y="2029"/>
                </a:cubicBezTo>
                <a:cubicBezTo>
                  <a:pt x="2731" y="2399"/>
                  <a:pt x="2566" y="2667"/>
                  <a:pt x="2272" y="2833"/>
                </a:cubicBezTo>
                <a:cubicBezTo>
                  <a:pt x="2144" y="2897"/>
                  <a:pt x="2004" y="2960"/>
                  <a:pt x="1864" y="3024"/>
                </a:cubicBezTo>
                <a:cubicBezTo>
                  <a:pt x="1558" y="3139"/>
                  <a:pt x="1264" y="3305"/>
                  <a:pt x="996" y="3509"/>
                </a:cubicBezTo>
                <a:cubicBezTo>
                  <a:pt x="294" y="4032"/>
                  <a:pt x="1" y="4951"/>
                  <a:pt x="269" y="5793"/>
                </a:cubicBezTo>
                <a:cubicBezTo>
                  <a:pt x="524" y="6482"/>
                  <a:pt x="1136" y="6967"/>
                  <a:pt x="1864" y="7031"/>
                </a:cubicBezTo>
                <a:lnTo>
                  <a:pt x="2030" y="7031"/>
                </a:lnTo>
                <a:cubicBezTo>
                  <a:pt x="2310" y="7031"/>
                  <a:pt x="2591" y="6980"/>
                  <a:pt x="2859" y="6916"/>
                </a:cubicBezTo>
                <a:cubicBezTo>
                  <a:pt x="3051" y="6853"/>
                  <a:pt x="3255" y="6827"/>
                  <a:pt x="3446" y="6814"/>
                </a:cubicBezTo>
                <a:cubicBezTo>
                  <a:pt x="3510" y="6814"/>
                  <a:pt x="3574" y="6814"/>
                  <a:pt x="3637" y="6840"/>
                </a:cubicBezTo>
                <a:cubicBezTo>
                  <a:pt x="3816" y="6891"/>
                  <a:pt x="3969" y="6980"/>
                  <a:pt x="4122" y="7095"/>
                </a:cubicBezTo>
                <a:cubicBezTo>
                  <a:pt x="4199" y="7146"/>
                  <a:pt x="4288" y="7210"/>
                  <a:pt x="4378" y="7261"/>
                </a:cubicBezTo>
                <a:cubicBezTo>
                  <a:pt x="4863" y="7541"/>
                  <a:pt x="5407" y="7682"/>
                  <a:pt x="5953" y="7682"/>
                </a:cubicBezTo>
                <a:cubicBezTo>
                  <a:pt x="6425" y="7682"/>
                  <a:pt x="6900" y="7576"/>
                  <a:pt x="7338" y="7363"/>
                </a:cubicBezTo>
                <a:cubicBezTo>
                  <a:pt x="7415" y="7325"/>
                  <a:pt x="7478" y="7286"/>
                  <a:pt x="7542" y="7248"/>
                </a:cubicBezTo>
                <a:cubicBezTo>
                  <a:pt x="7644" y="7184"/>
                  <a:pt x="7759" y="7133"/>
                  <a:pt x="7861" y="7095"/>
                </a:cubicBezTo>
                <a:cubicBezTo>
                  <a:pt x="7978" y="7053"/>
                  <a:pt x="8103" y="7028"/>
                  <a:pt x="8222" y="7028"/>
                </a:cubicBezTo>
                <a:cubicBezTo>
                  <a:pt x="8247" y="7028"/>
                  <a:pt x="8271" y="7029"/>
                  <a:pt x="8295" y="7031"/>
                </a:cubicBezTo>
                <a:cubicBezTo>
                  <a:pt x="8448" y="7031"/>
                  <a:pt x="8614" y="7044"/>
                  <a:pt x="8780" y="7057"/>
                </a:cubicBezTo>
                <a:cubicBezTo>
                  <a:pt x="8946" y="7069"/>
                  <a:pt x="9150" y="7095"/>
                  <a:pt x="9354" y="7095"/>
                </a:cubicBezTo>
                <a:cubicBezTo>
                  <a:pt x="9456" y="7095"/>
                  <a:pt x="9571" y="7082"/>
                  <a:pt x="9673" y="7069"/>
                </a:cubicBezTo>
                <a:cubicBezTo>
                  <a:pt x="10745" y="6955"/>
                  <a:pt x="11587" y="6125"/>
                  <a:pt x="11741" y="5066"/>
                </a:cubicBezTo>
                <a:cubicBezTo>
                  <a:pt x="11906" y="3994"/>
                  <a:pt x="11319" y="2960"/>
                  <a:pt x="10337" y="2539"/>
                </a:cubicBezTo>
                <a:cubicBezTo>
                  <a:pt x="10094" y="2437"/>
                  <a:pt x="9852" y="2374"/>
                  <a:pt x="9597" y="2322"/>
                </a:cubicBezTo>
                <a:cubicBezTo>
                  <a:pt x="9342" y="2271"/>
                  <a:pt x="9086" y="2195"/>
                  <a:pt x="8857" y="2067"/>
                </a:cubicBezTo>
                <a:cubicBezTo>
                  <a:pt x="8627" y="1876"/>
                  <a:pt x="8436" y="1646"/>
                  <a:pt x="8295" y="1391"/>
                </a:cubicBezTo>
                <a:cubicBezTo>
                  <a:pt x="8116" y="1110"/>
                  <a:pt x="7912" y="842"/>
                  <a:pt x="7670" y="613"/>
                </a:cubicBezTo>
                <a:cubicBezTo>
                  <a:pt x="7300" y="306"/>
                  <a:pt x="6853" y="102"/>
                  <a:pt x="6368" y="38"/>
                </a:cubicBezTo>
                <a:cubicBezTo>
                  <a:pt x="6215" y="13"/>
                  <a:pt x="6049" y="0"/>
                  <a:pt x="58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hree columns 1">
  <p:cSld name="CUSTOM_6_1">
    <p:spTree>
      <p:nvGrpSpPr>
        <p:cNvPr id="1" name="Shape 265"/>
        <p:cNvGrpSpPr/>
        <p:nvPr/>
      </p:nvGrpSpPr>
      <p:grpSpPr>
        <a:xfrm>
          <a:off x="0" y="0"/>
          <a:ext cx="0" cy="0"/>
          <a:chOff x="0" y="0"/>
          <a:chExt cx="0" cy="0"/>
        </a:xfrm>
      </p:grpSpPr>
      <p:pic>
        <p:nvPicPr>
          <p:cNvPr id="266" name="Google Shape;266;p25"/>
          <p:cNvPicPr preferRelativeResize="0"/>
          <p:nvPr/>
        </p:nvPicPr>
        <p:blipFill>
          <a:blip r:embed="rId2">
            <a:alphaModFix amt="65000"/>
          </a:blip>
          <a:stretch>
            <a:fillRect/>
          </a:stretch>
        </p:blipFill>
        <p:spPr>
          <a:xfrm>
            <a:off x="0" y="0"/>
            <a:ext cx="9144000" cy="5143500"/>
          </a:xfrm>
          <a:prstGeom prst="rect">
            <a:avLst/>
          </a:prstGeom>
          <a:noFill/>
          <a:ln>
            <a:noFill/>
          </a:ln>
        </p:spPr>
      </p:pic>
      <p:sp>
        <p:nvSpPr>
          <p:cNvPr id="267" name="Google Shape;267;p25"/>
          <p:cNvSpPr txBox="1">
            <a:spLocks noGrp="1"/>
          </p:cNvSpPr>
          <p:nvPr>
            <p:ph type="title"/>
          </p:nvPr>
        </p:nvSpPr>
        <p:spPr>
          <a:xfrm>
            <a:off x="720000" y="446600"/>
            <a:ext cx="46887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sp>
        <p:nvSpPr>
          <p:cNvPr id="268" name="Google Shape;268;p25"/>
          <p:cNvSpPr txBox="1">
            <a:spLocks noGrp="1"/>
          </p:cNvSpPr>
          <p:nvPr>
            <p:ph type="subTitle" idx="1"/>
          </p:nvPr>
        </p:nvSpPr>
        <p:spPr>
          <a:xfrm>
            <a:off x="1686287" y="1357600"/>
            <a:ext cx="3722400" cy="528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269" name="Google Shape;269;p25"/>
          <p:cNvSpPr txBox="1">
            <a:spLocks noGrp="1"/>
          </p:cNvSpPr>
          <p:nvPr>
            <p:ph type="subTitle" idx="2"/>
          </p:nvPr>
        </p:nvSpPr>
        <p:spPr>
          <a:xfrm>
            <a:off x="1686225" y="2402748"/>
            <a:ext cx="3722400" cy="528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270" name="Google Shape;270;p25"/>
          <p:cNvSpPr txBox="1">
            <a:spLocks noGrp="1"/>
          </p:cNvSpPr>
          <p:nvPr>
            <p:ph type="subTitle" idx="3"/>
          </p:nvPr>
        </p:nvSpPr>
        <p:spPr>
          <a:xfrm>
            <a:off x="1686287" y="3447896"/>
            <a:ext cx="3722400" cy="528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271" name="Google Shape;271;p25"/>
          <p:cNvSpPr txBox="1">
            <a:spLocks noGrp="1"/>
          </p:cNvSpPr>
          <p:nvPr>
            <p:ph type="subTitle" idx="4"/>
          </p:nvPr>
        </p:nvSpPr>
        <p:spPr>
          <a:xfrm>
            <a:off x="1686279" y="1874883"/>
            <a:ext cx="3722400" cy="4626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lt2"/>
              </a:buClr>
              <a:buSzPts val="2200"/>
              <a:buFont typeface="Alata"/>
              <a:buNone/>
              <a:defRPr sz="2200">
                <a:solidFill>
                  <a:schemeClr val="dk2"/>
                </a:solidFill>
                <a:latin typeface="Domine"/>
                <a:ea typeface="Domine"/>
                <a:cs typeface="Domine"/>
                <a:sym typeface="Domine"/>
              </a:defRPr>
            </a:lvl1pPr>
            <a:lvl2pPr lvl="1" algn="ctr" rtl="0">
              <a:spcBef>
                <a:spcPts val="0"/>
              </a:spcBef>
              <a:spcAft>
                <a:spcPts val="0"/>
              </a:spcAft>
              <a:buClr>
                <a:schemeClr val="lt2"/>
              </a:buClr>
              <a:buSzPts val="2200"/>
              <a:buFont typeface="Alata"/>
              <a:buNone/>
              <a:defRPr sz="2200" b="1">
                <a:solidFill>
                  <a:schemeClr val="lt2"/>
                </a:solidFill>
                <a:latin typeface="Alata"/>
                <a:ea typeface="Alata"/>
                <a:cs typeface="Alata"/>
                <a:sym typeface="Alata"/>
              </a:defRPr>
            </a:lvl2pPr>
            <a:lvl3pPr lvl="2" algn="ct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3pPr>
            <a:lvl4pPr lvl="3" algn="ct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4pPr>
            <a:lvl5pPr lvl="4" algn="ct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5pPr>
            <a:lvl6pPr lvl="5" algn="ct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6pPr>
            <a:lvl7pPr lvl="6" algn="ct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7pPr>
            <a:lvl8pPr lvl="7" algn="ct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8pPr>
            <a:lvl9pPr lvl="8" algn="ctr" rtl="0">
              <a:spcBef>
                <a:spcPts val="1600"/>
              </a:spcBef>
              <a:spcAft>
                <a:spcPts val="1600"/>
              </a:spcAft>
              <a:buClr>
                <a:schemeClr val="lt2"/>
              </a:buClr>
              <a:buSzPts val="2200"/>
              <a:buFont typeface="Alata"/>
              <a:buNone/>
              <a:defRPr sz="2200" b="1">
                <a:solidFill>
                  <a:schemeClr val="lt2"/>
                </a:solidFill>
                <a:latin typeface="Alata"/>
                <a:ea typeface="Alata"/>
                <a:cs typeface="Alata"/>
                <a:sym typeface="Alata"/>
              </a:defRPr>
            </a:lvl9pPr>
          </a:lstStyle>
          <a:p>
            <a:endParaRPr/>
          </a:p>
        </p:txBody>
      </p:sp>
      <p:sp>
        <p:nvSpPr>
          <p:cNvPr id="272" name="Google Shape;272;p25"/>
          <p:cNvSpPr txBox="1">
            <a:spLocks noGrp="1"/>
          </p:cNvSpPr>
          <p:nvPr>
            <p:ph type="subTitle" idx="5"/>
          </p:nvPr>
        </p:nvSpPr>
        <p:spPr>
          <a:xfrm>
            <a:off x="1686225" y="2920029"/>
            <a:ext cx="3722400" cy="4626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lt2"/>
              </a:buClr>
              <a:buSzPts val="2200"/>
              <a:buFont typeface="Alata"/>
              <a:buNone/>
              <a:defRPr sz="2200">
                <a:solidFill>
                  <a:schemeClr val="dk2"/>
                </a:solidFill>
                <a:latin typeface="Domine"/>
                <a:ea typeface="Domine"/>
                <a:cs typeface="Domine"/>
                <a:sym typeface="Domine"/>
              </a:defRPr>
            </a:lvl1pPr>
            <a:lvl2pPr lvl="1" algn="ctr" rtl="0">
              <a:spcBef>
                <a:spcPts val="0"/>
              </a:spcBef>
              <a:spcAft>
                <a:spcPts val="0"/>
              </a:spcAft>
              <a:buClr>
                <a:schemeClr val="lt2"/>
              </a:buClr>
              <a:buSzPts val="2200"/>
              <a:buFont typeface="Alata"/>
              <a:buNone/>
              <a:defRPr sz="2200" b="1">
                <a:solidFill>
                  <a:schemeClr val="lt2"/>
                </a:solidFill>
                <a:latin typeface="Alata"/>
                <a:ea typeface="Alata"/>
                <a:cs typeface="Alata"/>
                <a:sym typeface="Alata"/>
              </a:defRPr>
            </a:lvl2pPr>
            <a:lvl3pPr lvl="2" algn="ct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3pPr>
            <a:lvl4pPr lvl="3" algn="ct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4pPr>
            <a:lvl5pPr lvl="4" algn="ct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5pPr>
            <a:lvl6pPr lvl="5" algn="ct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6pPr>
            <a:lvl7pPr lvl="6" algn="ct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7pPr>
            <a:lvl8pPr lvl="7" algn="ct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8pPr>
            <a:lvl9pPr lvl="8" algn="ctr" rtl="0">
              <a:spcBef>
                <a:spcPts val="1600"/>
              </a:spcBef>
              <a:spcAft>
                <a:spcPts val="1600"/>
              </a:spcAft>
              <a:buClr>
                <a:schemeClr val="lt2"/>
              </a:buClr>
              <a:buSzPts val="2200"/>
              <a:buFont typeface="Alata"/>
              <a:buNone/>
              <a:defRPr sz="2200" b="1">
                <a:solidFill>
                  <a:schemeClr val="lt2"/>
                </a:solidFill>
                <a:latin typeface="Alata"/>
                <a:ea typeface="Alata"/>
                <a:cs typeface="Alata"/>
                <a:sym typeface="Alata"/>
              </a:defRPr>
            </a:lvl9pPr>
          </a:lstStyle>
          <a:p>
            <a:endParaRPr/>
          </a:p>
        </p:txBody>
      </p:sp>
      <p:sp>
        <p:nvSpPr>
          <p:cNvPr id="273" name="Google Shape;273;p25"/>
          <p:cNvSpPr txBox="1">
            <a:spLocks noGrp="1"/>
          </p:cNvSpPr>
          <p:nvPr>
            <p:ph type="subTitle" idx="6"/>
          </p:nvPr>
        </p:nvSpPr>
        <p:spPr>
          <a:xfrm>
            <a:off x="1686287" y="3965175"/>
            <a:ext cx="3722400" cy="4626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lt2"/>
              </a:buClr>
              <a:buSzPts val="2200"/>
              <a:buFont typeface="Alata"/>
              <a:buNone/>
              <a:defRPr sz="2200">
                <a:solidFill>
                  <a:schemeClr val="dk2"/>
                </a:solidFill>
                <a:latin typeface="Domine"/>
                <a:ea typeface="Domine"/>
                <a:cs typeface="Domine"/>
                <a:sym typeface="Domine"/>
              </a:defRPr>
            </a:lvl1pPr>
            <a:lvl2pPr lvl="1" algn="ctr" rtl="0">
              <a:spcBef>
                <a:spcPts val="0"/>
              </a:spcBef>
              <a:spcAft>
                <a:spcPts val="0"/>
              </a:spcAft>
              <a:buClr>
                <a:schemeClr val="lt2"/>
              </a:buClr>
              <a:buSzPts val="2200"/>
              <a:buFont typeface="Alata"/>
              <a:buNone/>
              <a:defRPr sz="2200" b="1">
                <a:solidFill>
                  <a:schemeClr val="lt2"/>
                </a:solidFill>
                <a:latin typeface="Alata"/>
                <a:ea typeface="Alata"/>
                <a:cs typeface="Alata"/>
                <a:sym typeface="Alata"/>
              </a:defRPr>
            </a:lvl2pPr>
            <a:lvl3pPr lvl="2" algn="ct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3pPr>
            <a:lvl4pPr lvl="3" algn="ct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4pPr>
            <a:lvl5pPr lvl="4" algn="ct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5pPr>
            <a:lvl6pPr lvl="5" algn="ct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6pPr>
            <a:lvl7pPr lvl="6" algn="ct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7pPr>
            <a:lvl8pPr lvl="7" algn="ctr" rtl="0">
              <a:spcBef>
                <a:spcPts val="1600"/>
              </a:spcBef>
              <a:spcAft>
                <a:spcPts val="0"/>
              </a:spcAft>
              <a:buClr>
                <a:schemeClr val="lt2"/>
              </a:buClr>
              <a:buSzPts val="2200"/>
              <a:buFont typeface="Alata"/>
              <a:buNone/>
              <a:defRPr sz="2200" b="1">
                <a:solidFill>
                  <a:schemeClr val="lt2"/>
                </a:solidFill>
                <a:latin typeface="Alata"/>
                <a:ea typeface="Alata"/>
                <a:cs typeface="Alata"/>
                <a:sym typeface="Alata"/>
              </a:defRPr>
            </a:lvl8pPr>
            <a:lvl9pPr lvl="8" algn="ctr" rtl="0">
              <a:spcBef>
                <a:spcPts val="1600"/>
              </a:spcBef>
              <a:spcAft>
                <a:spcPts val="1600"/>
              </a:spcAft>
              <a:buClr>
                <a:schemeClr val="lt2"/>
              </a:buClr>
              <a:buSzPts val="2200"/>
              <a:buFont typeface="Alata"/>
              <a:buNone/>
              <a:defRPr sz="2200" b="1">
                <a:solidFill>
                  <a:schemeClr val="lt2"/>
                </a:solidFill>
                <a:latin typeface="Alata"/>
                <a:ea typeface="Alata"/>
                <a:cs typeface="Alata"/>
                <a:sym typeface="Alata"/>
              </a:defRPr>
            </a:lvl9pPr>
          </a:lstStyle>
          <a:p>
            <a:endParaRPr/>
          </a:p>
        </p:txBody>
      </p:sp>
      <p:cxnSp>
        <p:nvCxnSpPr>
          <p:cNvPr id="274" name="Google Shape;274;p25"/>
          <p:cNvCxnSpPr/>
          <p:nvPr/>
        </p:nvCxnSpPr>
        <p:spPr>
          <a:xfrm>
            <a:off x="0" y="4802825"/>
            <a:ext cx="9144000" cy="0"/>
          </a:xfrm>
          <a:prstGeom prst="straightConnector1">
            <a:avLst/>
          </a:prstGeom>
          <a:noFill/>
          <a:ln w="19050" cap="flat" cmpd="sng">
            <a:solidFill>
              <a:schemeClr val="dk1"/>
            </a:solidFill>
            <a:prstDash val="solid"/>
            <a:round/>
            <a:headEnd type="none" w="med" len="med"/>
            <a:tailEnd type="none" w="med" len="med"/>
          </a:ln>
        </p:spPr>
      </p:cxnSp>
      <p:grpSp>
        <p:nvGrpSpPr>
          <p:cNvPr id="275" name="Google Shape;275;p25"/>
          <p:cNvGrpSpPr/>
          <p:nvPr/>
        </p:nvGrpSpPr>
        <p:grpSpPr>
          <a:xfrm flipH="1">
            <a:off x="-202525" y="2134149"/>
            <a:ext cx="472842" cy="317708"/>
            <a:chOff x="2493575" y="1248525"/>
            <a:chExt cx="386025" cy="259375"/>
          </a:xfrm>
        </p:grpSpPr>
        <p:sp>
          <p:nvSpPr>
            <p:cNvPr id="276" name="Google Shape;276;p25"/>
            <p:cNvSpPr/>
            <p:nvPr/>
          </p:nvSpPr>
          <p:spPr>
            <a:xfrm>
              <a:off x="2499950" y="1254550"/>
              <a:ext cx="372625" cy="246975"/>
            </a:xfrm>
            <a:custGeom>
              <a:avLst/>
              <a:gdLst/>
              <a:ahLst/>
              <a:cxnLst/>
              <a:rect l="l" t="t" r="r" b="b"/>
              <a:pathLst>
                <a:path w="14905" h="9879" extrusionOk="0">
                  <a:moveTo>
                    <a:pt x="8222" y="0"/>
                  </a:moveTo>
                  <a:cubicBezTo>
                    <a:pt x="8199" y="0"/>
                    <a:pt x="8177" y="1"/>
                    <a:pt x="8154" y="1"/>
                  </a:cubicBezTo>
                  <a:cubicBezTo>
                    <a:pt x="8014" y="1"/>
                    <a:pt x="7874" y="14"/>
                    <a:pt x="7733" y="40"/>
                  </a:cubicBezTo>
                  <a:cubicBezTo>
                    <a:pt x="6891" y="206"/>
                    <a:pt x="6125" y="805"/>
                    <a:pt x="5692" y="1673"/>
                  </a:cubicBezTo>
                  <a:cubicBezTo>
                    <a:pt x="5602" y="1852"/>
                    <a:pt x="5513" y="2043"/>
                    <a:pt x="5436" y="2222"/>
                  </a:cubicBezTo>
                  <a:cubicBezTo>
                    <a:pt x="5347" y="2477"/>
                    <a:pt x="5219" y="2732"/>
                    <a:pt x="5079" y="2962"/>
                  </a:cubicBezTo>
                  <a:cubicBezTo>
                    <a:pt x="4862" y="3294"/>
                    <a:pt x="4556" y="3549"/>
                    <a:pt x="4199" y="3715"/>
                  </a:cubicBezTo>
                  <a:cubicBezTo>
                    <a:pt x="3994" y="3804"/>
                    <a:pt x="3790" y="3868"/>
                    <a:pt x="3586" y="3932"/>
                  </a:cubicBezTo>
                  <a:cubicBezTo>
                    <a:pt x="3114" y="4059"/>
                    <a:pt x="2616" y="4213"/>
                    <a:pt x="2284" y="4608"/>
                  </a:cubicBezTo>
                  <a:cubicBezTo>
                    <a:pt x="2080" y="4889"/>
                    <a:pt x="1927" y="5221"/>
                    <a:pt x="1863" y="5565"/>
                  </a:cubicBezTo>
                  <a:cubicBezTo>
                    <a:pt x="1800" y="5808"/>
                    <a:pt x="1710" y="6037"/>
                    <a:pt x="1583" y="6267"/>
                  </a:cubicBezTo>
                  <a:cubicBezTo>
                    <a:pt x="1429" y="6471"/>
                    <a:pt x="1238" y="6650"/>
                    <a:pt x="1021" y="6790"/>
                  </a:cubicBezTo>
                  <a:lnTo>
                    <a:pt x="868" y="6905"/>
                  </a:lnTo>
                  <a:cubicBezTo>
                    <a:pt x="421" y="7262"/>
                    <a:pt x="0" y="7683"/>
                    <a:pt x="0" y="8219"/>
                  </a:cubicBezTo>
                  <a:cubicBezTo>
                    <a:pt x="26" y="8679"/>
                    <a:pt x="281" y="9100"/>
                    <a:pt x="689" y="9330"/>
                  </a:cubicBezTo>
                  <a:cubicBezTo>
                    <a:pt x="1047" y="9534"/>
                    <a:pt x="1429" y="9649"/>
                    <a:pt x="1838" y="9700"/>
                  </a:cubicBezTo>
                  <a:cubicBezTo>
                    <a:pt x="2735" y="9815"/>
                    <a:pt x="3642" y="9867"/>
                    <a:pt x="4550" y="9867"/>
                  </a:cubicBezTo>
                  <a:cubicBezTo>
                    <a:pt x="4650" y="9867"/>
                    <a:pt x="4749" y="9867"/>
                    <a:pt x="4849" y="9865"/>
                  </a:cubicBezTo>
                  <a:cubicBezTo>
                    <a:pt x="5959" y="9878"/>
                    <a:pt x="7070" y="9878"/>
                    <a:pt x="8167" y="9878"/>
                  </a:cubicBezTo>
                  <a:lnTo>
                    <a:pt x="8205" y="9878"/>
                  </a:lnTo>
                  <a:cubicBezTo>
                    <a:pt x="9162" y="9878"/>
                    <a:pt x="10017" y="9865"/>
                    <a:pt x="11013" y="9789"/>
                  </a:cubicBezTo>
                  <a:cubicBezTo>
                    <a:pt x="11766" y="9738"/>
                    <a:pt x="12786" y="9661"/>
                    <a:pt x="13590" y="9253"/>
                  </a:cubicBezTo>
                  <a:cubicBezTo>
                    <a:pt x="14471" y="8806"/>
                    <a:pt x="14905" y="7926"/>
                    <a:pt x="14726" y="6918"/>
                  </a:cubicBezTo>
                  <a:cubicBezTo>
                    <a:pt x="14624" y="6382"/>
                    <a:pt x="14292" y="5961"/>
                    <a:pt x="13973" y="5552"/>
                  </a:cubicBezTo>
                  <a:cubicBezTo>
                    <a:pt x="13718" y="5221"/>
                    <a:pt x="13463" y="4902"/>
                    <a:pt x="13361" y="4544"/>
                  </a:cubicBezTo>
                  <a:cubicBezTo>
                    <a:pt x="13310" y="4378"/>
                    <a:pt x="13284" y="4213"/>
                    <a:pt x="13259" y="4047"/>
                  </a:cubicBezTo>
                  <a:cubicBezTo>
                    <a:pt x="13246" y="3957"/>
                    <a:pt x="13233" y="3868"/>
                    <a:pt x="13220" y="3766"/>
                  </a:cubicBezTo>
                  <a:cubicBezTo>
                    <a:pt x="13067" y="2949"/>
                    <a:pt x="12621" y="2298"/>
                    <a:pt x="12008" y="2043"/>
                  </a:cubicBezTo>
                  <a:cubicBezTo>
                    <a:pt x="11753" y="1954"/>
                    <a:pt x="11498" y="1890"/>
                    <a:pt x="11230" y="1865"/>
                  </a:cubicBezTo>
                  <a:cubicBezTo>
                    <a:pt x="10821" y="1801"/>
                    <a:pt x="10477" y="1737"/>
                    <a:pt x="10298" y="1482"/>
                  </a:cubicBezTo>
                  <a:cubicBezTo>
                    <a:pt x="10247" y="1418"/>
                    <a:pt x="10209" y="1329"/>
                    <a:pt x="10171" y="1252"/>
                  </a:cubicBezTo>
                  <a:cubicBezTo>
                    <a:pt x="10145" y="1214"/>
                    <a:pt x="10132" y="1163"/>
                    <a:pt x="10107" y="1112"/>
                  </a:cubicBezTo>
                  <a:cubicBezTo>
                    <a:pt x="9722" y="429"/>
                    <a:pt x="9000" y="0"/>
                    <a:pt x="82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25"/>
            <p:cNvSpPr/>
            <p:nvPr/>
          </p:nvSpPr>
          <p:spPr>
            <a:xfrm>
              <a:off x="2493575" y="1248525"/>
              <a:ext cx="386025" cy="259375"/>
            </a:xfrm>
            <a:custGeom>
              <a:avLst/>
              <a:gdLst/>
              <a:ahLst/>
              <a:cxnLst/>
              <a:rect l="l" t="t" r="r" b="b"/>
              <a:pathLst>
                <a:path w="15441" h="10375" extrusionOk="0">
                  <a:moveTo>
                    <a:pt x="8416" y="485"/>
                  </a:moveTo>
                  <a:lnTo>
                    <a:pt x="8416" y="485"/>
                  </a:lnTo>
                  <a:cubicBezTo>
                    <a:pt x="9128" y="487"/>
                    <a:pt x="9827" y="844"/>
                    <a:pt x="10145" y="1468"/>
                  </a:cubicBezTo>
                  <a:cubicBezTo>
                    <a:pt x="10209" y="1608"/>
                    <a:pt x="10272" y="1735"/>
                    <a:pt x="10349" y="1863"/>
                  </a:cubicBezTo>
                  <a:cubicBezTo>
                    <a:pt x="10732" y="2399"/>
                    <a:pt x="11561" y="2259"/>
                    <a:pt x="12161" y="2501"/>
                  </a:cubicBezTo>
                  <a:cubicBezTo>
                    <a:pt x="12773" y="2756"/>
                    <a:pt x="13118" y="3407"/>
                    <a:pt x="13246" y="4058"/>
                  </a:cubicBezTo>
                  <a:cubicBezTo>
                    <a:pt x="13271" y="4326"/>
                    <a:pt x="13322" y="4581"/>
                    <a:pt x="13386" y="4849"/>
                  </a:cubicBezTo>
                  <a:cubicBezTo>
                    <a:pt x="13654" y="5717"/>
                    <a:pt x="14586" y="6304"/>
                    <a:pt x="14739" y="7197"/>
                  </a:cubicBezTo>
                  <a:cubicBezTo>
                    <a:pt x="14892" y="8001"/>
                    <a:pt x="14611" y="8843"/>
                    <a:pt x="13731" y="9277"/>
                  </a:cubicBezTo>
                  <a:cubicBezTo>
                    <a:pt x="13003" y="9647"/>
                    <a:pt x="12072" y="9736"/>
                    <a:pt x="11255" y="9787"/>
                  </a:cubicBezTo>
                  <a:cubicBezTo>
                    <a:pt x="10285" y="9864"/>
                    <a:pt x="9443" y="9877"/>
                    <a:pt x="8460" y="9877"/>
                  </a:cubicBezTo>
                  <a:lnTo>
                    <a:pt x="8422" y="9877"/>
                  </a:lnTo>
                  <a:cubicBezTo>
                    <a:pt x="8097" y="9881"/>
                    <a:pt x="7773" y="9882"/>
                    <a:pt x="7449" y="9882"/>
                  </a:cubicBezTo>
                  <a:cubicBezTo>
                    <a:pt x="6668" y="9882"/>
                    <a:pt x="5889" y="9873"/>
                    <a:pt x="5104" y="9864"/>
                  </a:cubicBezTo>
                  <a:cubicBezTo>
                    <a:pt x="4959" y="9868"/>
                    <a:pt x="4814" y="9870"/>
                    <a:pt x="4669" y="9870"/>
                  </a:cubicBezTo>
                  <a:cubicBezTo>
                    <a:pt x="3822" y="9870"/>
                    <a:pt x="2983" y="9807"/>
                    <a:pt x="2144" y="9698"/>
                  </a:cubicBezTo>
                  <a:cubicBezTo>
                    <a:pt x="1761" y="9660"/>
                    <a:pt x="1404" y="9545"/>
                    <a:pt x="1072" y="9366"/>
                  </a:cubicBezTo>
                  <a:cubicBezTo>
                    <a:pt x="740" y="9175"/>
                    <a:pt x="523" y="8843"/>
                    <a:pt x="498" y="8460"/>
                  </a:cubicBezTo>
                  <a:cubicBezTo>
                    <a:pt x="498" y="8001"/>
                    <a:pt x="932" y="7618"/>
                    <a:pt x="1289" y="7337"/>
                  </a:cubicBezTo>
                  <a:cubicBezTo>
                    <a:pt x="1557" y="7133"/>
                    <a:pt x="1850" y="6929"/>
                    <a:pt x="2042" y="6636"/>
                  </a:cubicBezTo>
                  <a:cubicBezTo>
                    <a:pt x="2374" y="6151"/>
                    <a:pt x="2348" y="5474"/>
                    <a:pt x="2731" y="5015"/>
                  </a:cubicBezTo>
                  <a:cubicBezTo>
                    <a:pt x="3165" y="4492"/>
                    <a:pt x="3943" y="4454"/>
                    <a:pt x="4568" y="4186"/>
                  </a:cubicBezTo>
                  <a:cubicBezTo>
                    <a:pt x="4964" y="3994"/>
                    <a:pt x="5296" y="3713"/>
                    <a:pt x="5538" y="3343"/>
                  </a:cubicBezTo>
                  <a:cubicBezTo>
                    <a:pt x="5806" y="2935"/>
                    <a:pt x="5947" y="2463"/>
                    <a:pt x="6163" y="2029"/>
                  </a:cubicBezTo>
                  <a:cubicBezTo>
                    <a:pt x="6546" y="1289"/>
                    <a:pt x="7223" y="676"/>
                    <a:pt x="8039" y="523"/>
                  </a:cubicBezTo>
                  <a:cubicBezTo>
                    <a:pt x="8165" y="498"/>
                    <a:pt x="8290" y="485"/>
                    <a:pt x="8416" y="485"/>
                  </a:cubicBezTo>
                  <a:close/>
                  <a:moveTo>
                    <a:pt x="8409" y="0"/>
                  </a:moveTo>
                  <a:lnTo>
                    <a:pt x="8422" y="13"/>
                  </a:lnTo>
                  <a:cubicBezTo>
                    <a:pt x="8392" y="10"/>
                    <a:pt x="8362" y="9"/>
                    <a:pt x="8332" y="9"/>
                  </a:cubicBezTo>
                  <a:cubicBezTo>
                    <a:pt x="8200" y="9"/>
                    <a:pt x="8073" y="30"/>
                    <a:pt x="7937" y="51"/>
                  </a:cubicBezTo>
                  <a:cubicBezTo>
                    <a:pt x="7031" y="230"/>
                    <a:pt x="6202" y="881"/>
                    <a:pt x="5730" y="1812"/>
                  </a:cubicBezTo>
                  <a:cubicBezTo>
                    <a:pt x="5628" y="1991"/>
                    <a:pt x="5551" y="2195"/>
                    <a:pt x="5474" y="2374"/>
                  </a:cubicBezTo>
                  <a:cubicBezTo>
                    <a:pt x="5385" y="2616"/>
                    <a:pt x="5270" y="2858"/>
                    <a:pt x="5130" y="3088"/>
                  </a:cubicBezTo>
                  <a:cubicBezTo>
                    <a:pt x="4938" y="3369"/>
                    <a:pt x="4670" y="3599"/>
                    <a:pt x="4351" y="3739"/>
                  </a:cubicBezTo>
                  <a:cubicBezTo>
                    <a:pt x="4160" y="3828"/>
                    <a:pt x="3969" y="3892"/>
                    <a:pt x="3764" y="3943"/>
                  </a:cubicBezTo>
                  <a:cubicBezTo>
                    <a:pt x="3292" y="4083"/>
                    <a:pt x="2744" y="4249"/>
                    <a:pt x="2361" y="4709"/>
                  </a:cubicBezTo>
                  <a:cubicBezTo>
                    <a:pt x="2131" y="5015"/>
                    <a:pt x="1965" y="5372"/>
                    <a:pt x="1876" y="5742"/>
                  </a:cubicBezTo>
                  <a:cubicBezTo>
                    <a:pt x="1825" y="5959"/>
                    <a:pt x="1748" y="6176"/>
                    <a:pt x="1633" y="6380"/>
                  </a:cubicBezTo>
                  <a:cubicBezTo>
                    <a:pt x="1493" y="6559"/>
                    <a:pt x="1314" y="6725"/>
                    <a:pt x="1123" y="6853"/>
                  </a:cubicBezTo>
                  <a:cubicBezTo>
                    <a:pt x="1072" y="6891"/>
                    <a:pt x="1021" y="6929"/>
                    <a:pt x="970" y="6980"/>
                  </a:cubicBezTo>
                  <a:cubicBezTo>
                    <a:pt x="651" y="7223"/>
                    <a:pt x="0" y="7746"/>
                    <a:pt x="13" y="8473"/>
                  </a:cubicBezTo>
                  <a:cubicBezTo>
                    <a:pt x="38" y="9022"/>
                    <a:pt x="345" y="9507"/>
                    <a:pt x="817" y="9787"/>
                  </a:cubicBezTo>
                  <a:cubicBezTo>
                    <a:pt x="1200" y="10004"/>
                    <a:pt x="1621" y="10145"/>
                    <a:pt x="2055" y="10183"/>
                  </a:cubicBezTo>
                  <a:cubicBezTo>
                    <a:pt x="2964" y="10310"/>
                    <a:pt x="3883" y="10364"/>
                    <a:pt x="4804" y="10364"/>
                  </a:cubicBezTo>
                  <a:cubicBezTo>
                    <a:pt x="4904" y="10364"/>
                    <a:pt x="5004" y="10363"/>
                    <a:pt x="5104" y="10362"/>
                  </a:cubicBezTo>
                  <a:cubicBezTo>
                    <a:pt x="6202" y="10374"/>
                    <a:pt x="7325" y="10374"/>
                    <a:pt x="8422" y="10374"/>
                  </a:cubicBezTo>
                  <a:lnTo>
                    <a:pt x="8460" y="10374"/>
                  </a:lnTo>
                  <a:cubicBezTo>
                    <a:pt x="9417" y="10374"/>
                    <a:pt x="10272" y="10362"/>
                    <a:pt x="11293" y="10285"/>
                  </a:cubicBezTo>
                  <a:cubicBezTo>
                    <a:pt x="12059" y="10234"/>
                    <a:pt x="13105" y="10145"/>
                    <a:pt x="13947" y="9724"/>
                  </a:cubicBezTo>
                  <a:cubicBezTo>
                    <a:pt x="14917" y="9252"/>
                    <a:pt x="15440" y="8167"/>
                    <a:pt x="15224" y="7120"/>
                  </a:cubicBezTo>
                  <a:cubicBezTo>
                    <a:pt x="15109" y="6521"/>
                    <a:pt x="14739" y="6049"/>
                    <a:pt x="14420" y="5653"/>
                  </a:cubicBezTo>
                  <a:cubicBezTo>
                    <a:pt x="14177" y="5372"/>
                    <a:pt x="13973" y="5053"/>
                    <a:pt x="13833" y="4709"/>
                  </a:cubicBezTo>
                  <a:cubicBezTo>
                    <a:pt x="13794" y="4568"/>
                    <a:pt x="13769" y="4415"/>
                    <a:pt x="13756" y="4262"/>
                  </a:cubicBezTo>
                  <a:cubicBezTo>
                    <a:pt x="13743" y="4160"/>
                    <a:pt x="13731" y="4071"/>
                    <a:pt x="13705" y="3969"/>
                  </a:cubicBezTo>
                  <a:cubicBezTo>
                    <a:pt x="13552" y="3063"/>
                    <a:pt x="13041" y="2348"/>
                    <a:pt x="12352" y="2067"/>
                  </a:cubicBezTo>
                  <a:cubicBezTo>
                    <a:pt x="12084" y="1965"/>
                    <a:pt x="11804" y="1901"/>
                    <a:pt x="11523" y="1863"/>
                  </a:cubicBezTo>
                  <a:cubicBezTo>
                    <a:pt x="11115" y="1799"/>
                    <a:pt x="10859" y="1748"/>
                    <a:pt x="10745" y="1595"/>
                  </a:cubicBezTo>
                  <a:cubicBezTo>
                    <a:pt x="10706" y="1531"/>
                    <a:pt x="10668" y="1468"/>
                    <a:pt x="10642" y="1404"/>
                  </a:cubicBezTo>
                  <a:cubicBezTo>
                    <a:pt x="10617" y="1353"/>
                    <a:pt x="10591" y="1302"/>
                    <a:pt x="10566" y="1251"/>
                  </a:cubicBezTo>
                  <a:cubicBezTo>
                    <a:pt x="10183" y="485"/>
                    <a:pt x="9341" y="0"/>
                    <a:pt x="840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8" name="Google Shape;278;p25"/>
          <p:cNvGrpSpPr/>
          <p:nvPr/>
        </p:nvGrpSpPr>
        <p:grpSpPr>
          <a:xfrm>
            <a:off x="4516418" y="200194"/>
            <a:ext cx="382304" cy="246413"/>
            <a:chOff x="1087650" y="1031275"/>
            <a:chExt cx="298000" cy="192075"/>
          </a:xfrm>
        </p:grpSpPr>
        <p:sp>
          <p:nvSpPr>
            <p:cNvPr id="279" name="Google Shape;279;p25"/>
            <p:cNvSpPr/>
            <p:nvPr/>
          </p:nvSpPr>
          <p:spPr>
            <a:xfrm>
              <a:off x="1094350" y="1037650"/>
              <a:ext cx="284275" cy="179975"/>
            </a:xfrm>
            <a:custGeom>
              <a:avLst/>
              <a:gdLst/>
              <a:ahLst/>
              <a:cxnLst/>
              <a:rect l="l" t="t" r="r" b="b"/>
              <a:pathLst>
                <a:path w="11371" h="7199" extrusionOk="0">
                  <a:moveTo>
                    <a:pt x="5615" y="0"/>
                  </a:moveTo>
                  <a:cubicBezTo>
                    <a:pt x="4518" y="0"/>
                    <a:pt x="3574" y="664"/>
                    <a:pt x="2885" y="1902"/>
                  </a:cubicBezTo>
                  <a:cubicBezTo>
                    <a:pt x="2655" y="2297"/>
                    <a:pt x="2476" y="2603"/>
                    <a:pt x="2106" y="2795"/>
                  </a:cubicBezTo>
                  <a:cubicBezTo>
                    <a:pt x="1979" y="2871"/>
                    <a:pt x="1838" y="2935"/>
                    <a:pt x="1698" y="2999"/>
                  </a:cubicBezTo>
                  <a:cubicBezTo>
                    <a:pt x="1404" y="3114"/>
                    <a:pt x="1124" y="3267"/>
                    <a:pt x="868" y="3458"/>
                  </a:cubicBezTo>
                  <a:cubicBezTo>
                    <a:pt x="256" y="3918"/>
                    <a:pt x="1" y="4734"/>
                    <a:pt x="230" y="5475"/>
                  </a:cubicBezTo>
                  <a:cubicBezTo>
                    <a:pt x="447" y="6074"/>
                    <a:pt x="983" y="6495"/>
                    <a:pt x="1621" y="6559"/>
                  </a:cubicBezTo>
                  <a:lnTo>
                    <a:pt x="1749" y="6559"/>
                  </a:lnTo>
                  <a:cubicBezTo>
                    <a:pt x="2017" y="6546"/>
                    <a:pt x="2272" y="6508"/>
                    <a:pt x="2527" y="6432"/>
                  </a:cubicBezTo>
                  <a:cubicBezTo>
                    <a:pt x="2731" y="6381"/>
                    <a:pt x="2948" y="6342"/>
                    <a:pt x="3178" y="6330"/>
                  </a:cubicBezTo>
                  <a:cubicBezTo>
                    <a:pt x="3255" y="6330"/>
                    <a:pt x="3344" y="6342"/>
                    <a:pt x="3421" y="6355"/>
                  </a:cubicBezTo>
                  <a:cubicBezTo>
                    <a:pt x="3625" y="6432"/>
                    <a:pt x="3803" y="6521"/>
                    <a:pt x="3969" y="6649"/>
                  </a:cubicBezTo>
                  <a:cubicBezTo>
                    <a:pt x="4059" y="6712"/>
                    <a:pt x="4148" y="6763"/>
                    <a:pt x="4224" y="6814"/>
                  </a:cubicBezTo>
                  <a:cubicBezTo>
                    <a:pt x="4652" y="7059"/>
                    <a:pt x="5127" y="7198"/>
                    <a:pt x="5615" y="7198"/>
                  </a:cubicBezTo>
                  <a:cubicBezTo>
                    <a:pt x="5636" y="7198"/>
                    <a:pt x="5658" y="7198"/>
                    <a:pt x="5679" y="7197"/>
                  </a:cubicBezTo>
                  <a:cubicBezTo>
                    <a:pt x="5704" y="7198"/>
                    <a:pt x="5729" y="7198"/>
                    <a:pt x="5754" y="7198"/>
                  </a:cubicBezTo>
                  <a:cubicBezTo>
                    <a:pt x="6174" y="7198"/>
                    <a:pt x="6582" y="7097"/>
                    <a:pt x="6955" y="6917"/>
                  </a:cubicBezTo>
                  <a:cubicBezTo>
                    <a:pt x="7032" y="6878"/>
                    <a:pt x="7096" y="6840"/>
                    <a:pt x="7159" y="6802"/>
                  </a:cubicBezTo>
                  <a:cubicBezTo>
                    <a:pt x="7274" y="6738"/>
                    <a:pt x="7389" y="6674"/>
                    <a:pt x="7504" y="6636"/>
                  </a:cubicBezTo>
                  <a:cubicBezTo>
                    <a:pt x="7642" y="6583"/>
                    <a:pt x="7789" y="6556"/>
                    <a:pt x="7938" y="6556"/>
                  </a:cubicBezTo>
                  <a:cubicBezTo>
                    <a:pt x="7968" y="6556"/>
                    <a:pt x="7997" y="6557"/>
                    <a:pt x="8027" y="6559"/>
                  </a:cubicBezTo>
                  <a:cubicBezTo>
                    <a:pt x="8180" y="6559"/>
                    <a:pt x="8346" y="6572"/>
                    <a:pt x="8525" y="6585"/>
                  </a:cubicBezTo>
                  <a:cubicBezTo>
                    <a:pt x="8703" y="6598"/>
                    <a:pt x="8895" y="6623"/>
                    <a:pt x="9074" y="6623"/>
                  </a:cubicBezTo>
                  <a:cubicBezTo>
                    <a:pt x="9176" y="6623"/>
                    <a:pt x="9278" y="6610"/>
                    <a:pt x="9367" y="6598"/>
                  </a:cubicBezTo>
                  <a:cubicBezTo>
                    <a:pt x="10324" y="6495"/>
                    <a:pt x="11090" y="5755"/>
                    <a:pt x="11230" y="4798"/>
                  </a:cubicBezTo>
                  <a:cubicBezTo>
                    <a:pt x="11370" y="3841"/>
                    <a:pt x="10847" y="2910"/>
                    <a:pt x="9967" y="2527"/>
                  </a:cubicBezTo>
                  <a:cubicBezTo>
                    <a:pt x="9737" y="2438"/>
                    <a:pt x="9507" y="2361"/>
                    <a:pt x="9265" y="2323"/>
                  </a:cubicBezTo>
                  <a:cubicBezTo>
                    <a:pt x="8984" y="2272"/>
                    <a:pt x="8703" y="2170"/>
                    <a:pt x="8448" y="2029"/>
                  </a:cubicBezTo>
                  <a:cubicBezTo>
                    <a:pt x="8193" y="1825"/>
                    <a:pt x="7976" y="1583"/>
                    <a:pt x="7810" y="1289"/>
                  </a:cubicBezTo>
                  <a:cubicBezTo>
                    <a:pt x="7644" y="1021"/>
                    <a:pt x="7453" y="779"/>
                    <a:pt x="7223" y="562"/>
                  </a:cubicBezTo>
                  <a:cubicBezTo>
                    <a:pt x="6891" y="281"/>
                    <a:pt x="6483" y="102"/>
                    <a:pt x="6049" y="39"/>
                  </a:cubicBezTo>
                  <a:cubicBezTo>
                    <a:pt x="5909" y="13"/>
                    <a:pt x="5756" y="0"/>
                    <a:pt x="561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25"/>
            <p:cNvSpPr/>
            <p:nvPr/>
          </p:nvSpPr>
          <p:spPr>
            <a:xfrm>
              <a:off x="1087650" y="1031275"/>
              <a:ext cx="298000" cy="192075"/>
            </a:xfrm>
            <a:custGeom>
              <a:avLst/>
              <a:gdLst/>
              <a:ahLst/>
              <a:cxnLst/>
              <a:rect l="l" t="t" r="r" b="b"/>
              <a:pathLst>
                <a:path w="11920" h="7683" extrusionOk="0">
                  <a:moveTo>
                    <a:pt x="5883" y="485"/>
                  </a:moveTo>
                  <a:lnTo>
                    <a:pt x="5883" y="498"/>
                  </a:lnTo>
                  <a:cubicBezTo>
                    <a:pt x="5921" y="494"/>
                    <a:pt x="5958" y="493"/>
                    <a:pt x="5994" y="493"/>
                  </a:cubicBezTo>
                  <a:cubicBezTo>
                    <a:pt x="6093" y="493"/>
                    <a:pt x="6189" y="505"/>
                    <a:pt x="6292" y="523"/>
                  </a:cubicBezTo>
                  <a:cubicBezTo>
                    <a:pt x="6675" y="574"/>
                    <a:pt x="7045" y="740"/>
                    <a:pt x="7338" y="995"/>
                  </a:cubicBezTo>
                  <a:cubicBezTo>
                    <a:pt x="7823" y="1416"/>
                    <a:pt x="8040" y="2118"/>
                    <a:pt x="8576" y="2476"/>
                  </a:cubicBezTo>
                  <a:cubicBezTo>
                    <a:pt x="9035" y="2782"/>
                    <a:pt x="9635" y="2782"/>
                    <a:pt x="10133" y="2986"/>
                  </a:cubicBezTo>
                  <a:cubicBezTo>
                    <a:pt x="11919" y="3752"/>
                    <a:pt x="11536" y="6393"/>
                    <a:pt x="9609" y="6610"/>
                  </a:cubicBezTo>
                  <a:cubicBezTo>
                    <a:pt x="9520" y="6623"/>
                    <a:pt x="9431" y="6623"/>
                    <a:pt x="9342" y="6623"/>
                  </a:cubicBezTo>
                  <a:cubicBezTo>
                    <a:pt x="8984" y="6623"/>
                    <a:pt x="8627" y="6559"/>
                    <a:pt x="8282" y="6559"/>
                  </a:cubicBezTo>
                  <a:cubicBezTo>
                    <a:pt x="8078" y="6559"/>
                    <a:pt x="7887" y="6585"/>
                    <a:pt x="7695" y="6648"/>
                  </a:cubicBezTo>
                  <a:cubicBezTo>
                    <a:pt x="7491" y="6738"/>
                    <a:pt x="7300" y="6840"/>
                    <a:pt x="7108" y="6942"/>
                  </a:cubicBezTo>
                  <a:cubicBezTo>
                    <a:pt x="6740" y="7126"/>
                    <a:pt x="6342" y="7216"/>
                    <a:pt x="5943" y="7216"/>
                  </a:cubicBezTo>
                  <a:cubicBezTo>
                    <a:pt x="5486" y="7216"/>
                    <a:pt x="5029" y="7097"/>
                    <a:pt x="4620" y="6865"/>
                  </a:cubicBezTo>
                  <a:cubicBezTo>
                    <a:pt x="4327" y="6687"/>
                    <a:pt x="4071" y="6470"/>
                    <a:pt x="3752" y="6380"/>
                  </a:cubicBezTo>
                  <a:cubicBezTo>
                    <a:pt x="3650" y="6355"/>
                    <a:pt x="3548" y="6342"/>
                    <a:pt x="3446" y="6342"/>
                  </a:cubicBezTo>
                  <a:cubicBezTo>
                    <a:pt x="2974" y="6342"/>
                    <a:pt x="2502" y="6572"/>
                    <a:pt x="2017" y="6572"/>
                  </a:cubicBezTo>
                  <a:lnTo>
                    <a:pt x="1902" y="6572"/>
                  </a:lnTo>
                  <a:cubicBezTo>
                    <a:pt x="1366" y="6508"/>
                    <a:pt x="907" y="6151"/>
                    <a:pt x="728" y="5640"/>
                  </a:cubicBezTo>
                  <a:cubicBezTo>
                    <a:pt x="524" y="5002"/>
                    <a:pt x="741" y="4288"/>
                    <a:pt x="1290" y="3892"/>
                  </a:cubicBezTo>
                  <a:cubicBezTo>
                    <a:pt x="1660" y="3599"/>
                    <a:pt x="2093" y="3471"/>
                    <a:pt x="2489" y="3254"/>
                  </a:cubicBezTo>
                  <a:cubicBezTo>
                    <a:pt x="2897" y="3024"/>
                    <a:pt x="3127" y="2667"/>
                    <a:pt x="3357" y="2259"/>
                  </a:cubicBezTo>
                  <a:cubicBezTo>
                    <a:pt x="3918" y="1263"/>
                    <a:pt x="4748" y="485"/>
                    <a:pt x="5883" y="485"/>
                  </a:cubicBezTo>
                  <a:close/>
                  <a:moveTo>
                    <a:pt x="5896" y="0"/>
                  </a:moveTo>
                  <a:lnTo>
                    <a:pt x="5883" y="13"/>
                  </a:lnTo>
                  <a:cubicBezTo>
                    <a:pt x="4697" y="13"/>
                    <a:pt x="3676" y="702"/>
                    <a:pt x="2948" y="2029"/>
                  </a:cubicBezTo>
                  <a:cubicBezTo>
                    <a:pt x="2731" y="2399"/>
                    <a:pt x="2566" y="2667"/>
                    <a:pt x="2272" y="2833"/>
                  </a:cubicBezTo>
                  <a:cubicBezTo>
                    <a:pt x="2144" y="2897"/>
                    <a:pt x="2004" y="2960"/>
                    <a:pt x="1864" y="3024"/>
                  </a:cubicBezTo>
                  <a:cubicBezTo>
                    <a:pt x="1558" y="3139"/>
                    <a:pt x="1264" y="3305"/>
                    <a:pt x="996" y="3509"/>
                  </a:cubicBezTo>
                  <a:cubicBezTo>
                    <a:pt x="294" y="4032"/>
                    <a:pt x="1" y="4951"/>
                    <a:pt x="269" y="5793"/>
                  </a:cubicBezTo>
                  <a:cubicBezTo>
                    <a:pt x="524" y="6482"/>
                    <a:pt x="1136" y="6967"/>
                    <a:pt x="1864" y="7031"/>
                  </a:cubicBezTo>
                  <a:lnTo>
                    <a:pt x="2030" y="7031"/>
                  </a:lnTo>
                  <a:cubicBezTo>
                    <a:pt x="2310" y="7031"/>
                    <a:pt x="2591" y="6980"/>
                    <a:pt x="2859" y="6916"/>
                  </a:cubicBezTo>
                  <a:cubicBezTo>
                    <a:pt x="3051" y="6853"/>
                    <a:pt x="3255" y="6827"/>
                    <a:pt x="3446" y="6814"/>
                  </a:cubicBezTo>
                  <a:cubicBezTo>
                    <a:pt x="3510" y="6814"/>
                    <a:pt x="3574" y="6814"/>
                    <a:pt x="3637" y="6840"/>
                  </a:cubicBezTo>
                  <a:cubicBezTo>
                    <a:pt x="3816" y="6891"/>
                    <a:pt x="3969" y="6980"/>
                    <a:pt x="4122" y="7095"/>
                  </a:cubicBezTo>
                  <a:cubicBezTo>
                    <a:pt x="4199" y="7146"/>
                    <a:pt x="4288" y="7210"/>
                    <a:pt x="4378" y="7261"/>
                  </a:cubicBezTo>
                  <a:cubicBezTo>
                    <a:pt x="4863" y="7541"/>
                    <a:pt x="5407" y="7682"/>
                    <a:pt x="5953" y="7682"/>
                  </a:cubicBezTo>
                  <a:cubicBezTo>
                    <a:pt x="6425" y="7682"/>
                    <a:pt x="6900" y="7576"/>
                    <a:pt x="7338" y="7363"/>
                  </a:cubicBezTo>
                  <a:cubicBezTo>
                    <a:pt x="7415" y="7325"/>
                    <a:pt x="7478" y="7286"/>
                    <a:pt x="7542" y="7248"/>
                  </a:cubicBezTo>
                  <a:cubicBezTo>
                    <a:pt x="7644" y="7184"/>
                    <a:pt x="7759" y="7133"/>
                    <a:pt x="7861" y="7095"/>
                  </a:cubicBezTo>
                  <a:cubicBezTo>
                    <a:pt x="7978" y="7053"/>
                    <a:pt x="8103" y="7028"/>
                    <a:pt x="8222" y="7028"/>
                  </a:cubicBezTo>
                  <a:cubicBezTo>
                    <a:pt x="8247" y="7028"/>
                    <a:pt x="8271" y="7029"/>
                    <a:pt x="8295" y="7031"/>
                  </a:cubicBezTo>
                  <a:cubicBezTo>
                    <a:pt x="8448" y="7031"/>
                    <a:pt x="8614" y="7044"/>
                    <a:pt x="8780" y="7057"/>
                  </a:cubicBezTo>
                  <a:cubicBezTo>
                    <a:pt x="8946" y="7069"/>
                    <a:pt x="9150" y="7095"/>
                    <a:pt x="9354" y="7095"/>
                  </a:cubicBezTo>
                  <a:cubicBezTo>
                    <a:pt x="9456" y="7095"/>
                    <a:pt x="9571" y="7082"/>
                    <a:pt x="9673" y="7069"/>
                  </a:cubicBezTo>
                  <a:cubicBezTo>
                    <a:pt x="10745" y="6955"/>
                    <a:pt x="11587" y="6125"/>
                    <a:pt x="11741" y="5066"/>
                  </a:cubicBezTo>
                  <a:cubicBezTo>
                    <a:pt x="11906" y="3994"/>
                    <a:pt x="11319" y="2960"/>
                    <a:pt x="10337" y="2539"/>
                  </a:cubicBezTo>
                  <a:cubicBezTo>
                    <a:pt x="10094" y="2437"/>
                    <a:pt x="9852" y="2374"/>
                    <a:pt x="9597" y="2322"/>
                  </a:cubicBezTo>
                  <a:cubicBezTo>
                    <a:pt x="9342" y="2271"/>
                    <a:pt x="9086" y="2195"/>
                    <a:pt x="8857" y="2067"/>
                  </a:cubicBezTo>
                  <a:cubicBezTo>
                    <a:pt x="8627" y="1876"/>
                    <a:pt x="8436" y="1646"/>
                    <a:pt x="8295" y="1391"/>
                  </a:cubicBezTo>
                  <a:cubicBezTo>
                    <a:pt x="8116" y="1110"/>
                    <a:pt x="7912" y="842"/>
                    <a:pt x="7670" y="613"/>
                  </a:cubicBezTo>
                  <a:cubicBezTo>
                    <a:pt x="7300" y="306"/>
                    <a:pt x="6853" y="102"/>
                    <a:pt x="6368" y="38"/>
                  </a:cubicBezTo>
                  <a:cubicBezTo>
                    <a:pt x="6215" y="13"/>
                    <a:pt x="6049" y="0"/>
                    <a:pt x="58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1" name="Google Shape;281;p25"/>
          <p:cNvSpPr/>
          <p:nvPr/>
        </p:nvSpPr>
        <p:spPr>
          <a:xfrm>
            <a:off x="8825932" y="1744792"/>
            <a:ext cx="495231" cy="332752"/>
          </a:xfrm>
          <a:custGeom>
            <a:avLst/>
            <a:gdLst/>
            <a:ahLst/>
            <a:cxnLst/>
            <a:rect l="l" t="t" r="r" b="b"/>
            <a:pathLst>
              <a:path w="15441" h="10375" extrusionOk="0">
                <a:moveTo>
                  <a:pt x="8416" y="485"/>
                </a:moveTo>
                <a:lnTo>
                  <a:pt x="8416" y="485"/>
                </a:lnTo>
                <a:cubicBezTo>
                  <a:pt x="9128" y="487"/>
                  <a:pt x="9827" y="844"/>
                  <a:pt x="10145" y="1468"/>
                </a:cubicBezTo>
                <a:cubicBezTo>
                  <a:pt x="10209" y="1608"/>
                  <a:pt x="10272" y="1735"/>
                  <a:pt x="10349" y="1863"/>
                </a:cubicBezTo>
                <a:cubicBezTo>
                  <a:pt x="10732" y="2399"/>
                  <a:pt x="11561" y="2259"/>
                  <a:pt x="12161" y="2501"/>
                </a:cubicBezTo>
                <a:cubicBezTo>
                  <a:pt x="12773" y="2756"/>
                  <a:pt x="13118" y="3407"/>
                  <a:pt x="13246" y="4058"/>
                </a:cubicBezTo>
                <a:cubicBezTo>
                  <a:pt x="13271" y="4326"/>
                  <a:pt x="13322" y="4581"/>
                  <a:pt x="13386" y="4849"/>
                </a:cubicBezTo>
                <a:cubicBezTo>
                  <a:pt x="13654" y="5717"/>
                  <a:pt x="14586" y="6304"/>
                  <a:pt x="14739" y="7197"/>
                </a:cubicBezTo>
                <a:cubicBezTo>
                  <a:pt x="14892" y="8001"/>
                  <a:pt x="14611" y="8843"/>
                  <a:pt x="13731" y="9277"/>
                </a:cubicBezTo>
                <a:cubicBezTo>
                  <a:pt x="13003" y="9647"/>
                  <a:pt x="12072" y="9736"/>
                  <a:pt x="11255" y="9787"/>
                </a:cubicBezTo>
                <a:cubicBezTo>
                  <a:pt x="10285" y="9864"/>
                  <a:pt x="9443" y="9877"/>
                  <a:pt x="8460" y="9877"/>
                </a:cubicBezTo>
                <a:lnTo>
                  <a:pt x="8422" y="9877"/>
                </a:lnTo>
                <a:cubicBezTo>
                  <a:pt x="8097" y="9881"/>
                  <a:pt x="7773" y="9882"/>
                  <a:pt x="7449" y="9882"/>
                </a:cubicBezTo>
                <a:cubicBezTo>
                  <a:pt x="6668" y="9882"/>
                  <a:pt x="5889" y="9873"/>
                  <a:pt x="5104" y="9864"/>
                </a:cubicBezTo>
                <a:cubicBezTo>
                  <a:pt x="4959" y="9868"/>
                  <a:pt x="4814" y="9870"/>
                  <a:pt x="4669" y="9870"/>
                </a:cubicBezTo>
                <a:cubicBezTo>
                  <a:pt x="3822" y="9870"/>
                  <a:pt x="2983" y="9807"/>
                  <a:pt x="2144" y="9698"/>
                </a:cubicBezTo>
                <a:cubicBezTo>
                  <a:pt x="1761" y="9660"/>
                  <a:pt x="1404" y="9545"/>
                  <a:pt x="1072" y="9366"/>
                </a:cubicBezTo>
                <a:cubicBezTo>
                  <a:pt x="740" y="9175"/>
                  <a:pt x="523" y="8843"/>
                  <a:pt x="498" y="8460"/>
                </a:cubicBezTo>
                <a:cubicBezTo>
                  <a:pt x="498" y="8001"/>
                  <a:pt x="932" y="7618"/>
                  <a:pt x="1289" y="7337"/>
                </a:cubicBezTo>
                <a:cubicBezTo>
                  <a:pt x="1557" y="7133"/>
                  <a:pt x="1850" y="6929"/>
                  <a:pt x="2042" y="6636"/>
                </a:cubicBezTo>
                <a:cubicBezTo>
                  <a:pt x="2374" y="6151"/>
                  <a:pt x="2348" y="5474"/>
                  <a:pt x="2731" y="5015"/>
                </a:cubicBezTo>
                <a:cubicBezTo>
                  <a:pt x="3165" y="4492"/>
                  <a:pt x="3943" y="4454"/>
                  <a:pt x="4568" y="4186"/>
                </a:cubicBezTo>
                <a:cubicBezTo>
                  <a:pt x="4964" y="3994"/>
                  <a:pt x="5296" y="3713"/>
                  <a:pt x="5538" y="3343"/>
                </a:cubicBezTo>
                <a:cubicBezTo>
                  <a:pt x="5806" y="2935"/>
                  <a:pt x="5947" y="2463"/>
                  <a:pt x="6163" y="2029"/>
                </a:cubicBezTo>
                <a:cubicBezTo>
                  <a:pt x="6546" y="1289"/>
                  <a:pt x="7223" y="676"/>
                  <a:pt x="8039" y="523"/>
                </a:cubicBezTo>
                <a:cubicBezTo>
                  <a:pt x="8165" y="498"/>
                  <a:pt x="8290" y="485"/>
                  <a:pt x="8416" y="485"/>
                </a:cubicBezTo>
                <a:close/>
                <a:moveTo>
                  <a:pt x="8409" y="0"/>
                </a:moveTo>
                <a:lnTo>
                  <a:pt x="8422" y="13"/>
                </a:lnTo>
                <a:cubicBezTo>
                  <a:pt x="8392" y="10"/>
                  <a:pt x="8362" y="9"/>
                  <a:pt x="8332" y="9"/>
                </a:cubicBezTo>
                <a:cubicBezTo>
                  <a:pt x="8200" y="9"/>
                  <a:pt x="8073" y="30"/>
                  <a:pt x="7937" y="51"/>
                </a:cubicBezTo>
                <a:cubicBezTo>
                  <a:pt x="7031" y="230"/>
                  <a:pt x="6202" y="881"/>
                  <a:pt x="5730" y="1812"/>
                </a:cubicBezTo>
                <a:cubicBezTo>
                  <a:pt x="5628" y="1991"/>
                  <a:pt x="5551" y="2195"/>
                  <a:pt x="5474" y="2374"/>
                </a:cubicBezTo>
                <a:cubicBezTo>
                  <a:pt x="5385" y="2616"/>
                  <a:pt x="5270" y="2858"/>
                  <a:pt x="5130" y="3088"/>
                </a:cubicBezTo>
                <a:cubicBezTo>
                  <a:pt x="4938" y="3369"/>
                  <a:pt x="4670" y="3599"/>
                  <a:pt x="4351" y="3739"/>
                </a:cubicBezTo>
                <a:cubicBezTo>
                  <a:pt x="4160" y="3828"/>
                  <a:pt x="3969" y="3892"/>
                  <a:pt x="3764" y="3943"/>
                </a:cubicBezTo>
                <a:cubicBezTo>
                  <a:pt x="3292" y="4083"/>
                  <a:pt x="2744" y="4249"/>
                  <a:pt x="2361" y="4709"/>
                </a:cubicBezTo>
                <a:cubicBezTo>
                  <a:pt x="2131" y="5015"/>
                  <a:pt x="1965" y="5372"/>
                  <a:pt x="1876" y="5742"/>
                </a:cubicBezTo>
                <a:cubicBezTo>
                  <a:pt x="1825" y="5959"/>
                  <a:pt x="1748" y="6176"/>
                  <a:pt x="1633" y="6380"/>
                </a:cubicBezTo>
                <a:cubicBezTo>
                  <a:pt x="1493" y="6559"/>
                  <a:pt x="1314" y="6725"/>
                  <a:pt x="1123" y="6853"/>
                </a:cubicBezTo>
                <a:cubicBezTo>
                  <a:pt x="1072" y="6891"/>
                  <a:pt x="1021" y="6929"/>
                  <a:pt x="970" y="6980"/>
                </a:cubicBezTo>
                <a:cubicBezTo>
                  <a:pt x="651" y="7223"/>
                  <a:pt x="0" y="7746"/>
                  <a:pt x="13" y="8473"/>
                </a:cubicBezTo>
                <a:cubicBezTo>
                  <a:pt x="38" y="9022"/>
                  <a:pt x="345" y="9507"/>
                  <a:pt x="817" y="9787"/>
                </a:cubicBezTo>
                <a:cubicBezTo>
                  <a:pt x="1200" y="10004"/>
                  <a:pt x="1621" y="10145"/>
                  <a:pt x="2055" y="10183"/>
                </a:cubicBezTo>
                <a:cubicBezTo>
                  <a:pt x="2964" y="10310"/>
                  <a:pt x="3883" y="10364"/>
                  <a:pt x="4804" y="10364"/>
                </a:cubicBezTo>
                <a:cubicBezTo>
                  <a:pt x="4904" y="10364"/>
                  <a:pt x="5004" y="10363"/>
                  <a:pt x="5104" y="10362"/>
                </a:cubicBezTo>
                <a:cubicBezTo>
                  <a:pt x="6202" y="10374"/>
                  <a:pt x="7325" y="10374"/>
                  <a:pt x="8422" y="10374"/>
                </a:cubicBezTo>
                <a:lnTo>
                  <a:pt x="8460" y="10374"/>
                </a:lnTo>
                <a:cubicBezTo>
                  <a:pt x="9417" y="10374"/>
                  <a:pt x="10272" y="10362"/>
                  <a:pt x="11293" y="10285"/>
                </a:cubicBezTo>
                <a:cubicBezTo>
                  <a:pt x="12059" y="10234"/>
                  <a:pt x="13105" y="10145"/>
                  <a:pt x="13947" y="9724"/>
                </a:cubicBezTo>
                <a:cubicBezTo>
                  <a:pt x="14917" y="9252"/>
                  <a:pt x="15440" y="8167"/>
                  <a:pt x="15224" y="7120"/>
                </a:cubicBezTo>
                <a:cubicBezTo>
                  <a:pt x="15109" y="6521"/>
                  <a:pt x="14739" y="6049"/>
                  <a:pt x="14420" y="5653"/>
                </a:cubicBezTo>
                <a:cubicBezTo>
                  <a:pt x="14177" y="5372"/>
                  <a:pt x="13973" y="5053"/>
                  <a:pt x="13833" y="4709"/>
                </a:cubicBezTo>
                <a:cubicBezTo>
                  <a:pt x="13794" y="4568"/>
                  <a:pt x="13769" y="4415"/>
                  <a:pt x="13756" y="4262"/>
                </a:cubicBezTo>
                <a:cubicBezTo>
                  <a:pt x="13743" y="4160"/>
                  <a:pt x="13731" y="4071"/>
                  <a:pt x="13705" y="3969"/>
                </a:cubicBezTo>
                <a:cubicBezTo>
                  <a:pt x="13552" y="3063"/>
                  <a:pt x="13041" y="2348"/>
                  <a:pt x="12352" y="2067"/>
                </a:cubicBezTo>
                <a:cubicBezTo>
                  <a:pt x="12084" y="1965"/>
                  <a:pt x="11804" y="1901"/>
                  <a:pt x="11523" y="1863"/>
                </a:cubicBezTo>
                <a:cubicBezTo>
                  <a:pt x="11115" y="1799"/>
                  <a:pt x="10859" y="1748"/>
                  <a:pt x="10745" y="1595"/>
                </a:cubicBezTo>
                <a:cubicBezTo>
                  <a:pt x="10706" y="1531"/>
                  <a:pt x="10668" y="1468"/>
                  <a:pt x="10642" y="1404"/>
                </a:cubicBezTo>
                <a:cubicBezTo>
                  <a:pt x="10617" y="1353"/>
                  <a:pt x="10591" y="1302"/>
                  <a:pt x="10566" y="1251"/>
                </a:cubicBezTo>
                <a:cubicBezTo>
                  <a:pt x="10183" y="485"/>
                  <a:pt x="9341" y="0"/>
                  <a:pt x="840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Numbers and text">
  <p:cSld name="CUSTOM_8">
    <p:spTree>
      <p:nvGrpSpPr>
        <p:cNvPr id="1" name="Shape 326"/>
        <p:cNvGrpSpPr/>
        <p:nvPr/>
      </p:nvGrpSpPr>
      <p:grpSpPr>
        <a:xfrm>
          <a:off x="0" y="0"/>
          <a:ext cx="0" cy="0"/>
          <a:chOff x="0" y="0"/>
          <a:chExt cx="0" cy="0"/>
        </a:xfrm>
      </p:grpSpPr>
      <p:pic>
        <p:nvPicPr>
          <p:cNvPr id="327" name="Google Shape;327;p28"/>
          <p:cNvPicPr preferRelativeResize="0"/>
          <p:nvPr/>
        </p:nvPicPr>
        <p:blipFill>
          <a:blip r:embed="rId2">
            <a:alphaModFix amt="65000"/>
          </a:blip>
          <a:stretch>
            <a:fillRect/>
          </a:stretch>
        </p:blipFill>
        <p:spPr>
          <a:xfrm>
            <a:off x="0" y="0"/>
            <a:ext cx="9144000" cy="5143500"/>
          </a:xfrm>
          <a:prstGeom prst="rect">
            <a:avLst/>
          </a:prstGeom>
          <a:noFill/>
          <a:ln>
            <a:noFill/>
          </a:ln>
        </p:spPr>
      </p:pic>
      <p:sp>
        <p:nvSpPr>
          <p:cNvPr id="328" name="Google Shape;328;p28"/>
          <p:cNvSpPr txBox="1">
            <a:spLocks noGrp="1"/>
          </p:cNvSpPr>
          <p:nvPr>
            <p:ph type="title" hasCustomPrompt="1"/>
          </p:nvPr>
        </p:nvSpPr>
        <p:spPr>
          <a:xfrm>
            <a:off x="2862632" y="1485600"/>
            <a:ext cx="3418800" cy="666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6000"/>
              <a:buNone/>
              <a:defRPr sz="38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329" name="Google Shape;329;p28"/>
          <p:cNvSpPr txBox="1">
            <a:spLocks noGrp="1"/>
          </p:cNvSpPr>
          <p:nvPr>
            <p:ph type="subTitle" idx="1"/>
          </p:nvPr>
        </p:nvSpPr>
        <p:spPr>
          <a:xfrm>
            <a:off x="2862625" y="2152500"/>
            <a:ext cx="34188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PT Sans"/>
              <a:buNone/>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a:endParaRPr/>
          </a:p>
        </p:txBody>
      </p:sp>
      <p:sp>
        <p:nvSpPr>
          <p:cNvPr id="330" name="Google Shape;330;p28"/>
          <p:cNvSpPr txBox="1">
            <a:spLocks noGrp="1"/>
          </p:cNvSpPr>
          <p:nvPr>
            <p:ph type="title" idx="2" hasCustomPrompt="1"/>
          </p:nvPr>
        </p:nvSpPr>
        <p:spPr>
          <a:xfrm>
            <a:off x="864182" y="2976475"/>
            <a:ext cx="3418800" cy="666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6000"/>
              <a:buNone/>
              <a:defRPr sz="38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331" name="Google Shape;331;p28"/>
          <p:cNvSpPr txBox="1">
            <a:spLocks noGrp="1"/>
          </p:cNvSpPr>
          <p:nvPr>
            <p:ph type="subTitle" idx="3"/>
          </p:nvPr>
        </p:nvSpPr>
        <p:spPr>
          <a:xfrm>
            <a:off x="864175" y="3643375"/>
            <a:ext cx="34188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PT Sans"/>
              <a:buNone/>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a:endParaRPr/>
          </a:p>
        </p:txBody>
      </p:sp>
      <p:sp>
        <p:nvSpPr>
          <p:cNvPr id="332" name="Google Shape;332;p28"/>
          <p:cNvSpPr txBox="1">
            <a:spLocks noGrp="1"/>
          </p:cNvSpPr>
          <p:nvPr>
            <p:ph type="title" idx="4" hasCustomPrompt="1"/>
          </p:nvPr>
        </p:nvSpPr>
        <p:spPr>
          <a:xfrm>
            <a:off x="4861082" y="2976476"/>
            <a:ext cx="3418800" cy="6669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6000"/>
              <a:buNone/>
              <a:defRPr sz="38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333" name="Google Shape;333;p28"/>
          <p:cNvSpPr txBox="1">
            <a:spLocks noGrp="1"/>
          </p:cNvSpPr>
          <p:nvPr>
            <p:ph type="subTitle" idx="5"/>
          </p:nvPr>
        </p:nvSpPr>
        <p:spPr>
          <a:xfrm>
            <a:off x="4861075" y="3643376"/>
            <a:ext cx="3418800" cy="572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PT Sans"/>
              <a:buNone/>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a:endParaRPr/>
          </a:p>
        </p:txBody>
      </p:sp>
      <p:sp>
        <p:nvSpPr>
          <p:cNvPr id="334" name="Google Shape;334;p28"/>
          <p:cNvSpPr txBox="1">
            <a:spLocks noGrp="1"/>
          </p:cNvSpPr>
          <p:nvPr>
            <p:ph type="title" idx="6"/>
          </p:nvPr>
        </p:nvSpPr>
        <p:spPr>
          <a:xfrm>
            <a:off x="720000" y="44661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cxnSp>
        <p:nvCxnSpPr>
          <p:cNvPr id="335" name="Google Shape;335;p28"/>
          <p:cNvCxnSpPr/>
          <p:nvPr/>
        </p:nvCxnSpPr>
        <p:spPr>
          <a:xfrm>
            <a:off x="0" y="4802825"/>
            <a:ext cx="9144000" cy="0"/>
          </a:xfrm>
          <a:prstGeom prst="straightConnector1">
            <a:avLst/>
          </a:prstGeom>
          <a:noFill/>
          <a:ln w="19050" cap="flat" cmpd="sng">
            <a:solidFill>
              <a:schemeClr val="dk1"/>
            </a:solidFill>
            <a:prstDash val="solid"/>
            <a:round/>
            <a:headEnd type="none" w="med" len="med"/>
            <a:tailEnd type="none" w="med" len="med"/>
          </a:ln>
        </p:spPr>
      </p:cxnSp>
      <p:grpSp>
        <p:nvGrpSpPr>
          <p:cNvPr id="336" name="Google Shape;336;p28"/>
          <p:cNvGrpSpPr/>
          <p:nvPr/>
        </p:nvGrpSpPr>
        <p:grpSpPr>
          <a:xfrm>
            <a:off x="8219767" y="2725195"/>
            <a:ext cx="408469" cy="263277"/>
            <a:chOff x="1087650" y="1031275"/>
            <a:chExt cx="298000" cy="192075"/>
          </a:xfrm>
        </p:grpSpPr>
        <p:sp>
          <p:nvSpPr>
            <p:cNvPr id="337" name="Google Shape;337;p28"/>
            <p:cNvSpPr/>
            <p:nvPr/>
          </p:nvSpPr>
          <p:spPr>
            <a:xfrm>
              <a:off x="1094350" y="1037650"/>
              <a:ext cx="284275" cy="179975"/>
            </a:xfrm>
            <a:custGeom>
              <a:avLst/>
              <a:gdLst/>
              <a:ahLst/>
              <a:cxnLst/>
              <a:rect l="l" t="t" r="r" b="b"/>
              <a:pathLst>
                <a:path w="11371" h="7199" extrusionOk="0">
                  <a:moveTo>
                    <a:pt x="5615" y="0"/>
                  </a:moveTo>
                  <a:cubicBezTo>
                    <a:pt x="4518" y="0"/>
                    <a:pt x="3574" y="664"/>
                    <a:pt x="2885" y="1902"/>
                  </a:cubicBezTo>
                  <a:cubicBezTo>
                    <a:pt x="2655" y="2297"/>
                    <a:pt x="2476" y="2603"/>
                    <a:pt x="2106" y="2795"/>
                  </a:cubicBezTo>
                  <a:cubicBezTo>
                    <a:pt x="1979" y="2871"/>
                    <a:pt x="1838" y="2935"/>
                    <a:pt x="1698" y="2999"/>
                  </a:cubicBezTo>
                  <a:cubicBezTo>
                    <a:pt x="1404" y="3114"/>
                    <a:pt x="1124" y="3267"/>
                    <a:pt x="868" y="3458"/>
                  </a:cubicBezTo>
                  <a:cubicBezTo>
                    <a:pt x="256" y="3918"/>
                    <a:pt x="1" y="4734"/>
                    <a:pt x="230" y="5475"/>
                  </a:cubicBezTo>
                  <a:cubicBezTo>
                    <a:pt x="447" y="6074"/>
                    <a:pt x="983" y="6495"/>
                    <a:pt x="1621" y="6559"/>
                  </a:cubicBezTo>
                  <a:lnTo>
                    <a:pt x="1749" y="6559"/>
                  </a:lnTo>
                  <a:cubicBezTo>
                    <a:pt x="2017" y="6546"/>
                    <a:pt x="2272" y="6508"/>
                    <a:pt x="2527" y="6432"/>
                  </a:cubicBezTo>
                  <a:cubicBezTo>
                    <a:pt x="2731" y="6381"/>
                    <a:pt x="2948" y="6342"/>
                    <a:pt x="3178" y="6330"/>
                  </a:cubicBezTo>
                  <a:cubicBezTo>
                    <a:pt x="3255" y="6330"/>
                    <a:pt x="3344" y="6342"/>
                    <a:pt x="3421" y="6355"/>
                  </a:cubicBezTo>
                  <a:cubicBezTo>
                    <a:pt x="3625" y="6432"/>
                    <a:pt x="3803" y="6521"/>
                    <a:pt x="3969" y="6649"/>
                  </a:cubicBezTo>
                  <a:cubicBezTo>
                    <a:pt x="4059" y="6712"/>
                    <a:pt x="4148" y="6763"/>
                    <a:pt x="4224" y="6814"/>
                  </a:cubicBezTo>
                  <a:cubicBezTo>
                    <a:pt x="4652" y="7059"/>
                    <a:pt x="5127" y="7198"/>
                    <a:pt x="5615" y="7198"/>
                  </a:cubicBezTo>
                  <a:cubicBezTo>
                    <a:pt x="5636" y="7198"/>
                    <a:pt x="5658" y="7198"/>
                    <a:pt x="5679" y="7197"/>
                  </a:cubicBezTo>
                  <a:cubicBezTo>
                    <a:pt x="5704" y="7198"/>
                    <a:pt x="5729" y="7198"/>
                    <a:pt x="5754" y="7198"/>
                  </a:cubicBezTo>
                  <a:cubicBezTo>
                    <a:pt x="6174" y="7198"/>
                    <a:pt x="6582" y="7097"/>
                    <a:pt x="6955" y="6917"/>
                  </a:cubicBezTo>
                  <a:cubicBezTo>
                    <a:pt x="7032" y="6878"/>
                    <a:pt x="7096" y="6840"/>
                    <a:pt x="7159" y="6802"/>
                  </a:cubicBezTo>
                  <a:cubicBezTo>
                    <a:pt x="7274" y="6738"/>
                    <a:pt x="7389" y="6674"/>
                    <a:pt x="7504" y="6636"/>
                  </a:cubicBezTo>
                  <a:cubicBezTo>
                    <a:pt x="7642" y="6583"/>
                    <a:pt x="7789" y="6556"/>
                    <a:pt x="7938" y="6556"/>
                  </a:cubicBezTo>
                  <a:cubicBezTo>
                    <a:pt x="7968" y="6556"/>
                    <a:pt x="7997" y="6557"/>
                    <a:pt x="8027" y="6559"/>
                  </a:cubicBezTo>
                  <a:cubicBezTo>
                    <a:pt x="8180" y="6559"/>
                    <a:pt x="8346" y="6572"/>
                    <a:pt x="8525" y="6585"/>
                  </a:cubicBezTo>
                  <a:cubicBezTo>
                    <a:pt x="8703" y="6598"/>
                    <a:pt x="8895" y="6623"/>
                    <a:pt x="9074" y="6623"/>
                  </a:cubicBezTo>
                  <a:cubicBezTo>
                    <a:pt x="9176" y="6623"/>
                    <a:pt x="9278" y="6610"/>
                    <a:pt x="9367" y="6598"/>
                  </a:cubicBezTo>
                  <a:cubicBezTo>
                    <a:pt x="10324" y="6495"/>
                    <a:pt x="11090" y="5755"/>
                    <a:pt x="11230" y="4798"/>
                  </a:cubicBezTo>
                  <a:cubicBezTo>
                    <a:pt x="11370" y="3841"/>
                    <a:pt x="10847" y="2910"/>
                    <a:pt x="9967" y="2527"/>
                  </a:cubicBezTo>
                  <a:cubicBezTo>
                    <a:pt x="9737" y="2438"/>
                    <a:pt x="9507" y="2361"/>
                    <a:pt x="9265" y="2323"/>
                  </a:cubicBezTo>
                  <a:cubicBezTo>
                    <a:pt x="8984" y="2272"/>
                    <a:pt x="8703" y="2170"/>
                    <a:pt x="8448" y="2029"/>
                  </a:cubicBezTo>
                  <a:cubicBezTo>
                    <a:pt x="8193" y="1825"/>
                    <a:pt x="7976" y="1583"/>
                    <a:pt x="7810" y="1289"/>
                  </a:cubicBezTo>
                  <a:cubicBezTo>
                    <a:pt x="7644" y="1021"/>
                    <a:pt x="7453" y="779"/>
                    <a:pt x="7223" y="562"/>
                  </a:cubicBezTo>
                  <a:cubicBezTo>
                    <a:pt x="6891" y="281"/>
                    <a:pt x="6483" y="102"/>
                    <a:pt x="6049" y="39"/>
                  </a:cubicBezTo>
                  <a:cubicBezTo>
                    <a:pt x="5909" y="13"/>
                    <a:pt x="5756" y="0"/>
                    <a:pt x="561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28"/>
            <p:cNvSpPr/>
            <p:nvPr/>
          </p:nvSpPr>
          <p:spPr>
            <a:xfrm>
              <a:off x="1087650" y="1031275"/>
              <a:ext cx="298000" cy="192075"/>
            </a:xfrm>
            <a:custGeom>
              <a:avLst/>
              <a:gdLst/>
              <a:ahLst/>
              <a:cxnLst/>
              <a:rect l="l" t="t" r="r" b="b"/>
              <a:pathLst>
                <a:path w="11920" h="7683" extrusionOk="0">
                  <a:moveTo>
                    <a:pt x="5883" y="485"/>
                  </a:moveTo>
                  <a:lnTo>
                    <a:pt x="5883" y="498"/>
                  </a:lnTo>
                  <a:cubicBezTo>
                    <a:pt x="5921" y="494"/>
                    <a:pt x="5958" y="493"/>
                    <a:pt x="5994" y="493"/>
                  </a:cubicBezTo>
                  <a:cubicBezTo>
                    <a:pt x="6093" y="493"/>
                    <a:pt x="6189" y="505"/>
                    <a:pt x="6292" y="523"/>
                  </a:cubicBezTo>
                  <a:cubicBezTo>
                    <a:pt x="6675" y="574"/>
                    <a:pt x="7045" y="740"/>
                    <a:pt x="7338" y="995"/>
                  </a:cubicBezTo>
                  <a:cubicBezTo>
                    <a:pt x="7823" y="1416"/>
                    <a:pt x="8040" y="2118"/>
                    <a:pt x="8576" y="2476"/>
                  </a:cubicBezTo>
                  <a:cubicBezTo>
                    <a:pt x="9035" y="2782"/>
                    <a:pt x="9635" y="2782"/>
                    <a:pt x="10133" y="2986"/>
                  </a:cubicBezTo>
                  <a:cubicBezTo>
                    <a:pt x="11919" y="3752"/>
                    <a:pt x="11536" y="6393"/>
                    <a:pt x="9609" y="6610"/>
                  </a:cubicBezTo>
                  <a:cubicBezTo>
                    <a:pt x="9520" y="6623"/>
                    <a:pt x="9431" y="6623"/>
                    <a:pt x="9342" y="6623"/>
                  </a:cubicBezTo>
                  <a:cubicBezTo>
                    <a:pt x="8984" y="6623"/>
                    <a:pt x="8627" y="6559"/>
                    <a:pt x="8282" y="6559"/>
                  </a:cubicBezTo>
                  <a:cubicBezTo>
                    <a:pt x="8078" y="6559"/>
                    <a:pt x="7887" y="6585"/>
                    <a:pt x="7695" y="6648"/>
                  </a:cubicBezTo>
                  <a:cubicBezTo>
                    <a:pt x="7491" y="6738"/>
                    <a:pt x="7300" y="6840"/>
                    <a:pt x="7108" y="6942"/>
                  </a:cubicBezTo>
                  <a:cubicBezTo>
                    <a:pt x="6740" y="7126"/>
                    <a:pt x="6342" y="7216"/>
                    <a:pt x="5943" y="7216"/>
                  </a:cubicBezTo>
                  <a:cubicBezTo>
                    <a:pt x="5486" y="7216"/>
                    <a:pt x="5029" y="7097"/>
                    <a:pt x="4620" y="6865"/>
                  </a:cubicBezTo>
                  <a:cubicBezTo>
                    <a:pt x="4327" y="6687"/>
                    <a:pt x="4071" y="6470"/>
                    <a:pt x="3752" y="6380"/>
                  </a:cubicBezTo>
                  <a:cubicBezTo>
                    <a:pt x="3650" y="6355"/>
                    <a:pt x="3548" y="6342"/>
                    <a:pt x="3446" y="6342"/>
                  </a:cubicBezTo>
                  <a:cubicBezTo>
                    <a:pt x="2974" y="6342"/>
                    <a:pt x="2502" y="6572"/>
                    <a:pt x="2017" y="6572"/>
                  </a:cubicBezTo>
                  <a:lnTo>
                    <a:pt x="1902" y="6572"/>
                  </a:lnTo>
                  <a:cubicBezTo>
                    <a:pt x="1366" y="6508"/>
                    <a:pt x="907" y="6151"/>
                    <a:pt x="728" y="5640"/>
                  </a:cubicBezTo>
                  <a:cubicBezTo>
                    <a:pt x="524" y="5002"/>
                    <a:pt x="741" y="4288"/>
                    <a:pt x="1290" y="3892"/>
                  </a:cubicBezTo>
                  <a:cubicBezTo>
                    <a:pt x="1660" y="3599"/>
                    <a:pt x="2093" y="3471"/>
                    <a:pt x="2489" y="3254"/>
                  </a:cubicBezTo>
                  <a:cubicBezTo>
                    <a:pt x="2897" y="3024"/>
                    <a:pt x="3127" y="2667"/>
                    <a:pt x="3357" y="2259"/>
                  </a:cubicBezTo>
                  <a:cubicBezTo>
                    <a:pt x="3918" y="1263"/>
                    <a:pt x="4748" y="485"/>
                    <a:pt x="5883" y="485"/>
                  </a:cubicBezTo>
                  <a:close/>
                  <a:moveTo>
                    <a:pt x="5896" y="0"/>
                  </a:moveTo>
                  <a:lnTo>
                    <a:pt x="5883" y="13"/>
                  </a:lnTo>
                  <a:cubicBezTo>
                    <a:pt x="4697" y="13"/>
                    <a:pt x="3676" y="702"/>
                    <a:pt x="2948" y="2029"/>
                  </a:cubicBezTo>
                  <a:cubicBezTo>
                    <a:pt x="2731" y="2399"/>
                    <a:pt x="2566" y="2667"/>
                    <a:pt x="2272" y="2833"/>
                  </a:cubicBezTo>
                  <a:cubicBezTo>
                    <a:pt x="2144" y="2897"/>
                    <a:pt x="2004" y="2960"/>
                    <a:pt x="1864" y="3024"/>
                  </a:cubicBezTo>
                  <a:cubicBezTo>
                    <a:pt x="1558" y="3139"/>
                    <a:pt x="1264" y="3305"/>
                    <a:pt x="996" y="3509"/>
                  </a:cubicBezTo>
                  <a:cubicBezTo>
                    <a:pt x="294" y="4032"/>
                    <a:pt x="1" y="4951"/>
                    <a:pt x="269" y="5793"/>
                  </a:cubicBezTo>
                  <a:cubicBezTo>
                    <a:pt x="524" y="6482"/>
                    <a:pt x="1136" y="6967"/>
                    <a:pt x="1864" y="7031"/>
                  </a:cubicBezTo>
                  <a:lnTo>
                    <a:pt x="2030" y="7031"/>
                  </a:lnTo>
                  <a:cubicBezTo>
                    <a:pt x="2310" y="7031"/>
                    <a:pt x="2591" y="6980"/>
                    <a:pt x="2859" y="6916"/>
                  </a:cubicBezTo>
                  <a:cubicBezTo>
                    <a:pt x="3051" y="6853"/>
                    <a:pt x="3255" y="6827"/>
                    <a:pt x="3446" y="6814"/>
                  </a:cubicBezTo>
                  <a:cubicBezTo>
                    <a:pt x="3510" y="6814"/>
                    <a:pt x="3574" y="6814"/>
                    <a:pt x="3637" y="6840"/>
                  </a:cubicBezTo>
                  <a:cubicBezTo>
                    <a:pt x="3816" y="6891"/>
                    <a:pt x="3969" y="6980"/>
                    <a:pt x="4122" y="7095"/>
                  </a:cubicBezTo>
                  <a:cubicBezTo>
                    <a:pt x="4199" y="7146"/>
                    <a:pt x="4288" y="7210"/>
                    <a:pt x="4378" y="7261"/>
                  </a:cubicBezTo>
                  <a:cubicBezTo>
                    <a:pt x="4863" y="7541"/>
                    <a:pt x="5407" y="7682"/>
                    <a:pt x="5953" y="7682"/>
                  </a:cubicBezTo>
                  <a:cubicBezTo>
                    <a:pt x="6425" y="7682"/>
                    <a:pt x="6900" y="7576"/>
                    <a:pt x="7338" y="7363"/>
                  </a:cubicBezTo>
                  <a:cubicBezTo>
                    <a:pt x="7415" y="7325"/>
                    <a:pt x="7478" y="7286"/>
                    <a:pt x="7542" y="7248"/>
                  </a:cubicBezTo>
                  <a:cubicBezTo>
                    <a:pt x="7644" y="7184"/>
                    <a:pt x="7759" y="7133"/>
                    <a:pt x="7861" y="7095"/>
                  </a:cubicBezTo>
                  <a:cubicBezTo>
                    <a:pt x="7978" y="7053"/>
                    <a:pt x="8103" y="7028"/>
                    <a:pt x="8222" y="7028"/>
                  </a:cubicBezTo>
                  <a:cubicBezTo>
                    <a:pt x="8247" y="7028"/>
                    <a:pt x="8271" y="7029"/>
                    <a:pt x="8295" y="7031"/>
                  </a:cubicBezTo>
                  <a:cubicBezTo>
                    <a:pt x="8448" y="7031"/>
                    <a:pt x="8614" y="7044"/>
                    <a:pt x="8780" y="7057"/>
                  </a:cubicBezTo>
                  <a:cubicBezTo>
                    <a:pt x="8946" y="7069"/>
                    <a:pt x="9150" y="7095"/>
                    <a:pt x="9354" y="7095"/>
                  </a:cubicBezTo>
                  <a:cubicBezTo>
                    <a:pt x="9456" y="7095"/>
                    <a:pt x="9571" y="7082"/>
                    <a:pt x="9673" y="7069"/>
                  </a:cubicBezTo>
                  <a:cubicBezTo>
                    <a:pt x="10745" y="6955"/>
                    <a:pt x="11587" y="6125"/>
                    <a:pt x="11741" y="5066"/>
                  </a:cubicBezTo>
                  <a:cubicBezTo>
                    <a:pt x="11906" y="3994"/>
                    <a:pt x="11319" y="2960"/>
                    <a:pt x="10337" y="2539"/>
                  </a:cubicBezTo>
                  <a:cubicBezTo>
                    <a:pt x="10094" y="2437"/>
                    <a:pt x="9852" y="2374"/>
                    <a:pt x="9597" y="2322"/>
                  </a:cubicBezTo>
                  <a:cubicBezTo>
                    <a:pt x="9342" y="2271"/>
                    <a:pt x="9086" y="2195"/>
                    <a:pt x="8857" y="2067"/>
                  </a:cubicBezTo>
                  <a:cubicBezTo>
                    <a:pt x="8627" y="1876"/>
                    <a:pt x="8436" y="1646"/>
                    <a:pt x="8295" y="1391"/>
                  </a:cubicBezTo>
                  <a:cubicBezTo>
                    <a:pt x="8116" y="1110"/>
                    <a:pt x="7912" y="842"/>
                    <a:pt x="7670" y="613"/>
                  </a:cubicBezTo>
                  <a:cubicBezTo>
                    <a:pt x="7300" y="306"/>
                    <a:pt x="6853" y="102"/>
                    <a:pt x="6368" y="38"/>
                  </a:cubicBezTo>
                  <a:cubicBezTo>
                    <a:pt x="6215" y="13"/>
                    <a:pt x="6049" y="0"/>
                    <a:pt x="58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39" name="Google Shape;339;p28"/>
          <p:cNvSpPr/>
          <p:nvPr/>
        </p:nvSpPr>
        <p:spPr>
          <a:xfrm>
            <a:off x="271230" y="2481828"/>
            <a:ext cx="529124" cy="355525"/>
          </a:xfrm>
          <a:custGeom>
            <a:avLst/>
            <a:gdLst/>
            <a:ahLst/>
            <a:cxnLst/>
            <a:rect l="l" t="t" r="r" b="b"/>
            <a:pathLst>
              <a:path w="15441" h="10375" extrusionOk="0">
                <a:moveTo>
                  <a:pt x="8416" y="485"/>
                </a:moveTo>
                <a:lnTo>
                  <a:pt x="8416" y="485"/>
                </a:lnTo>
                <a:cubicBezTo>
                  <a:pt x="9128" y="487"/>
                  <a:pt x="9827" y="844"/>
                  <a:pt x="10145" y="1468"/>
                </a:cubicBezTo>
                <a:cubicBezTo>
                  <a:pt x="10209" y="1608"/>
                  <a:pt x="10272" y="1735"/>
                  <a:pt x="10349" y="1863"/>
                </a:cubicBezTo>
                <a:cubicBezTo>
                  <a:pt x="10732" y="2399"/>
                  <a:pt x="11561" y="2259"/>
                  <a:pt x="12161" y="2501"/>
                </a:cubicBezTo>
                <a:cubicBezTo>
                  <a:pt x="12773" y="2756"/>
                  <a:pt x="13118" y="3407"/>
                  <a:pt x="13246" y="4058"/>
                </a:cubicBezTo>
                <a:cubicBezTo>
                  <a:pt x="13271" y="4326"/>
                  <a:pt x="13322" y="4581"/>
                  <a:pt x="13386" y="4849"/>
                </a:cubicBezTo>
                <a:cubicBezTo>
                  <a:pt x="13654" y="5717"/>
                  <a:pt x="14586" y="6304"/>
                  <a:pt x="14739" y="7197"/>
                </a:cubicBezTo>
                <a:cubicBezTo>
                  <a:pt x="14892" y="8001"/>
                  <a:pt x="14611" y="8843"/>
                  <a:pt x="13731" y="9277"/>
                </a:cubicBezTo>
                <a:cubicBezTo>
                  <a:pt x="13003" y="9647"/>
                  <a:pt x="12072" y="9736"/>
                  <a:pt x="11255" y="9787"/>
                </a:cubicBezTo>
                <a:cubicBezTo>
                  <a:pt x="10285" y="9864"/>
                  <a:pt x="9443" y="9877"/>
                  <a:pt x="8460" y="9877"/>
                </a:cubicBezTo>
                <a:lnTo>
                  <a:pt x="8422" y="9877"/>
                </a:lnTo>
                <a:cubicBezTo>
                  <a:pt x="8097" y="9881"/>
                  <a:pt x="7773" y="9882"/>
                  <a:pt x="7449" y="9882"/>
                </a:cubicBezTo>
                <a:cubicBezTo>
                  <a:pt x="6668" y="9882"/>
                  <a:pt x="5889" y="9873"/>
                  <a:pt x="5104" y="9864"/>
                </a:cubicBezTo>
                <a:cubicBezTo>
                  <a:pt x="4959" y="9868"/>
                  <a:pt x="4814" y="9870"/>
                  <a:pt x="4669" y="9870"/>
                </a:cubicBezTo>
                <a:cubicBezTo>
                  <a:pt x="3822" y="9870"/>
                  <a:pt x="2983" y="9807"/>
                  <a:pt x="2144" y="9698"/>
                </a:cubicBezTo>
                <a:cubicBezTo>
                  <a:pt x="1761" y="9660"/>
                  <a:pt x="1404" y="9545"/>
                  <a:pt x="1072" y="9366"/>
                </a:cubicBezTo>
                <a:cubicBezTo>
                  <a:pt x="740" y="9175"/>
                  <a:pt x="523" y="8843"/>
                  <a:pt x="498" y="8460"/>
                </a:cubicBezTo>
                <a:cubicBezTo>
                  <a:pt x="498" y="8001"/>
                  <a:pt x="932" y="7618"/>
                  <a:pt x="1289" y="7337"/>
                </a:cubicBezTo>
                <a:cubicBezTo>
                  <a:pt x="1557" y="7133"/>
                  <a:pt x="1850" y="6929"/>
                  <a:pt x="2042" y="6636"/>
                </a:cubicBezTo>
                <a:cubicBezTo>
                  <a:pt x="2374" y="6151"/>
                  <a:pt x="2348" y="5474"/>
                  <a:pt x="2731" y="5015"/>
                </a:cubicBezTo>
                <a:cubicBezTo>
                  <a:pt x="3165" y="4492"/>
                  <a:pt x="3943" y="4454"/>
                  <a:pt x="4568" y="4186"/>
                </a:cubicBezTo>
                <a:cubicBezTo>
                  <a:pt x="4964" y="3994"/>
                  <a:pt x="5296" y="3713"/>
                  <a:pt x="5538" y="3343"/>
                </a:cubicBezTo>
                <a:cubicBezTo>
                  <a:pt x="5806" y="2935"/>
                  <a:pt x="5947" y="2463"/>
                  <a:pt x="6163" y="2029"/>
                </a:cubicBezTo>
                <a:cubicBezTo>
                  <a:pt x="6546" y="1289"/>
                  <a:pt x="7223" y="676"/>
                  <a:pt x="8039" y="523"/>
                </a:cubicBezTo>
                <a:cubicBezTo>
                  <a:pt x="8165" y="498"/>
                  <a:pt x="8290" y="485"/>
                  <a:pt x="8416" y="485"/>
                </a:cubicBezTo>
                <a:close/>
                <a:moveTo>
                  <a:pt x="8409" y="0"/>
                </a:moveTo>
                <a:lnTo>
                  <a:pt x="8422" y="13"/>
                </a:lnTo>
                <a:cubicBezTo>
                  <a:pt x="8392" y="10"/>
                  <a:pt x="8362" y="9"/>
                  <a:pt x="8332" y="9"/>
                </a:cubicBezTo>
                <a:cubicBezTo>
                  <a:pt x="8200" y="9"/>
                  <a:pt x="8073" y="30"/>
                  <a:pt x="7937" y="51"/>
                </a:cubicBezTo>
                <a:cubicBezTo>
                  <a:pt x="7031" y="230"/>
                  <a:pt x="6202" y="881"/>
                  <a:pt x="5730" y="1812"/>
                </a:cubicBezTo>
                <a:cubicBezTo>
                  <a:pt x="5628" y="1991"/>
                  <a:pt x="5551" y="2195"/>
                  <a:pt x="5474" y="2374"/>
                </a:cubicBezTo>
                <a:cubicBezTo>
                  <a:pt x="5385" y="2616"/>
                  <a:pt x="5270" y="2858"/>
                  <a:pt x="5130" y="3088"/>
                </a:cubicBezTo>
                <a:cubicBezTo>
                  <a:pt x="4938" y="3369"/>
                  <a:pt x="4670" y="3599"/>
                  <a:pt x="4351" y="3739"/>
                </a:cubicBezTo>
                <a:cubicBezTo>
                  <a:pt x="4160" y="3828"/>
                  <a:pt x="3969" y="3892"/>
                  <a:pt x="3764" y="3943"/>
                </a:cubicBezTo>
                <a:cubicBezTo>
                  <a:pt x="3292" y="4083"/>
                  <a:pt x="2744" y="4249"/>
                  <a:pt x="2361" y="4709"/>
                </a:cubicBezTo>
                <a:cubicBezTo>
                  <a:pt x="2131" y="5015"/>
                  <a:pt x="1965" y="5372"/>
                  <a:pt x="1876" y="5742"/>
                </a:cubicBezTo>
                <a:cubicBezTo>
                  <a:pt x="1825" y="5959"/>
                  <a:pt x="1748" y="6176"/>
                  <a:pt x="1633" y="6380"/>
                </a:cubicBezTo>
                <a:cubicBezTo>
                  <a:pt x="1493" y="6559"/>
                  <a:pt x="1314" y="6725"/>
                  <a:pt x="1123" y="6853"/>
                </a:cubicBezTo>
                <a:cubicBezTo>
                  <a:pt x="1072" y="6891"/>
                  <a:pt x="1021" y="6929"/>
                  <a:pt x="970" y="6980"/>
                </a:cubicBezTo>
                <a:cubicBezTo>
                  <a:pt x="651" y="7223"/>
                  <a:pt x="0" y="7746"/>
                  <a:pt x="13" y="8473"/>
                </a:cubicBezTo>
                <a:cubicBezTo>
                  <a:pt x="38" y="9022"/>
                  <a:pt x="345" y="9507"/>
                  <a:pt x="817" y="9787"/>
                </a:cubicBezTo>
                <a:cubicBezTo>
                  <a:pt x="1200" y="10004"/>
                  <a:pt x="1621" y="10145"/>
                  <a:pt x="2055" y="10183"/>
                </a:cubicBezTo>
                <a:cubicBezTo>
                  <a:pt x="2964" y="10310"/>
                  <a:pt x="3883" y="10364"/>
                  <a:pt x="4804" y="10364"/>
                </a:cubicBezTo>
                <a:cubicBezTo>
                  <a:pt x="4904" y="10364"/>
                  <a:pt x="5004" y="10363"/>
                  <a:pt x="5104" y="10362"/>
                </a:cubicBezTo>
                <a:cubicBezTo>
                  <a:pt x="6202" y="10374"/>
                  <a:pt x="7325" y="10374"/>
                  <a:pt x="8422" y="10374"/>
                </a:cubicBezTo>
                <a:lnTo>
                  <a:pt x="8460" y="10374"/>
                </a:lnTo>
                <a:cubicBezTo>
                  <a:pt x="9417" y="10374"/>
                  <a:pt x="10272" y="10362"/>
                  <a:pt x="11293" y="10285"/>
                </a:cubicBezTo>
                <a:cubicBezTo>
                  <a:pt x="12059" y="10234"/>
                  <a:pt x="13105" y="10145"/>
                  <a:pt x="13947" y="9724"/>
                </a:cubicBezTo>
                <a:cubicBezTo>
                  <a:pt x="14917" y="9252"/>
                  <a:pt x="15440" y="8167"/>
                  <a:pt x="15224" y="7120"/>
                </a:cubicBezTo>
                <a:cubicBezTo>
                  <a:pt x="15109" y="6521"/>
                  <a:pt x="14739" y="6049"/>
                  <a:pt x="14420" y="5653"/>
                </a:cubicBezTo>
                <a:cubicBezTo>
                  <a:pt x="14177" y="5372"/>
                  <a:pt x="13973" y="5053"/>
                  <a:pt x="13833" y="4709"/>
                </a:cubicBezTo>
                <a:cubicBezTo>
                  <a:pt x="13794" y="4568"/>
                  <a:pt x="13769" y="4415"/>
                  <a:pt x="13756" y="4262"/>
                </a:cubicBezTo>
                <a:cubicBezTo>
                  <a:pt x="13743" y="4160"/>
                  <a:pt x="13731" y="4071"/>
                  <a:pt x="13705" y="3969"/>
                </a:cubicBezTo>
                <a:cubicBezTo>
                  <a:pt x="13552" y="3063"/>
                  <a:pt x="13041" y="2348"/>
                  <a:pt x="12352" y="2067"/>
                </a:cubicBezTo>
                <a:cubicBezTo>
                  <a:pt x="12084" y="1965"/>
                  <a:pt x="11804" y="1901"/>
                  <a:pt x="11523" y="1863"/>
                </a:cubicBezTo>
                <a:cubicBezTo>
                  <a:pt x="11115" y="1799"/>
                  <a:pt x="10859" y="1748"/>
                  <a:pt x="10745" y="1595"/>
                </a:cubicBezTo>
                <a:cubicBezTo>
                  <a:pt x="10706" y="1531"/>
                  <a:pt x="10668" y="1468"/>
                  <a:pt x="10642" y="1404"/>
                </a:cubicBezTo>
                <a:cubicBezTo>
                  <a:pt x="10617" y="1353"/>
                  <a:pt x="10591" y="1302"/>
                  <a:pt x="10566" y="1251"/>
                </a:cubicBezTo>
                <a:cubicBezTo>
                  <a:pt x="10183" y="485"/>
                  <a:pt x="9341" y="0"/>
                  <a:pt x="840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only 1">
  <p:cSld name="TITLE_ONLY_1">
    <p:spTree>
      <p:nvGrpSpPr>
        <p:cNvPr id="1" name="Shape 340"/>
        <p:cNvGrpSpPr/>
        <p:nvPr/>
      </p:nvGrpSpPr>
      <p:grpSpPr>
        <a:xfrm>
          <a:off x="0" y="0"/>
          <a:ext cx="0" cy="0"/>
          <a:chOff x="0" y="0"/>
          <a:chExt cx="0" cy="0"/>
        </a:xfrm>
      </p:grpSpPr>
      <p:pic>
        <p:nvPicPr>
          <p:cNvPr id="341" name="Google Shape;341;p29"/>
          <p:cNvPicPr preferRelativeResize="0"/>
          <p:nvPr/>
        </p:nvPicPr>
        <p:blipFill>
          <a:blip r:embed="rId2">
            <a:alphaModFix amt="65000"/>
          </a:blip>
          <a:stretch>
            <a:fillRect/>
          </a:stretch>
        </p:blipFill>
        <p:spPr>
          <a:xfrm>
            <a:off x="0" y="0"/>
            <a:ext cx="9144000" cy="5143500"/>
          </a:xfrm>
          <a:prstGeom prst="rect">
            <a:avLst/>
          </a:prstGeom>
          <a:noFill/>
          <a:ln>
            <a:noFill/>
          </a:ln>
        </p:spPr>
      </p:pic>
      <p:sp>
        <p:nvSpPr>
          <p:cNvPr id="342" name="Google Shape;342;p2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cxnSp>
        <p:nvCxnSpPr>
          <p:cNvPr id="343" name="Google Shape;343;p29"/>
          <p:cNvCxnSpPr/>
          <p:nvPr/>
        </p:nvCxnSpPr>
        <p:spPr>
          <a:xfrm>
            <a:off x="0" y="4802825"/>
            <a:ext cx="9144000" cy="0"/>
          </a:xfrm>
          <a:prstGeom prst="straightConnector1">
            <a:avLst/>
          </a:prstGeom>
          <a:noFill/>
          <a:ln w="19050" cap="flat" cmpd="sng">
            <a:solidFill>
              <a:schemeClr val="dk1"/>
            </a:solidFill>
            <a:prstDash val="solid"/>
            <a:round/>
            <a:headEnd type="none" w="med" len="med"/>
            <a:tailEnd type="none" w="med" len="med"/>
          </a:ln>
        </p:spPr>
      </p:cxnSp>
      <p:grpSp>
        <p:nvGrpSpPr>
          <p:cNvPr id="344" name="Google Shape;344;p29"/>
          <p:cNvGrpSpPr/>
          <p:nvPr/>
        </p:nvGrpSpPr>
        <p:grpSpPr>
          <a:xfrm flipH="1">
            <a:off x="7314893" y="194427"/>
            <a:ext cx="472842" cy="317708"/>
            <a:chOff x="2493575" y="1248525"/>
            <a:chExt cx="386025" cy="259375"/>
          </a:xfrm>
        </p:grpSpPr>
        <p:sp>
          <p:nvSpPr>
            <p:cNvPr id="345" name="Google Shape;345;p29"/>
            <p:cNvSpPr/>
            <p:nvPr/>
          </p:nvSpPr>
          <p:spPr>
            <a:xfrm>
              <a:off x="2499950" y="1254550"/>
              <a:ext cx="372625" cy="246975"/>
            </a:xfrm>
            <a:custGeom>
              <a:avLst/>
              <a:gdLst/>
              <a:ahLst/>
              <a:cxnLst/>
              <a:rect l="l" t="t" r="r" b="b"/>
              <a:pathLst>
                <a:path w="14905" h="9879" extrusionOk="0">
                  <a:moveTo>
                    <a:pt x="8222" y="0"/>
                  </a:moveTo>
                  <a:cubicBezTo>
                    <a:pt x="8199" y="0"/>
                    <a:pt x="8177" y="1"/>
                    <a:pt x="8154" y="1"/>
                  </a:cubicBezTo>
                  <a:cubicBezTo>
                    <a:pt x="8014" y="1"/>
                    <a:pt x="7874" y="14"/>
                    <a:pt x="7733" y="40"/>
                  </a:cubicBezTo>
                  <a:cubicBezTo>
                    <a:pt x="6891" y="206"/>
                    <a:pt x="6125" y="805"/>
                    <a:pt x="5692" y="1673"/>
                  </a:cubicBezTo>
                  <a:cubicBezTo>
                    <a:pt x="5602" y="1852"/>
                    <a:pt x="5513" y="2043"/>
                    <a:pt x="5436" y="2222"/>
                  </a:cubicBezTo>
                  <a:cubicBezTo>
                    <a:pt x="5347" y="2477"/>
                    <a:pt x="5219" y="2732"/>
                    <a:pt x="5079" y="2962"/>
                  </a:cubicBezTo>
                  <a:cubicBezTo>
                    <a:pt x="4862" y="3294"/>
                    <a:pt x="4556" y="3549"/>
                    <a:pt x="4199" y="3715"/>
                  </a:cubicBezTo>
                  <a:cubicBezTo>
                    <a:pt x="3994" y="3804"/>
                    <a:pt x="3790" y="3868"/>
                    <a:pt x="3586" y="3932"/>
                  </a:cubicBezTo>
                  <a:cubicBezTo>
                    <a:pt x="3114" y="4059"/>
                    <a:pt x="2616" y="4213"/>
                    <a:pt x="2284" y="4608"/>
                  </a:cubicBezTo>
                  <a:cubicBezTo>
                    <a:pt x="2080" y="4889"/>
                    <a:pt x="1927" y="5221"/>
                    <a:pt x="1863" y="5565"/>
                  </a:cubicBezTo>
                  <a:cubicBezTo>
                    <a:pt x="1800" y="5808"/>
                    <a:pt x="1710" y="6037"/>
                    <a:pt x="1583" y="6267"/>
                  </a:cubicBezTo>
                  <a:cubicBezTo>
                    <a:pt x="1429" y="6471"/>
                    <a:pt x="1238" y="6650"/>
                    <a:pt x="1021" y="6790"/>
                  </a:cubicBezTo>
                  <a:lnTo>
                    <a:pt x="868" y="6905"/>
                  </a:lnTo>
                  <a:cubicBezTo>
                    <a:pt x="421" y="7262"/>
                    <a:pt x="0" y="7683"/>
                    <a:pt x="0" y="8219"/>
                  </a:cubicBezTo>
                  <a:cubicBezTo>
                    <a:pt x="26" y="8679"/>
                    <a:pt x="281" y="9100"/>
                    <a:pt x="689" y="9330"/>
                  </a:cubicBezTo>
                  <a:cubicBezTo>
                    <a:pt x="1047" y="9534"/>
                    <a:pt x="1429" y="9649"/>
                    <a:pt x="1838" y="9700"/>
                  </a:cubicBezTo>
                  <a:cubicBezTo>
                    <a:pt x="2735" y="9815"/>
                    <a:pt x="3642" y="9867"/>
                    <a:pt x="4550" y="9867"/>
                  </a:cubicBezTo>
                  <a:cubicBezTo>
                    <a:pt x="4650" y="9867"/>
                    <a:pt x="4749" y="9867"/>
                    <a:pt x="4849" y="9865"/>
                  </a:cubicBezTo>
                  <a:cubicBezTo>
                    <a:pt x="5959" y="9878"/>
                    <a:pt x="7070" y="9878"/>
                    <a:pt x="8167" y="9878"/>
                  </a:cubicBezTo>
                  <a:lnTo>
                    <a:pt x="8205" y="9878"/>
                  </a:lnTo>
                  <a:cubicBezTo>
                    <a:pt x="9162" y="9878"/>
                    <a:pt x="10017" y="9865"/>
                    <a:pt x="11013" y="9789"/>
                  </a:cubicBezTo>
                  <a:cubicBezTo>
                    <a:pt x="11766" y="9738"/>
                    <a:pt x="12786" y="9661"/>
                    <a:pt x="13590" y="9253"/>
                  </a:cubicBezTo>
                  <a:cubicBezTo>
                    <a:pt x="14471" y="8806"/>
                    <a:pt x="14905" y="7926"/>
                    <a:pt x="14726" y="6918"/>
                  </a:cubicBezTo>
                  <a:cubicBezTo>
                    <a:pt x="14624" y="6382"/>
                    <a:pt x="14292" y="5961"/>
                    <a:pt x="13973" y="5552"/>
                  </a:cubicBezTo>
                  <a:cubicBezTo>
                    <a:pt x="13718" y="5221"/>
                    <a:pt x="13463" y="4902"/>
                    <a:pt x="13361" y="4544"/>
                  </a:cubicBezTo>
                  <a:cubicBezTo>
                    <a:pt x="13310" y="4378"/>
                    <a:pt x="13284" y="4213"/>
                    <a:pt x="13259" y="4047"/>
                  </a:cubicBezTo>
                  <a:cubicBezTo>
                    <a:pt x="13246" y="3957"/>
                    <a:pt x="13233" y="3868"/>
                    <a:pt x="13220" y="3766"/>
                  </a:cubicBezTo>
                  <a:cubicBezTo>
                    <a:pt x="13067" y="2949"/>
                    <a:pt x="12621" y="2298"/>
                    <a:pt x="12008" y="2043"/>
                  </a:cubicBezTo>
                  <a:cubicBezTo>
                    <a:pt x="11753" y="1954"/>
                    <a:pt x="11498" y="1890"/>
                    <a:pt x="11230" y="1865"/>
                  </a:cubicBezTo>
                  <a:cubicBezTo>
                    <a:pt x="10821" y="1801"/>
                    <a:pt x="10477" y="1737"/>
                    <a:pt x="10298" y="1482"/>
                  </a:cubicBezTo>
                  <a:cubicBezTo>
                    <a:pt x="10247" y="1418"/>
                    <a:pt x="10209" y="1329"/>
                    <a:pt x="10171" y="1252"/>
                  </a:cubicBezTo>
                  <a:cubicBezTo>
                    <a:pt x="10145" y="1214"/>
                    <a:pt x="10132" y="1163"/>
                    <a:pt x="10107" y="1112"/>
                  </a:cubicBezTo>
                  <a:cubicBezTo>
                    <a:pt x="9722" y="429"/>
                    <a:pt x="9000" y="0"/>
                    <a:pt x="82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29"/>
            <p:cNvSpPr/>
            <p:nvPr/>
          </p:nvSpPr>
          <p:spPr>
            <a:xfrm>
              <a:off x="2493575" y="1248525"/>
              <a:ext cx="386025" cy="259375"/>
            </a:xfrm>
            <a:custGeom>
              <a:avLst/>
              <a:gdLst/>
              <a:ahLst/>
              <a:cxnLst/>
              <a:rect l="l" t="t" r="r" b="b"/>
              <a:pathLst>
                <a:path w="15441" h="10375" extrusionOk="0">
                  <a:moveTo>
                    <a:pt x="8416" y="485"/>
                  </a:moveTo>
                  <a:lnTo>
                    <a:pt x="8416" y="485"/>
                  </a:lnTo>
                  <a:cubicBezTo>
                    <a:pt x="9128" y="487"/>
                    <a:pt x="9827" y="844"/>
                    <a:pt x="10145" y="1468"/>
                  </a:cubicBezTo>
                  <a:cubicBezTo>
                    <a:pt x="10209" y="1608"/>
                    <a:pt x="10272" y="1735"/>
                    <a:pt x="10349" y="1863"/>
                  </a:cubicBezTo>
                  <a:cubicBezTo>
                    <a:pt x="10732" y="2399"/>
                    <a:pt x="11561" y="2259"/>
                    <a:pt x="12161" y="2501"/>
                  </a:cubicBezTo>
                  <a:cubicBezTo>
                    <a:pt x="12773" y="2756"/>
                    <a:pt x="13118" y="3407"/>
                    <a:pt x="13246" y="4058"/>
                  </a:cubicBezTo>
                  <a:cubicBezTo>
                    <a:pt x="13271" y="4326"/>
                    <a:pt x="13322" y="4581"/>
                    <a:pt x="13386" y="4849"/>
                  </a:cubicBezTo>
                  <a:cubicBezTo>
                    <a:pt x="13654" y="5717"/>
                    <a:pt x="14586" y="6304"/>
                    <a:pt x="14739" y="7197"/>
                  </a:cubicBezTo>
                  <a:cubicBezTo>
                    <a:pt x="14892" y="8001"/>
                    <a:pt x="14611" y="8843"/>
                    <a:pt x="13731" y="9277"/>
                  </a:cubicBezTo>
                  <a:cubicBezTo>
                    <a:pt x="13003" y="9647"/>
                    <a:pt x="12072" y="9736"/>
                    <a:pt x="11255" y="9787"/>
                  </a:cubicBezTo>
                  <a:cubicBezTo>
                    <a:pt x="10285" y="9864"/>
                    <a:pt x="9443" y="9877"/>
                    <a:pt x="8460" y="9877"/>
                  </a:cubicBezTo>
                  <a:lnTo>
                    <a:pt x="8422" y="9877"/>
                  </a:lnTo>
                  <a:cubicBezTo>
                    <a:pt x="8097" y="9881"/>
                    <a:pt x="7773" y="9882"/>
                    <a:pt x="7449" y="9882"/>
                  </a:cubicBezTo>
                  <a:cubicBezTo>
                    <a:pt x="6668" y="9882"/>
                    <a:pt x="5889" y="9873"/>
                    <a:pt x="5104" y="9864"/>
                  </a:cubicBezTo>
                  <a:cubicBezTo>
                    <a:pt x="4959" y="9868"/>
                    <a:pt x="4814" y="9870"/>
                    <a:pt x="4669" y="9870"/>
                  </a:cubicBezTo>
                  <a:cubicBezTo>
                    <a:pt x="3822" y="9870"/>
                    <a:pt x="2983" y="9807"/>
                    <a:pt x="2144" y="9698"/>
                  </a:cubicBezTo>
                  <a:cubicBezTo>
                    <a:pt x="1761" y="9660"/>
                    <a:pt x="1404" y="9545"/>
                    <a:pt x="1072" y="9366"/>
                  </a:cubicBezTo>
                  <a:cubicBezTo>
                    <a:pt x="740" y="9175"/>
                    <a:pt x="523" y="8843"/>
                    <a:pt x="498" y="8460"/>
                  </a:cubicBezTo>
                  <a:cubicBezTo>
                    <a:pt x="498" y="8001"/>
                    <a:pt x="932" y="7618"/>
                    <a:pt x="1289" y="7337"/>
                  </a:cubicBezTo>
                  <a:cubicBezTo>
                    <a:pt x="1557" y="7133"/>
                    <a:pt x="1850" y="6929"/>
                    <a:pt x="2042" y="6636"/>
                  </a:cubicBezTo>
                  <a:cubicBezTo>
                    <a:pt x="2374" y="6151"/>
                    <a:pt x="2348" y="5474"/>
                    <a:pt x="2731" y="5015"/>
                  </a:cubicBezTo>
                  <a:cubicBezTo>
                    <a:pt x="3165" y="4492"/>
                    <a:pt x="3943" y="4454"/>
                    <a:pt x="4568" y="4186"/>
                  </a:cubicBezTo>
                  <a:cubicBezTo>
                    <a:pt x="4964" y="3994"/>
                    <a:pt x="5296" y="3713"/>
                    <a:pt x="5538" y="3343"/>
                  </a:cubicBezTo>
                  <a:cubicBezTo>
                    <a:pt x="5806" y="2935"/>
                    <a:pt x="5947" y="2463"/>
                    <a:pt x="6163" y="2029"/>
                  </a:cubicBezTo>
                  <a:cubicBezTo>
                    <a:pt x="6546" y="1289"/>
                    <a:pt x="7223" y="676"/>
                    <a:pt x="8039" y="523"/>
                  </a:cubicBezTo>
                  <a:cubicBezTo>
                    <a:pt x="8165" y="498"/>
                    <a:pt x="8290" y="485"/>
                    <a:pt x="8416" y="485"/>
                  </a:cubicBezTo>
                  <a:close/>
                  <a:moveTo>
                    <a:pt x="8409" y="0"/>
                  </a:moveTo>
                  <a:lnTo>
                    <a:pt x="8422" y="13"/>
                  </a:lnTo>
                  <a:cubicBezTo>
                    <a:pt x="8392" y="10"/>
                    <a:pt x="8362" y="9"/>
                    <a:pt x="8332" y="9"/>
                  </a:cubicBezTo>
                  <a:cubicBezTo>
                    <a:pt x="8200" y="9"/>
                    <a:pt x="8073" y="30"/>
                    <a:pt x="7937" y="51"/>
                  </a:cubicBezTo>
                  <a:cubicBezTo>
                    <a:pt x="7031" y="230"/>
                    <a:pt x="6202" y="881"/>
                    <a:pt x="5730" y="1812"/>
                  </a:cubicBezTo>
                  <a:cubicBezTo>
                    <a:pt x="5628" y="1991"/>
                    <a:pt x="5551" y="2195"/>
                    <a:pt x="5474" y="2374"/>
                  </a:cubicBezTo>
                  <a:cubicBezTo>
                    <a:pt x="5385" y="2616"/>
                    <a:pt x="5270" y="2858"/>
                    <a:pt x="5130" y="3088"/>
                  </a:cubicBezTo>
                  <a:cubicBezTo>
                    <a:pt x="4938" y="3369"/>
                    <a:pt x="4670" y="3599"/>
                    <a:pt x="4351" y="3739"/>
                  </a:cubicBezTo>
                  <a:cubicBezTo>
                    <a:pt x="4160" y="3828"/>
                    <a:pt x="3969" y="3892"/>
                    <a:pt x="3764" y="3943"/>
                  </a:cubicBezTo>
                  <a:cubicBezTo>
                    <a:pt x="3292" y="4083"/>
                    <a:pt x="2744" y="4249"/>
                    <a:pt x="2361" y="4709"/>
                  </a:cubicBezTo>
                  <a:cubicBezTo>
                    <a:pt x="2131" y="5015"/>
                    <a:pt x="1965" y="5372"/>
                    <a:pt x="1876" y="5742"/>
                  </a:cubicBezTo>
                  <a:cubicBezTo>
                    <a:pt x="1825" y="5959"/>
                    <a:pt x="1748" y="6176"/>
                    <a:pt x="1633" y="6380"/>
                  </a:cubicBezTo>
                  <a:cubicBezTo>
                    <a:pt x="1493" y="6559"/>
                    <a:pt x="1314" y="6725"/>
                    <a:pt x="1123" y="6853"/>
                  </a:cubicBezTo>
                  <a:cubicBezTo>
                    <a:pt x="1072" y="6891"/>
                    <a:pt x="1021" y="6929"/>
                    <a:pt x="970" y="6980"/>
                  </a:cubicBezTo>
                  <a:cubicBezTo>
                    <a:pt x="651" y="7223"/>
                    <a:pt x="0" y="7746"/>
                    <a:pt x="13" y="8473"/>
                  </a:cubicBezTo>
                  <a:cubicBezTo>
                    <a:pt x="38" y="9022"/>
                    <a:pt x="345" y="9507"/>
                    <a:pt x="817" y="9787"/>
                  </a:cubicBezTo>
                  <a:cubicBezTo>
                    <a:pt x="1200" y="10004"/>
                    <a:pt x="1621" y="10145"/>
                    <a:pt x="2055" y="10183"/>
                  </a:cubicBezTo>
                  <a:cubicBezTo>
                    <a:pt x="2964" y="10310"/>
                    <a:pt x="3883" y="10364"/>
                    <a:pt x="4804" y="10364"/>
                  </a:cubicBezTo>
                  <a:cubicBezTo>
                    <a:pt x="4904" y="10364"/>
                    <a:pt x="5004" y="10363"/>
                    <a:pt x="5104" y="10362"/>
                  </a:cubicBezTo>
                  <a:cubicBezTo>
                    <a:pt x="6202" y="10374"/>
                    <a:pt x="7325" y="10374"/>
                    <a:pt x="8422" y="10374"/>
                  </a:cubicBezTo>
                  <a:lnTo>
                    <a:pt x="8460" y="10374"/>
                  </a:lnTo>
                  <a:cubicBezTo>
                    <a:pt x="9417" y="10374"/>
                    <a:pt x="10272" y="10362"/>
                    <a:pt x="11293" y="10285"/>
                  </a:cubicBezTo>
                  <a:cubicBezTo>
                    <a:pt x="12059" y="10234"/>
                    <a:pt x="13105" y="10145"/>
                    <a:pt x="13947" y="9724"/>
                  </a:cubicBezTo>
                  <a:cubicBezTo>
                    <a:pt x="14917" y="9252"/>
                    <a:pt x="15440" y="8167"/>
                    <a:pt x="15224" y="7120"/>
                  </a:cubicBezTo>
                  <a:cubicBezTo>
                    <a:pt x="15109" y="6521"/>
                    <a:pt x="14739" y="6049"/>
                    <a:pt x="14420" y="5653"/>
                  </a:cubicBezTo>
                  <a:cubicBezTo>
                    <a:pt x="14177" y="5372"/>
                    <a:pt x="13973" y="5053"/>
                    <a:pt x="13833" y="4709"/>
                  </a:cubicBezTo>
                  <a:cubicBezTo>
                    <a:pt x="13794" y="4568"/>
                    <a:pt x="13769" y="4415"/>
                    <a:pt x="13756" y="4262"/>
                  </a:cubicBezTo>
                  <a:cubicBezTo>
                    <a:pt x="13743" y="4160"/>
                    <a:pt x="13731" y="4071"/>
                    <a:pt x="13705" y="3969"/>
                  </a:cubicBezTo>
                  <a:cubicBezTo>
                    <a:pt x="13552" y="3063"/>
                    <a:pt x="13041" y="2348"/>
                    <a:pt x="12352" y="2067"/>
                  </a:cubicBezTo>
                  <a:cubicBezTo>
                    <a:pt x="12084" y="1965"/>
                    <a:pt x="11804" y="1901"/>
                    <a:pt x="11523" y="1863"/>
                  </a:cubicBezTo>
                  <a:cubicBezTo>
                    <a:pt x="11115" y="1799"/>
                    <a:pt x="10859" y="1748"/>
                    <a:pt x="10745" y="1595"/>
                  </a:cubicBezTo>
                  <a:cubicBezTo>
                    <a:pt x="10706" y="1531"/>
                    <a:pt x="10668" y="1468"/>
                    <a:pt x="10642" y="1404"/>
                  </a:cubicBezTo>
                  <a:cubicBezTo>
                    <a:pt x="10617" y="1353"/>
                    <a:pt x="10591" y="1302"/>
                    <a:pt x="10566" y="1251"/>
                  </a:cubicBezTo>
                  <a:cubicBezTo>
                    <a:pt x="10183" y="485"/>
                    <a:pt x="9341" y="0"/>
                    <a:pt x="840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47" name="Google Shape;347;p29"/>
          <p:cNvSpPr/>
          <p:nvPr/>
        </p:nvSpPr>
        <p:spPr>
          <a:xfrm flipH="1">
            <a:off x="8241492" y="944989"/>
            <a:ext cx="365020" cy="235273"/>
          </a:xfrm>
          <a:custGeom>
            <a:avLst/>
            <a:gdLst/>
            <a:ahLst/>
            <a:cxnLst/>
            <a:rect l="l" t="t" r="r" b="b"/>
            <a:pathLst>
              <a:path w="11920" h="7683" extrusionOk="0">
                <a:moveTo>
                  <a:pt x="5883" y="485"/>
                </a:moveTo>
                <a:lnTo>
                  <a:pt x="5883" y="498"/>
                </a:lnTo>
                <a:cubicBezTo>
                  <a:pt x="5921" y="494"/>
                  <a:pt x="5958" y="493"/>
                  <a:pt x="5994" y="493"/>
                </a:cubicBezTo>
                <a:cubicBezTo>
                  <a:pt x="6093" y="493"/>
                  <a:pt x="6189" y="505"/>
                  <a:pt x="6292" y="523"/>
                </a:cubicBezTo>
                <a:cubicBezTo>
                  <a:pt x="6675" y="574"/>
                  <a:pt x="7045" y="740"/>
                  <a:pt x="7338" y="995"/>
                </a:cubicBezTo>
                <a:cubicBezTo>
                  <a:pt x="7823" y="1416"/>
                  <a:pt x="8040" y="2118"/>
                  <a:pt x="8576" y="2476"/>
                </a:cubicBezTo>
                <a:cubicBezTo>
                  <a:pt x="9035" y="2782"/>
                  <a:pt x="9635" y="2782"/>
                  <a:pt x="10133" y="2986"/>
                </a:cubicBezTo>
                <a:cubicBezTo>
                  <a:pt x="11919" y="3752"/>
                  <a:pt x="11536" y="6393"/>
                  <a:pt x="9609" y="6610"/>
                </a:cubicBezTo>
                <a:cubicBezTo>
                  <a:pt x="9520" y="6623"/>
                  <a:pt x="9431" y="6623"/>
                  <a:pt x="9342" y="6623"/>
                </a:cubicBezTo>
                <a:cubicBezTo>
                  <a:pt x="8984" y="6623"/>
                  <a:pt x="8627" y="6559"/>
                  <a:pt x="8282" y="6559"/>
                </a:cubicBezTo>
                <a:cubicBezTo>
                  <a:pt x="8078" y="6559"/>
                  <a:pt x="7887" y="6585"/>
                  <a:pt x="7695" y="6648"/>
                </a:cubicBezTo>
                <a:cubicBezTo>
                  <a:pt x="7491" y="6738"/>
                  <a:pt x="7300" y="6840"/>
                  <a:pt x="7108" y="6942"/>
                </a:cubicBezTo>
                <a:cubicBezTo>
                  <a:pt x="6740" y="7126"/>
                  <a:pt x="6342" y="7216"/>
                  <a:pt x="5943" y="7216"/>
                </a:cubicBezTo>
                <a:cubicBezTo>
                  <a:pt x="5486" y="7216"/>
                  <a:pt x="5029" y="7097"/>
                  <a:pt x="4620" y="6865"/>
                </a:cubicBezTo>
                <a:cubicBezTo>
                  <a:pt x="4327" y="6687"/>
                  <a:pt x="4071" y="6470"/>
                  <a:pt x="3752" y="6380"/>
                </a:cubicBezTo>
                <a:cubicBezTo>
                  <a:pt x="3650" y="6355"/>
                  <a:pt x="3548" y="6342"/>
                  <a:pt x="3446" y="6342"/>
                </a:cubicBezTo>
                <a:cubicBezTo>
                  <a:pt x="2974" y="6342"/>
                  <a:pt x="2502" y="6572"/>
                  <a:pt x="2017" y="6572"/>
                </a:cubicBezTo>
                <a:lnTo>
                  <a:pt x="1902" y="6572"/>
                </a:lnTo>
                <a:cubicBezTo>
                  <a:pt x="1366" y="6508"/>
                  <a:pt x="907" y="6151"/>
                  <a:pt x="728" y="5640"/>
                </a:cubicBezTo>
                <a:cubicBezTo>
                  <a:pt x="524" y="5002"/>
                  <a:pt x="741" y="4288"/>
                  <a:pt x="1290" y="3892"/>
                </a:cubicBezTo>
                <a:cubicBezTo>
                  <a:pt x="1660" y="3599"/>
                  <a:pt x="2093" y="3471"/>
                  <a:pt x="2489" y="3254"/>
                </a:cubicBezTo>
                <a:cubicBezTo>
                  <a:pt x="2897" y="3024"/>
                  <a:pt x="3127" y="2667"/>
                  <a:pt x="3357" y="2259"/>
                </a:cubicBezTo>
                <a:cubicBezTo>
                  <a:pt x="3918" y="1263"/>
                  <a:pt x="4748" y="485"/>
                  <a:pt x="5883" y="485"/>
                </a:cubicBezTo>
                <a:close/>
                <a:moveTo>
                  <a:pt x="5896" y="0"/>
                </a:moveTo>
                <a:lnTo>
                  <a:pt x="5883" y="13"/>
                </a:lnTo>
                <a:cubicBezTo>
                  <a:pt x="4697" y="13"/>
                  <a:pt x="3676" y="702"/>
                  <a:pt x="2948" y="2029"/>
                </a:cubicBezTo>
                <a:cubicBezTo>
                  <a:pt x="2731" y="2399"/>
                  <a:pt x="2566" y="2667"/>
                  <a:pt x="2272" y="2833"/>
                </a:cubicBezTo>
                <a:cubicBezTo>
                  <a:pt x="2144" y="2897"/>
                  <a:pt x="2004" y="2960"/>
                  <a:pt x="1864" y="3024"/>
                </a:cubicBezTo>
                <a:cubicBezTo>
                  <a:pt x="1558" y="3139"/>
                  <a:pt x="1264" y="3305"/>
                  <a:pt x="996" y="3509"/>
                </a:cubicBezTo>
                <a:cubicBezTo>
                  <a:pt x="294" y="4032"/>
                  <a:pt x="1" y="4951"/>
                  <a:pt x="269" y="5793"/>
                </a:cubicBezTo>
                <a:cubicBezTo>
                  <a:pt x="524" y="6482"/>
                  <a:pt x="1136" y="6967"/>
                  <a:pt x="1864" y="7031"/>
                </a:cubicBezTo>
                <a:lnTo>
                  <a:pt x="2030" y="7031"/>
                </a:lnTo>
                <a:cubicBezTo>
                  <a:pt x="2310" y="7031"/>
                  <a:pt x="2591" y="6980"/>
                  <a:pt x="2859" y="6916"/>
                </a:cubicBezTo>
                <a:cubicBezTo>
                  <a:pt x="3051" y="6853"/>
                  <a:pt x="3255" y="6827"/>
                  <a:pt x="3446" y="6814"/>
                </a:cubicBezTo>
                <a:cubicBezTo>
                  <a:pt x="3510" y="6814"/>
                  <a:pt x="3574" y="6814"/>
                  <a:pt x="3637" y="6840"/>
                </a:cubicBezTo>
                <a:cubicBezTo>
                  <a:pt x="3816" y="6891"/>
                  <a:pt x="3969" y="6980"/>
                  <a:pt x="4122" y="7095"/>
                </a:cubicBezTo>
                <a:cubicBezTo>
                  <a:pt x="4199" y="7146"/>
                  <a:pt x="4288" y="7210"/>
                  <a:pt x="4378" y="7261"/>
                </a:cubicBezTo>
                <a:cubicBezTo>
                  <a:pt x="4863" y="7541"/>
                  <a:pt x="5407" y="7682"/>
                  <a:pt x="5953" y="7682"/>
                </a:cubicBezTo>
                <a:cubicBezTo>
                  <a:pt x="6425" y="7682"/>
                  <a:pt x="6900" y="7576"/>
                  <a:pt x="7338" y="7363"/>
                </a:cubicBezTo>
                <a:cubicBezTo>
                  <a:pt x="7415" y="7325"/>
                  <a:pt x="7478" y="7286"/>
                  <a:pt x="7542" y="7248"/>
                </a:cubicBezTo>
                <a:cubicBezTo>
                  <a:pt x="7644" y="7184"/>
                  <a:pt x="7759" y="7133"/>
                  <a:pt x="7861" y="7095"/>
                </a:cubicBezTo>
                <a:cubicBezTo>
                  <a:pt x="7978" y="7053"/>
                  <a:pt x="8103" y="7028"/>
                  <a:pt x="8222" y="7028"/>
                </a:cubicBezTo>
                <a:cubicBezTo>
                  <a:pt x="8247" y="7028"/>
                  <a:pt x="8271" y="7029"/>
                  <a:pt x="8295" y="7031"/>
                </a:cubicBezTo>
                <a:cubicBezTo>
                  <a:pt x="8448" y="7031"/>
                  <a:pt x="8614" y="7044"/>
                  <a:pt x="8780" y="7057"/>
                </a:cubicBezTo>
                <a:cubicBezTo>
                  <a:pt x="8946" y="7069"/>
                  <a:pt x="9150" y="7095"/>
                  <a:pt x="9354" y="7095"/>
                </a:cubicBezTo>
                <a:cubicBezTo>
                  <a:pt x="9456" y="7095"/>
                  <a:pt x="9571" y="7082"/>
                  <a:pt x="9673" y="7069"/>
                </a:cubicBezTo>
                <a:cubicBezTo>
                  <a:pt x="10745" y="6955"/>
                  <a:pt x="11587" y="6125"/>
                  <a:pt x="11741" y="5066"/>
                </a:cubicBezTo>
                <a:cubicBezTo>
                  <a:pt x="11906" y="3994"/>
                  <a:pt x="11319" y="2960"/>
                  <a:pt x="10337" y="2539"/>
                </a:cubicBezTo>
                <a:cubicBezTo>
                  <a:pt x="10094" y="2437"/>
                  <a:pt x="9852" y="2374"/>
                  <a:pt x="9597" y="2322"/>
                </a:cubicBezTo>
                <a:cubicBezTo>
                  <a:pt x="9342" y="2271"/>
                  <a:pt x="9086" y="2195"/>
                  <a:pt x="8857" y="2067"/>
                </a:cubicBezTo>
                <a:cubicBezTo>
                  <a:pt x="8627" y="1876"/>
                  <a:pt x="8436" y="1646"/>
                  <a:pt x="8295" y="1391"/>
                </a:cubicBezTo>
                <a:cubicBezTo>
                  <a:pt x="8116" y="1110"/>
                  <a:pt x="7912" y="842"/>
                  <a:pt x="7670" y="613"/>
                </a:cubicBezTo>
                <a:cubicBezTo>
                  <a:pt x="7300" y="306"/>
                  <a:pt x="6853" y="102"/>
                  <a:pt x="6368" y="38"/>
                </a:cubicBezTo>
                <a:cubicBezTo>
                  <a:pt x="6215" y="13"/>
                  <a:pt x="6049" y="0"/>
                  <a:pt x="58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48" name="Google Shape;348;p29"/>
          <p:cNvGrpSpPr/>
          <p:nvPr/>
        </p:nvGrpSpPr>
        <p:grpSpPr>
          <a:xfrm flipH="1">
            <a:off x="310250" y="1180249"/>
            <a:ext cx="472842" cy="317708"/>
            <a:chOff x="2493575" y="1248525"/>
            <a:chExt cx="386025" cy="259375"/>
          </a:xfrm>
        </p:grpSpPr>
        <p:sp>
          <p:nvSpPr>
            <p:cNvPr id="349" name="Google Shape;349;p29"/>
            <p:cNvSpPr/>
            <p:nvPr/>
          </p:nvSpPr>
          <p:spPr>
            <a:xfrm>
              <a:off x="2499950" y="1254550"/>
              <a:ext cx="372625" cy="246975"/>
            </a:xfrm>
            <a:custGeom>
              <a:avLst/>
              <a:gdLst/>
              <a:ahLst/>
              <a:cxnLst/>
              <a:rect l="l" t="t" r="r" b="b"/>
              <a:pathLst>
                <a:path w="14905" h="9879" extrusionOk="0">
                  <a:moveTo>
                    <a:pt x="8222" y="0"/>
                  </a:moveTo>
                  <a:cubicBezTo>
                    <a:pt x="8199" y="0"/>
                    <a:pt x="8177" y="1"/>
                    <a:pt x="8154" y="1"/>
                  </a:cubicBezTo>
                  <a:cubicBezTo>
                    <a:pt x="8014" y="1"/>
                    <a:pt x="7874" y="14"/>
                    <a:pt x="7733" y="40"/>
                  </a:cubicBezTo>
                  <a:cubicBezTo>
                    <a:pt x="6891" y="206"/>
                    <a:pt x="6125" y="805"/>
                    <a:pt x="5692" y="1673"/>
                  </a:cubicBezTo>
                  <a:cubicBezTo>
                    <a:pt x="5602" y="1852"/>
                    <a:pt x="5513" y="2043"/>
                    <a:pt x="5436" y="2222"/>
                  </a:cubicBezTo>
                  <a:cubicBezTo>
                    <a:pt x="5347" y="2477"/>
                    <a:pt x="5219" y="2732"/>
                    <a:pt x="5079" y="2962"/>
                  </a:cubicBezTo>
                  <a:cubicBezTo>
                    <a:pt x="4862" y="3294"/>
                    <a:pt x="4556" y="3549"/>
                    <a:pt x="4199" y="3715"/>
                  </a:cubicBezTo>
                  <a:cubicBezTo>
                    <a:pt x="3994" y="3804"/>
                    <a:pt x="3790" y="3868"/>
                    <a:pt x="3586" y="3932"/>
                  </a:cubicBezTo>
                  <a:cubicBezTo>
                    <a:pt x="3114" y="4059"/>
                    <a:pt x="2616" y="4213"/>
                    <a:pt x="2284" y="4608"/>
                  </a:cubicBezTo>
                  <a:cubicBezTo>
                    <a:pt x="2080" y="4889"/>
                    <a:pt x="1927" y="5221"/>
                    <a:pt x="1863" y="5565"/>
                  </a:cubicBezTo>
                  <a:cubicBezTo>
                    <a:pt x="1800" y="5808"/>
                    <a:pt x="1710" y="6037"/>
                    <a:pt x="1583" y="6267"/>
                  </a:cubicBezTo>
                  <a:cubicBezTo>
                    <a:pt x="1429" y="6471"/>
                    <a:pt x="1238" y="6650"/>
                    <a:pt x="1021" y="6790"/>
                  </a:cubicBezTo>
                  <a:lnTo>
                    <a:pt x="868" y="6905"/>
                  </a:lnTo>
                  <a:cubicBezTo>
                    <a:pt x="421" y="7262"/>
                    <a:pt x="0" y="7683"/>
                    <a:pt x="0" y="8219"/>
                  </a:cubicBezTo>
                  <a:cubicBezTo>
                    <a:pt x="26" y="8679"/>
                    <a:pt x="281" y="9100"/>
                    <a:pt x="689" y="9330"/>
                  </a:cubicBezTo>
                  <a:cubicBezTo>
                    <a:pt x="1047" y="9534"/>
                    <a:pt x="1429" y="9649"/>
                    <a:pt x="1838" y="9700"/>
                  </a:cubicBezTo>
                  <a:cubicBezTo>
                    <a:pt x="2735" y="9815"/>
                    <a:pt x="3642" y="9867"/>
                    <a:pt x="4550" y="9867"/>
                  </a:cubicBezTo>
                  <a:cubicBezTo>
                    <a:pt x="4650" y="9867"/>
                    <a:pt x="4749" y="9867"/>
                    <a:pt x="4849" y="9865"/>
                  </a:cubicBezTo>
                  <a:cubicBezTo>
                    <a:pt x="5959" y="9878"/>
                    <a:pt x="7070" y="9878"/>
                    <a:pt x="8167" y="9878"/>
                  </a:cubicBezTo>
                  <a:lnTo>
                    <a:pt x="8205" y="9878"/>
                  </a:lnTo>
                  <a:cubicBezTo>
                    <a:pt x="9162" y="9878"/>
                    <a:pt x="10017" y="9865"/>
                    <a:pt x="11013" y="9789"/>
                  </a:cubicBezTo>
                  <a:cubicBezTo>
                    <a:pt x="11766" y="9738"/>
                    <a:pt x="12786" y="9661"/>
                    <a:pt x="13590" y="9253"/>
                  </a:cubicBezTo>
                  <a:cubicBezTo>
                    <a:pt x="14471" y="8806"/>
                    <a:pt x="14905" y="7926"/>
                    <a:pt x="14726" y="6918"/>
                  </a:cubicBezTo>
                  <a:cubicBezTo>
                    <a:pt x="14624" y="6382"/>
                    <a:pt x="14292" y="5961"/>
                    <a:pt x="13973" y="5552"/>
                  </a:cubicBezTo>
                  <a:cubicBezTo>
                    <a:pt x="13718" y="5221"/>
                    <a:pt x="13463" y="4902"/>
                    <a:pt x="13361" y="4544"/>
                  </a:cubicBezTo>
                  <a:cubicBezTo>
                    <a:pt x="13310" y="4378"/>
                    <a:pt x="13284" y="4213"/>
                    <a:pt x="13259" y="4047"/>
                  </a:cubicBezTo>
                  <a:cubicBezTo>
                    <a:pt x="13246" y="3957"/>
                    <a:pt x="13233" y="3868"/>
                    <a:pt x="13220" y="3766"/>
                  </a:cubicBezTo>
                  <a:cubicBezTo>
                    <a:pt x="13067" y="2949"/>
                    <a:pt x="12621" y="2298"/>
                    <a:pt x="12008" y="2043"/>
                  </a:cubicBezTo>
                  <a:cubicBezTo>
                    <a:pt x="11753" y="1954"/>
                    <a:pt x="11498" y="1890"/>
                    <a:pt x="11230" y="1865"/>
                  </a:cubicBezTo>
                  <a:cubicBezTo>
                    <a:pt x="10821" y="1801"/>
                    <a:pt x="10477" y="1737"/>
                    <a:pt x="10298" y="1482"/>
                  </a:cubicBezTo>
                  <a:cubicBezTo>
                    <a:pt x="10247" y="1418"/>
                    <a:pt x="10209" y="1329"/>
                    <a:pt x="10171" y="1252"/>
                  </a:cubicBezTo>
                  <a:cubicBezTo>
                    <a:pt x="10145" y="1214"/>
                    <a:pt x="10132" y="1163"/>
                    <a:pt x="10107" y="1112"/>
                  </a:cubicBezTo>
                  <a:cubicBezTo>
                    <a:pt x="9722" y="429"/>
                    <a:pt x="9000" y="0"/>
                    <a:pt x="82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29"/>
            <p:cNvSpPr/>
            <p:nvPr/>
          </p:nvSpPr>
          <p:spPr>
            <a:xfrm>
              <a:off x="2493575" y="1248525"/>
              <a:ext cx="386025" cy="259375"/>
            </a:xfrm>
            <a:custGeom>
              <a:avLst/>
              <a:gdLst/>
              <a:ahLst/>
              <a:cxnLst/>
              <a:rect l="l" t="t" r="r" b="b"/>
              <a:pathLst>
                <a:path w="15441" h="10375" extrusionOk="0">
                  <a:moveTo>
                    <a:pt x="8416" y="485"/>
                  </a:moveTo>
                  <a:lnTo>
                    <a:pt x="8416" y="485"/>
                  </a:lnTo>
                  <a:cubicBezTo>
                    <a:pt x="9128" y="487"/>
                    <a:pt x="9827" y="844"/>
                    <a:pt x="10145" y="1468"/>
                  </a:cubicBezTo>
                  <a:cubicBezTo>
                    <a:pt x="10209" y="1608"/>
                    <a:pt x="10272" y="1735"/>
                    <a:pt x="10349" y="1863"/>
                  </a:cubicBezTo>
                  <a:cubicBezTo>
                    <a:pt x="10732" y="2399"/>
                    <a:pt x="11561" y="2259"/>
                    <a:pt x="12161" y="2501"/>
                  </a:cubicBezTo>
                  <a:cubicBezTo>
                    <a:pt x="12773" y="2756"/>
                    <a:pt x="13118" y="3407"/>
                    <a:pt x="13246" y="4058"/>
                  </a:cubicBezTo>
                  <a:cubicBezTo>
                    <a:pt x="13271" y="4326"/>
                    <a:pt x="13322" y="4581"/>
                    <a:pt x="13386" y="4849"/>
                  </a:cubicBezTo>
                  <a:cubicBezTo>
                    <a:pt x="13654" y="5717"/>
                    <a:pt x="14586" y="6304"/>
                    <a:pt x="14739" y="7197"/>
                  </a:cubicBezTo>
                  <a:cubicBezTo>
                    <a:pt x="14892" y="8001"/>
                    <a:pt x="14611" y="8843"/>
                    <a:pt x="13731" y="9277"/>
                  </a:cubicBezTo>
                  <a:cubicBezTo>
                    <a:pt x="13003" y="9647"/>
                    <a:pt x="12072" y="9736"/>
                    <a:pt x="11255" y="9787"/>
                  </a:cubicBezTo>
                  <a:cubicBezTo>
                    <a:pt x="10285" y="9864"/>
                    <a:pt x="9443" y="9877"/>
                    <a:pt x="8460" y="9877"/>
                  </a:cubicBezTo>
                  <a:lnTo>
                    <a:pt x="8422" y="9877"/>
                  </a:lnTo>
                  <a:cubicBezTo>
                    <a:pt x="8097" y="9881"/>
                    <a:pt x="7773" y="9882"/>
                    <a:pt x="7449" y="9882"/>
                  </a:cubicBezTo>
                  <a:cubicBezTo>
                    <a:pt x="6668" y="9882"/>
                    <a:pt x="5889" y="9873"/>
                    <a:pt x="5104" y="9864"/>
                  </a:cubicBezTo>
                  <a:cubicBezTo>
                    <a:pt x="4959" y="9868"/>
                    <a:pt x="4814" y="9870"/>
                    <a:pt x="4669" y="9870"/>
                  </a:cubicBezTo>
                  <a:cubicBezTo>
                    <a:pt x="3822" y="9870"/>
                    <a:pt x="2983" y="9807"/>
                    <a:pt x="2144" y="9698"/>
                  </a:cubicBezTo>
                  <a:cubicBezTo>
                    <a:pt x="1761" y="9660"/>
                    <a:pt x="1404" y="9545"/>
                    <a:pt x="1072" y="9366"/>
                  </a:cubicBezTo>
                  <a:cubicBezTo>
                    <a:pt x="740" y="9175"/>
                    <a:pt x="523" y="8843"/>
                    <a:pt x="498" y="8460"/>
                  </a:cubicBezTo>
                  <a:cubicBezTo>
                    <a:pt x="498" y="8001"/>
                    <a:pt x="932" y="7618"/>
                    <a:pt x="1289" y="7337"/>
                  </a:cubicBezTo>
                  <a:cubicBezTo>
                    <a:pt x="1557" y="7133"/>
                    <a:pt x="1850" y="6929"/>
                    <a:pt x="2042" y="6636"/>
                  </a:cubicBezTo>
                  <a:cubicBezTo>
                    <a:pt x="2374" y="6151"/>
                    <a:pt x="2348" y="5474"/>
                    <a:pt x="2731" y="5015"/>
                  </a:cubicBezTo>
                  <a:cubicBezTo>
                    <a:pt x="3165" y="4492"/>
                    <a:pt x="3943" y="4454"/>
                    <a:pt x="4568" y="4186"/>
                  </a:cubicBezTo>
                  <a:cubicBezTo>
                    <a:pt x="4964" y="3994"/>
                    <a:pt x="5296" y="3713"/>
                    <a:pt x="5538" y="3343"/>
                  </a:cubicBezTo>
                  <a:cubicBezTo>
                    <a:pt x="5806" y="2935"/>
                    <a:pt x="5947" y="2463"/>
                    <a:pt x="6163" y="2029"/>
                  </a:cubicBezTo>
                  <a:cubicBezTo>
                    <a:pt x="6546" y="1289"/>
                    <a:pt x="7223" y="676"/>
                    <a:pt x="8039" y="523"/>
                  </a:cubicBezTo>
                  <a:cubicBezTo>
                    <a:pt x="8165" y="498"/>
                    <a:pt x="8290" y="485"/>
                    <a:pt x="8416" y="485"/>
                  </a:cubicBezTo>
                  <a:close/>
                  <a:moveTo>
                    <a:pt x="8409" y="0"/>
                  </a:moveTo>
                  <a:lnTo>
                    <a:pt x="8422" y="13"/>
                  </a:lnTo>
                  <a:cubicBezTo>
                    <a:pt x="8392" y="10"/>
                    <a:pt x="8362" y="9"/>
                    <a:pt x="8332" y="9"/>
                  </a:cubicBezTo>
                  <a:cubicBezTo>
                    <a:pt x="8200" y="9"/>
                    <a:pt x="8073" y="30"/>
                    <a:pt x="7937" y="51"/>
                  </a:cubicBezTo>
                  <a:cubicBezTo>
                    <a:pt x="7031" y="230"/>
                    <a:pt x="6202" y="881"/>
                    <a:pt x="5730" y="1812"/>
                  </a:cubicBezTo>
                  <a:cubicBezTo>
                    <a:pt x="5628" y="1991"/>
                    <a:pt x="5551" y="2195"/>
                    <a:pt x="5474" y="2374"/>
                  </a:cubicBezTo>
                  <a:cubicBezTo>
                    <a:pt x="5385" y="2616"/>
                    <a:pt x="5270" y="2858"/>
                    <a:pt x="5130" y="3088"/>
                  </a:cubicBezTo>
                  <a:cubicBezTo>
                    <a:pt x="4938" y="3369"/>
                    <a:pt x="4670" y="3599"/>
                    <a:pt x="4351" y="3739"/>
                  </a:cubicBezTo>
                  <a:cubicBezTo>
                    <a:pt x="4160" y="3828"/>
                    <a:pt x="3969" y="3892"/>
                    <a:pt x="3764" y="3943"/>
                  </a:cubicBezTo>
                  <a:cubicBezTo>
                    <a:pt x="3292" y="4083"/>
                    <a:pt x="2744" y="4249"/>
                    <a:pt x="2361" y="4709"/>
                  </a:cubicBezTo>
                  <a:cubicBezTo>
                    <a:pt x="2131" y="5015"/>
                    <a:pt x="1965" y="5372"/>
                    <a:pt x="1876" y="5742"/>
                  </a:cubicBezTo>
                  <a:cubicBezTo>
                    <a:pt x="1825" y="5959"/>
                    <a:pt x="1748" y="6176"/>
                    <a:pt x="1633" y="6380"/>
                  </a:cubicBezTo>
                  <a:cubicBezTo>
                    <a:pt x="1493" y="6559"/>
                    <a:pt x="1314" y="6725"/>
                    <a:pt x="1123" y="6853"/>
                  </a:cubicBezTo>
                  <a:cubicBezTo>
                    <a:pt x="1072" y="6891"/>
                    <a:pt x="1021" y="6929"/>
                    <a:pt x="970" y="6980"/>
                  </a:cubicBezTo>
                  <a:cubicBezTo>
                    <a:pt x="651" y="7223"/>
                    <a:pt x="0" y="7746"/>
                    <a:pt x="13" y="8473"/>
                  </a:cubicBezTo>
                  <a:cubicBezTo>
                    <a:pt x="38" y="9022"/>
                    <a:pt x="345" y="9507"/>
                    <a:pt x="817" y="9787"/>
                  </a:cubicBezTo>
                  <a:cubicBezTo>
                    <a:pt x="1200" y="10004"/>
                    <a:pt x="1621" y="10145"/>
                    <a:pt x="2055" y="10183"/>
                  </a:cubicBezTo>
                  <a:cubicBezTo>
                    <a:pt x="2964" y="10310"/>
                    <a:pt x="3883" y="10364"/>
                    <a:pt x="4804" y="10364"/>
                  </a:cubicBezTo>
                  <a:cubicBezTo>
                    <a:pt x="4904" y="10364"/>
                    <a:pt x="5004" y="10363"/>
                    <a:pt x="5104" y="10362"/>
                  </a:cubicBezTo>
                  <a:cubicBezTo>
                    <a:pt x="6202" y="10374"/>
                    <a:pt x="7325" y="10374"/>
                    <a:pt x="8422" y="10374"/>
                  </a:cubicBezTo>
                  <a:lnTo>
                    <a:pt x="8460" y="10374"/>
                  </a:lnTo>
                  <a:cubicBezTo>
                    <a:pt x="9417" y="10374"/>
                    <a:pt x="10272" y="10362"/>
                    <a:pt x="11293" y="10285"/>
                  </a:cubicBezTo>
                  <a:cubicBezTo>
                    <a:pt x="12059" y="10234"/>
                    <a:pt x="13105" y="10145"/>
                    <a:pt x="13947" y="9724"/>
                  </a:cubicBezTo>
                  <a:cubicBezTo>
                    <a:pt x="14917" y="9252"/>
                    <a:pt x="15440" y="8167"/>
                    <a:pt x="15224" y="7120"/>
                  </a:cubicBezTo>
                  <a:cubicBezTo>
                    <a:pt x="15109" y="6521"/>
                    <a:pt x="14739" y="6049"/>
                    <a:pt x="14420" y="5653"/>
                  </a:cubicBezTo>
                  <a:cubicBezTo>
                    <a:pt x="14177" y="5372"/>
                    <a:pt x="13973" y="5053"/>
                    <a:pt x="13833" y="4709"/>
                  </a:cubicBezTo>
                  <a:cubicBezTo>
                    <a:pt x="13794" y="4568"/>
                    <a:pt x="13769" y="4415"/>
                    <a:pt x="13756" y="4262"/>
                  </a:cubicBezTo>
                  <a:cubicBezTo>
                    <a:pt x="13743" y="4160"/>
                    <a:pt x="13731" y="4071"/>
                    <a:pt x="13705" y="3969"/>
                  </a:cubicBezTo>
                  <a:cubicBezTo>
                    <a:pt x="13552" y="3063"/>
                    <a:pt x="13041" y="2348"/>
                    <a:pt x="12352" y="2067"/>
                  </a:cubicBezTo>
                  <a:cubicBezTo>
                    <a:pt x="12084" y="1965"/>
                    <a:pt x="11804" y="1901"/>
                    <a:pt x="11523" y="1863"/>
                  </a:cubicBezTo>
                  <a:cubicBezTo>
                    <a:pt x="11115" y="1799"/>
                    <a:pt x="10859" y="1748"/>
                    <a:pt x="10745" y="1595"/>
                  </a:cubicBezTo>
                  <a:cubicBezTo>
                    <a:pt x="10706" y="1531"/>
                    <a:pt x="10668" y="1468"/>
                    <a:pt x="10642" y="1404"/>
                  </a:cubicBezTo>
                  <a:cubicBezTo>
                    <a:pt x="10617" y="1353"/>
                    <a:pt x="10591" y="1302"/>
                    <a:pt x="10566" y="1251"/>
                  </a:cubicBezTo>
                  <a:cubicBezTo>
                    <a:pt x="10183" y="485"/>
                    <a:pt x="9341" y="0"/>
                    <a:pt x="840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51" name="Google Shape;351;p29"/>
          <p:cNvSpPr/>
          <p:nvPr/>
        </p:nvSpPr>
        <p:spPr>
          <a:xfrm flipH="1">
            <a:off x="1642322" y="232889"/>
            <a:ext cx="373543" cy="240766"/>
          </a:xfrm>
          <a:custGeom>
            <a:avLst/>
            <a:gdLst/>
            <a:ahLst/>
            <a:cxnLst/>
            <a:rect l="l" t="t" r="r" b="b"/>
            <a:pathLst>
              <a:path w="11920" h="7683" extrusionOk="0">
                <a:moveTo>
                  <a:pt x="5883" y="485"/>
                </a:moveTo>
                <a:lnTo>
                  <a:pt x="5883" y="498"/>
                </a:lnTo>
                <a:cubicBezTo>
                  <a:pt x="5921" y="494"/>
                  <a:pt x="5958" y="493"/>
                  <a:pt x="5994" y="493"/>
                </a:cubicBezTo>
                <a:cubicBezTo>
                  <a:pt x="6093" y="493"/>
                  <a:pt x="6189" y="505"/>
                  <a:pt x="6292" y="523"/>
                </a:cubicBezTo>
                <a:cubicBezTo>
                  <a:pt x="6675" y="574"/>
                  <a:pt x="7045" y="740"/>
                  <a:pt x="7338" y="995"/>
                </a:cubicBezTo>
                <a:cubicBezTo>
                  <a:pt x="7823" y="1416"/>
                  <a:pt x="8040" y="2118"/>
                  <a:pt x="8576" y="2476"/>
                </a:cubicBezTo>
                <a:cubicBezTo>
                  <a:pt x="9035" y="2782"/>
                  <a:pt x="9635" y="2782"/>
                  <a:pt x="10133" y="2986"/>
                </a:cubicBezTo>
                <a:cubicBezTo>
                  <a:pt x="11919" y="3752"/>
                  <a:pt x="11536" y="6393"/>
                  <a:pt x="9609" y="6610"/>
                </a:cubicBezTo>
                <a:cubicBezTo>
                  <a:pt x="9520" y="6623"/>
                  <a:pt x="9431" y="6623"/>
                  <a:pt x="9342" y="6623"/>
                </a:cubicBezTo>
                <a:cubicBezTo>
                  <a:pt x="8984" y="6623"/>
                  <a:pt x="8627" y="6559"/>
                  <a:pt x="8282" y="6559"/>
                </a:cubicBezTo>
                <a:cubicBezTo>
                  <a:pt x="8078" y="6559"/>
                  <a:pt x="7887" y="6585"/>
                  <a:pt x="7695" y="6648"/>
                </a:cubicBezTo>
                <a:cubicBezTo>
                  <a:pt x="7491" y="6738"/>
                  <a:pt x="7300" y="6840"/>
                  <a:pt x="7108" y="6942"/>
                </a:cubicBezTo>
                <a:cubicBezTo>
                  <a:pt x="6740" y="7126"/>
                  <a:pt x="6342" y="7216"/>
                  <a:pt x="5943" y="7216"/>
                </a:cubicBezTo>
                <a:cubicBezTo>
                  <a:pt x="5486" y="7216"/>
                  <a:pt x="5029" y="7097"/>
                  <a:pt x="4620" y="6865"/>
                </a:cubicBezTo>
                <a:cubicBezTo>
                  <a:pt x="4327" y="6687"/>
                  <a:pt x="4071" y="6470"/>
                  <a:pt x="3752" y="6380"/>
                </a:cubicBezTo>
                <a:cubicBezTo>
                  <a:pt x="3650" y="6355"/>
                  <a:pt x="3548" y="6342"/>
                  <a:pt x="3446" y="6342"/>
                </a:cubicBezTo>
                <a:cubicBezTo>
                  <a:pt x="2974" y="6342"/>
                  <a:pt x="2502" y="6572"/>
                  <a:pt x="2017" y="6572"/>
                </a:cubicBezTo>
                <a:lnTo>
                  <a:pt x="1902" y="6572"/>
                </a:lnTo>
                <a:cubicBezTo>
                  <a:pt x="1366" y="6508"/>
                  <a:pt x="907" y="6151"/>
                  <a:pt x="728" y="5640"/>
                </a:cubicBezTo>
                <a:cubicBezTo>
                  <a:pt x="524" y="5002"/>
                  <a:pt x="741" y="4288"/>
                  <a:pt x="1290" y="3892"/>
                </a:cubicBezTo>
                <a:cubicBezTo>
                  <a:pt x="1660" y="3599"/>
                  <a:pt x="2093" y="3471"/>
                  <a:pt x="2489" y="3254"/>
                </a:cubicBezTo>
                <a:cubicBezTo>
                  <a:pt x="2897" y="3024"/>
                  <a:pt x="3127" y="2667"/>
                  <a:pt x="3357" y="2259"/>
                </a:cubicBezTo>
                <a:cubicBezTo>
                  <a:pt x="3918" y="1263"/>
                  <a:pt x="4748" y="485"/>
                  <a:pt x="5883" y="485"/>
                </a:cubicBezTo>
                <a:close/>
                <a:moveTo>
                  <a:pt x="5896" y="0"/>
                </a:moveTo>
                <a:lnTo>
                  <a:pt x="5883" y="13"/>
                </a:lnTo>
                <a:cubicBezTo>
                  <a:pt x="4697" y="13"/>
                  <a:pt x="3676" y="702"/>
                  <a:pt x="2948" y="2029"/>
                </a:cubicBezTo>
                <a:cubicBezTo>
                  <a:pt x="2731" y="2399"/>
                  <a:pt x="2566" y="2667"/>
                  <a:pt x="2272" y="2833"/>
                </a:cubicBezTo>
                <a:cubicBezTo>
                  <a:pt x="2144" y="2897"/>
                  <a:pt x="2004" y="2960"/>
                  <a:pt x="1864" y="3024"/>
                </a:cubicBezTo>
                <a:cubicBezTo>
                  <a:pt x="1558" y="3139"/>
                  <a:pt x="1264" y="3305"/>
                  <a:pt x="996" y="3509"/>
                </a:cubicBezTo>
                <a:cubicBezTo>
                  <a:pt x="294" y="4032"/>
                  <a:pt x="1" y="4951"/>
                  <a:pt x="269" y="5793"/>
                </a:cubicBezTo>
                <a:cubicBezTo>
                  <a:pt x="524" y="6482"/>
                  <a:pt x="1136" y="6967"/>
                  <a:pt x="1864" y="7031"/>
                </a:cubicBezTo>
                <a:lnTo>
                  <a:pt x="2030" y="7031"/>
                </a:lnTo>
                <a:cubicBezTo>
                  <a:pt x="2310" y="7031"/>
                  <a:pt x="2591" y="6980"/>
                  <a:pt x="2859" y="6916"/>
                </a:cubicBezTo>
                <a:cubicBezTo>
                  <a:pt x="3051" y="6853"/>
                  <a:pt x="3255" y="6827"/>
                  <a:pt x="3446" y="6814"/>
                </a:cubicBezTo>
                <a:cubicBezTo>
                  <a:pt x="3510" y="6814"/>
                  <a:pt x="3574" y="6814"/>
                  <a:pt x="3637" y="6840"/>
                </a:cubicBezTo>
                <a:cubicBezTo>
                  <a:pt x="3816" y="6891"/>
                  <a:pt x="3969" y="6980"/>
                  <a:pt x="4122" y="7095"/>
                </a:cubicBezTo>
                <a:cubicBezTo>
                  <a:pt x="4199" y="7146"/>
                  <a:pt x="4288" y="7210"/>
                  <a:pt x="4378" y="7261"/>
                </a:cubicBezTo>
                <a:cubicBezTo>
                  <a:pt x="4863" y="7541"/>
                  <a:pt x="5407" y="7682"/>
                  <a:pt x="5953" y="7682"/>
                </a:cubicBezTo>
                <a:cubicBezTo>
                  <a:pt x="6425" y="7682"/>
                  <a:pt x="6900" y="7576"/>
                  <a:pt x="7338" y="7363"/>
                </a:cubicBezTo>
                <a:cubicBezTo>
                  <a:pt x="7415" y="7325"/>
                  <a:pt x="7478" y="7286"/>
                  <a:pt x="7542" y="7248"/>
                </a:cubicBezTo>
                <a:cubicBezTo>
                  <a:pt x="7644" y="7184"/>
                  <a:pt x="7759" y="7133"/>
                  <a:pt x="7861" y="7095"/>
                </a:cubicBezTo>
                <a:cubicBezTo>
                  <a:pt x="7978" y="7053"/>
                  <a:pt x="8103" y="7028"/>
                  <a:pt x="8222" y="7028"/>
                </a:cubicBezTo>
                <a:cubicBezTo>
                  <a:pt x="8247" y="7028"/>
                  <a:pt x="8271" y="7029"/>
                  <a:pt x="8295" y="7031"/>
                </a:cubicBezTo>
                <a:cubicBezTo>
                  <a:pt x="8448" y="7031"/>
                  <a:pt x="8614" y="7044"/>
                  <a:pt x="8780" y="7057"/>
                </a:cubicBezTo>
                <a:cubicBezTo>
                  <a:pt x="8946" y="7069"/>
                  <a:pt x="9150" y="7095"/>
                  <a:pt x="9354" y="7095"/>
                </a:cubicBezTo>
                <a:cubicBezTo>
                  <a:pt x="9456" y="7095"/>
                  <a:pt x="9571" y="7082"/>
                  <a:pt x="9673" y="7069"/>
                </a:cubicBezTo>
                <a:cubicBezTo>
                  <a:pt x="10745" y="6955"/>
                  <a:pt x="11587" y="6125"/>
                  <a:pt x="11741" y="5066"/>
                </a:cubicBezTo>
                <a:cubicBezTo>
                  <a:pt x="11906" y="3994"/>
                  <a:pt x="11319" y="2960"/>
                  <a:pt x="10337" y="2539"/>
                </a:cubicBezTo>
                <a:cubicBezTo>
                  <a:pt x="10094" y="2437"/>
                  <a:pt x="9852" y="2374"/>
                  <a:pt x="9597" y="2322"/>
                </a:cubicBezTo>
                <a:cubicBezTo>
                  <a:pt x="9342" y="2271"/>
                  <a:pt x="9086" y="2195"/>
                  <a:pt x="8857" y="2067"/>
                </a:cubicBezTo>
                <a:cubicBezTo>
                  <a:pt x="8627" y="1876"/>
                  <a:pt x="8436" y="1646"/>
                  <a:pt x="8295" y="1391"/>
                </a:cubicBezTo>
                <a:cubicBezTo>
                  <a:pt x="8116" y="1110"/>
                  <a:pt x="7912" y="842"/>
                  <a:pt x="7670" y="613"/>
                </a:cubicBezTo>
                <a:cubicBezTo>
                  <a:pt x="7300" y="306"/>
                  <a:pt x="6853" y="102"/>
                  <a:pt x="6368" y="38"/>
                </a:cubicBezTo>
                <a:cubicBezTo>
                  <a:pt x="6215" y="13"/>
                  <a:pt x="6049" y="0"/>
                  <a:pt x="58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hanks">
  <p:cSld name="CUSTOM_3">
    <p:spTree>
      <p:nvGrpSpPr>
        <p:cNvPr id="1" name="Shape 352"/>
        <p:cNvGrpSpPr/>
        <p:nvPr/>
      </p:nvGrpSpPr>
      <p:grpSpPr>
        <a:xfrm>
          <a:off x="0" y="0"/>
          <a:ext cx="0" cy="0"/>
          <a:chOff x="0" y="0"/>
          <a:chExt cx="0" cy="0"/>
        </a:xfrm>
      </p:grpSpPr>
      <p:pic>
        <p:nvPicPr>
          <p:cNvPr id="353" name="Google Shape;353;p30"/>
          <p:cNvPicPr preferRelativeResize="0"/>
          <p:nvPr/>
        </p:nvPicPr>
        <p:blipFill>
          <a:blip r:embed="rId2">
            <a:alphaModFix amt="65000"/>
          </a:blip>
          <a:stretch>
            <a:fillRect/>
          </a:stretch>
        </p:blipFill>
        <p:spPr>
          <a:xfrm>
            <a:off x="0" y="0"/>
            <a:ext cx="9144000" cy="5143500"/>
          </a:xfrm>
          <a:prstGeom prst="rect">
            <a:avLst/>
          </a:prstGeom>
          <a:noFill/>
          <a:ln>
            <a:noFill/>
          </a:ln>
        </p:spPr>
      </p:pic>
      <p:sp>
        <p:nvSpPr>
          <p:cNvPr id="354" name="Google Shape;354;p30"/>
          <p:cNvSpPr txBox="1">
            <a:spLocks noGrp="1"/>
          </p:cNvSpPr>
          <p:nvPr>
            <p:ph type="title"/>
          </p:nvPr>
        </p:nvSpPr>
        <p:spPr>
          <a:xfrm>
            <a:off x="720000" y="708505"/>
            <a:ext cx="4213200" cy="872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2"/>
              </a:buClr>
              <a:buSzPts val="3400"/>
              <a:buNone/>
              <a:defRPr sz="6000"/>
            </a:lvl1pPr>
            <a:lvl2pPr lvl="1" algn="ctr" rtl="0">
              <a:spcBef>
                <a:spcPts val="0"/>
              </a:spcBef>
              <a:spcAft>
                <a:spcPts val="0"/>
              </a:spcAft>
              <a:buClr>
                <a:schemeClr val="dk2"/>
              </a:buClr>
              <a:buSzPts val="3400"/>
              <a:buNone/>
              <a:defRPr>
                <a:solidFill>
                  <a:schemeClr val="dk2"/>
                </a:solidFill>
              </a:defRPr>
            </a:lvl2pPr>
            <a:lvl3pPr lvl="2" algn="ctr" rtl="0">
              <a:spcBef>
                <a:spcPts val="0"/>
              </a:spcBef>
              <a:spcAft>
                <a:spcPts val="0"/>
              </a:spcAft>
              <a:buClr>
                <a:schemeClr val="dk2"/>
              </a:buClr>
              <a:buSzPts val="3400"/>
              <a:buNone/>
              <a:defRPr>
                <a:solidFill>
                  <a:schemeClr val="dk2"/>
                </a:solidFill>
              </a:defRPr>
            </a:lvl3pPr>
            <a:lvl4pPr lvl="3" algn="ctr" rtl="0">
              <a:spcBef>
                <a:spcPts val="0"/>
              </a:spcBef>
              <a:spcAft>
                <a:spcPts val="0"/>
              </a:spcAft>
              <a:buClr>
                <a:schemeClr val="dk2"/>
              </a:buClr>
              <a:buSzPts val="3400"/>
              <a:buNone/>
              <a:defRPr>
                <a:solidFill>
                  <a:schemeClr val="dk2"/>
                </a:solidFill>
              </a:defRPr>
            </a:lvl4pPr>
            <a:lvl5pPr lvl="4" algn="ctr" rtl="0">
              <a:spcBef>
                <a:spcPts val="0"/>
              </a:spcBef>
              <a:spcAft>
                <a:spcPts val="0"/>
              </a:spcAft>
              <a:buClr>
                <a:schemeClr val="dk2"/>
              </a:buClr>
              <a:buSzPts val="3400"/>
              <a:buNone/>
              <a:defRPr>
                <a:solidFill>
                  <a:schemeClr val="dk2"/>
                </a:solidFill>
              </a:defRPr>
            </a:lvl5pPr>
            <a:lvl6pPr lvl="5" algn="ctr" rtl="0">
              <a:spcBef>
                <a:spcPts val="0"/>
              </a:spcBef>
              <a:spcAft>
                <a:spcPts val="0"/>
              </a:spcAft>
              <a:buClr>
                <a:schemeClr val="dk2"/>
              </a:buClr>
              <a:buSzPts val="3400"/>
              <a:buNone/>
              <a:defRPr>
                <a:solidFill>
                  <a:schemeClr val="dk2"/>
                </a:solidFill>
              </a:defRPr>
            </a:lvl6pPr>
            <a:lvl7pPr lvl="6" algn="ctr" rtl="0">
              <a:spcBef>
                <a:spcPts val="0"/>
              </a:spcBef>
              <a:spcAft>
                <a:spcPts val="0"/>
              </a:spcAft>
              <a:buClr>
                <a:schemeClr val="dk2"/>
              </a:buClr>
              <a:buSzPts val="3400"/>
              <a:buNone/>
              <a:defRPr>
                <a:solidFill>
                  <a:schemeClr val="dk2"/>
                </a:solidFill>
              </a:defRPr>
            </a:lvl7pPr>
            <a:lvl8pPr lvl="7" algn="ctr" rtl="0">
              <a:spcBef>
                <a:spcPts val="0"/>
              </a:spcBef>
              <a:spcAft>
                <a:spcPts val="0"/>
              </a:spcAft>
              <a:buClr>
                <a:schemeClr val="dk2"/>
              </a:buClr>
              <a:buSzPts val="3400"/>
              <a:buNone/>
              <a:defRPr>
                <a:solidFill>
                  <a:schemeClr val="dk2"/>
                </a:solidFill>
              </a:defRPr>
            </a:lvl8pPr>
            <a:lvl9pPr lvl="8" algn="ctr" rtl="0">
              <a:spcBef>
                <a:spcPts val="0"/>
              </a:spcBef>
              <a:spcAft>
                <a:spcPts val="0"/>
              </a:spcAft>
              <a:buClr>
                <a:schemeClr val="dk2"/>
              </a:buClr>
              <a:buSzPts val="3400"/>
              <a:buNone/>
              <a:defRPr>
                <a:solidFill>
                  <a:schemeClr val="dk2"/>
                </a:solidFill>
              </a:defRPr>
            </a:lvl9pPr>
          </a:lstStyle>
          <a:p>
            <a:endParaRPr/>
          </a:p>
        </p:txBody>
      </p:sp>
      <p:sp>
        <p:nvSpPr>
          <p:cNvPr id="355" name="Google Shape;355;p30"/>
          <p:cNvSpPr txBox="1">
            <a:spLocks noGrp="1"/>
          </p:cNvSpPr>
          <p:nvPr>
            <p:ph type="subTitle" idx="1"/>
          </p:nvPr>
        </p:nvSpPr>
        <p:spPr>
          <a:xfrm>
            <a:off x="720000" y="1661180"/>
            <a:ext cx="4213200" cy="872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356" name="Google Shape;356;p30"/>
          <p:cNvSpPr txBox="1"/>
          <p:nvPr/>
        </p:nvSpPr>
        <p:spPr>
          <a:xfrm>
            <a:off x="720000" y="3243000"/>
            <a:ext cx="3654900" cy="7191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200">
                <a:solidFill>
                  <a:schemeClr val="dk1"/>
                </a:solidFill>
                <a:latin typeface="DM Sans"/>
                <a:ea typeface="DM Sans"/>
                <a:cs typeface="DM Sans"/>
                <a:sym typeface="DM Sans"/>
              </a:rPr>
              <a:t>CREDITS: This presentation template was created by </a:t>
            </a:r>
            <a:r>
              <a:rPr lang="en" sz="1200" b="1">
                <a:solidFill>
                  <a:schemeClr val="dk1"/>
                </a:solidFill>
                <a:uFill>
                  <a:noFill/>
                </a:uFill>
                <a:latin typeface="DM Sans"/>
                <a:ea typeface="DM Sans"/>
                <a:cs typeface="DM Sans"/>
                <a:sym typeface="DM Sans"/>
                <a:hlinkClick r:id="rId3">
                  <a:extLst>
                    <a:ext uri="{A12FA001-AC4F-418D-AE19-62706E023703}">
                      <ahyp:hlinkClr xmlns:ahyp="http://schemas.microsoft.com/office/drawing/2018/hyperlinkcolor" val="tx"/>
                    </a:ext>
                  </a:extLst>
                </a:hlinkClick>
              </a:rPr>
              <a:t>Slidesgo</a:t>
            </a:r>
            <a:r>
              <a:rPr lang="en" sz="1200">
                <a:solidFill>
                  <a:schemeClr val="dk1"/>
                </a:solidFill>
                <a:latin typeface="DM Sans"/>
                <a:ea typeface="DM Sans"/>
                <a:cs typeface="DM Sans"/>
                <a:sym typeface="DM Sans"/>
              </a:rPr>
              <a:t>, including icons by </a:t>
            </a:r>
            <a:r>
              <a:rPr lang="en" sz="1200" b="1">
                <a:solidFill>
                  <a:schemeClr val="dk1"/>
                </a:solidFill>
                <a:uFill>
                  <a:noFill/>
                </a:uFill>
                <a:latin typeface="DM Sans"/>
                <a:ea typeface="DM Sans"/>
                <a:cs typeface="DM Sans"/>
                <a:sym typeface="DM Sans"/>
                <a:hlinkClick r:id="rId4">
                  <a:extLst>
                    <a:ext uri="{A12FA001-AC4F-418D-AE19-62706E023703}">
                      <ahyp:hlinkClr xmlns:ahyp="http://schemas.microsoft.com/office/drawing/2018/hyperlinkcolor" val="tx"/>
                    </a:ext>
                  </a:extLst>
                </a:hlinkClick>
              </a:rPr>
              <a:t>Flaticon</a:t>
            </a:r>
            <a:r>
              <a:rPr lang="en" sz="1200">
                <a:solidFill>
                  <a:schemeClr val="dk1"/>
                </a:solidFill>
                <a:latin typeface="DM Sans"/>
                <a:ea typeface="DM Sans"/>
                <a:cs typeface="DM Sans"/>
                <a:sym typeface="DM Sans"/>
              </a:rPr>
              <a:t>, and infographics &amp; images by </a:t>
            </a:r>
            <a:r>
              <a:rPr lang="en" sz="1200" b="1">
                <a:solidFill>
                  <a:schemeClr val="dk1"/>
                </a:solidFill>
                <a:uFill>
                  <a:noFill/>
                </a:uFill>
                <a:latin typeface="DM Sans"/>
                <a:ea typeface="DM Sans"/>
                <a:cs typeface="DM Sans"/>
                <a:sym typeface="DM Sans"/>
                <a:hlinkClick r:id="rId5">
                  <a:extLst>
                    <a:ext uri="{A12FA001-AC4F-418D-AE19-62706E023703}">
                      <ahyp:hlinkClr xmlns:ahyp="http://schemas.microsoft.com/office/drawing/2018/hyperlinkcolor" val="tx"/>
                    </a:ext>
                  </a:extLst>
                </a:hlinkClick>
              </a:rPr>
              <a:t>Freepik</a:t>
            </a:r>
            <a:r>
              <a:rPr lang="en" sz="1200">
                <a:solidFill>
                  <a:schemeClr val="dk1"/>
                </a:solidFill>
                <a:uFill>
                  <a:noFill/>
                </a:uFill>
                <a:latin typeface="DM Sans"/>
                <a:ea typeface="DM Sans"/>
                <a:cs typeface="DM Sans"/>
                <a:sym typeface="DM Sans"/>
                <a:hlinkClick r:id="rId5">
                  <a:extLst>
                    <a:ext uri="{A12FA001-AC4F-418D-AE19-62706E023703}">
                      <ahyp:hlinkClr xmlns:ahyp="http://schemas.microsoft.com/office/drawing/2018/hyperlinkcolor" val="tx"/>
                    </a:ext>
                  </a:extLst>
                </a:hlinkClick>
              </a:rPr>
              <a:t> </a:t>
            </a:r>
            <a:endParaRPr sz="1200">
              <a:solidFill>
                <a:schemeClr val="dk1"/>
              </a:solidFill>
              <a:latin typeface="DM Sans"/>
              <a:ea typeface="DM Sans"/>
              <a:cs typeface="DM Sans"/>
              <a:sym typeface="DM Sans"/>
            </a:endParaRPr>
          </a:p>
        </p:txBody>
      </p:sp>
      <p:grpSp>
        <p:nvGrpSpPr>
          <p:cNvPr id="357" name="Google Shape;357;p30"/>
          <p:cNvGrpSpPr/>
          <p:nvPr/>
        </p:nvGrpSpPr>
        <p:grpSpPr>
          <a:xfrm>
            <a:off x="0" y="25"/>
            <a:ext cx="9144000" cy="5143500"/>
            <a:chOff x="0" y="25"/>
            <a:chExt cx="9144000" cy="5143500"/>
          </a:xfrm>
        </p:grpSpPr>
        <p:cxnSp>
          <p:nvCxnSpPr>
            <p:cNvPr id="358" name="Google Shape;358;p30"/>
            <p:cNvCxnSpPr/>
            <p:nvPr/>
          </p:nvCxnSpPr>
          <p:spPr>
            <a:xfrm>
              <a:off x="0" y="4513500"/>
              <a:ext cx="9144000" cy="0"/>
            </a:xfrm>
            <a:prstGeom prst="straightConnector1">
              <a:avLst/>
            </a:prstGeom>
            <a:noFill/>
            <a:ln w="19050" cap="flat" cmpd="sng">
              <a:solidFill>
                <a:schemeClr val="dk1"/>
              </a:solidFill>
              <a:prstDash val="solid"/>
              <a:round/>
              <a:headEnd type="none" w="med" len="med"/>
              <a:tailEnd type="none" w="med" len="med"/>
            </a:ln>
          </p:spPr>
        </p:cxnSp>
        <p:cxnSp>
          <p:nvCxnSpPr>
            <p:cNvPr id="359" name="Google Shape;359;p30"/>
            <p:cNvCxnSpPr/>
            <p:nvPr/>
          </p:nvCxnSpPr>
          <p:spPr>
            <a:xfrm>
              <a:off x="333975" y="25"/>
              <a:ext cx="0" cy="5143500"/>
            </a:xfrm>
            <a:prstGeom prst="straightConnector1">
              <a:avLst/>
            </a:prstGeom>
            <a:noFill/>
            <a:ln w="19050" cap="flat" cmpd="sng">
              <a:solidFill>
                <a:schemeClr val="dk1"/>
              </a:solidFill>
              <a:prstDash val="solid"/>
              <a:round/>
              <a:headEnd type="none" w="med" len="med"/>
              <a:tailEnd type="none" w="med" len="med"/>
            </a:ln>
          </p:spPr>
        </p:cxnSp>
        <p:cxnSp>
          <p:nvCxnSpPr>
            <p:cNvPr id="360" name="Google Shape;360;p30"/>
            <p:cNvCxnSpPr/>
            <p:nvPr/>
          </p:nvCxnSpPr>
          <p:spPr>
            <a:xfrm>
              <a:off x="8810025" y="25"/>
              <a:ext cx="0" cy="5143500"/>
            </a:xfrm>
            <a:prstGeom prst="straightConnector1">
              <a:avLst/>
            </a:prstGeom>
            <a:noFill/>
            <a:ln w="19050" cap="flat" cmpd="sng">
              <a:solidFill>
                <a:schemeClr val="dk1"/>
              </a:solidFill>
              <a:prstDash val="solid"/>
              <a:round/>
              <a:headEnd type="none" w="med" len="med"/>
              <a:tailEnd type="none" w="med" len="med"/>
            </a:ln>
          </p:spPr>
        </p:cxnSp>
        <p:cxnSp>
          <p:nvCxnSpPr>
            <p:cNvPr id="361" name="Google Shape;361;p30"/>
            <p:cNvCxnSpPr/>
            <p:nvPr/>
          </p:nvCxnSpPr>
          <p:spPr>
            <a:xfrm>
              <a:off x="0" y="630000"/>
              <a:ext cx="9144000" cy="0"/>
            </a:xfrm>
            <a:prstGeom prst="straightConnector1">
              <a:avLst/>
            </a:prstGeom>
            <a:noFill/>
            <a:ln w="19050" cap="flat" cmpd="sng">
              <a:solidFill>
                <a:schemeClr val="dk1"/>
              </a:solidFill>
              <a:prstDash val="solid"/>
              <a:round/>
              <a:headEnd type="none" w="med" len="med"/>
              <a:tailEnd type="none" w="med" len="med"/>
            </a:ln>
          </p:spPr>
        </p:cxn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ackground">
  <p:cSld name="CUSTOM_7_1">
    <p:spTree>
      <p:nvGrpSpPr>
        <p:cNvPr id="1" name="Shape 362"/>
        <p:cNvGrpSpPr/>
        <p:nvPr/>
      </p:nvGrpSpPr>
      <p:grpSpPr>
        <a:xfrm>
          <a:off x="0" y="0"/>
          <a:ext cx="0" cy="0"/>
          <a:chOff x="0" y="0"/>
          <a:chExt cx="0" cy="0"/>
        </a:xfrm>
      </p:grpSpPr>
      <p:pic>
        <p:nvPicPr>
          <p:cNvPr id="363" name="Google Shape;363;p31"/>
          <p:cNvPicPr preferRelativeResize="0"/>
          <p:nvPr/>
        </p:nvPicPr>
        <p:blipFill>
          <a:blip r:embed="rId2">
            <a:alphaModFix amt="65000"/>
          </a:blip>
          <a:stretch>
            <a:fillRect/>
          </a:stretch>
        </p:blipFill>
        <p:spPr>
          <a:xfrm>
            <a:off x="0" y="0"/>
            <a:ext cx="9144000" cy="5143500"/>
          </a:xfrm>
          <a:prstGeom prst="rect">
            <a:avLst/>
          </a:prstGeom>
          <a:noFill/>
          <a:ln>
            <a:noFill/>
          </a:ln>
        </p:spPr>
      </p:pic>
      <p:cxnSp>
        <p:nvCxnSpPr>
          <p:cNvPr id="364" name="Google Shape;364;p31"/>
          <p:cNvCxnSpPr/>
          <p:nvPr/>
        </p:nvCxnSpPr>
        <p:spPr>
          <a:xfrm>
            <a:off x="0" y="4802825"/>
            <a:ext cx="9144000" cy="0"/>
          </a:xfrm>
          <a:prstGeom prst="straightConnector1">
            <a:avLst/>
          </a:prstGeom>
          <a:noFill/>
          <a:ln w="19050" cap="flat" cmpd="sng">
            <a:solidFill>
              <a:schemeClr val="dk1"/>
            </a:solidFill>
            <a:prstDash val="solid"/>
            <a:round/>
            <a:headEnd type="none" w="med" len="med"/>
            <a:tailEnd type="none" w="med" len="med"/>
          </a:ln>
        </p:spPr>
      </p:cxnSp>
      <p:sp>
        <p:nvSpPr>
          <p:cNvPr id="365" name="Google Shape;365;p31"/>
          <p:cNvSpPr/>
          <p:nvPr/>
        </p:nvSpPr>
        <p:spPr>
          <a:xfrm>
            <a:off x="7707001" y="195254"/>
            <a:ext cx="389963" cy="251349"/>
          </a:xfrm>
          <a:custGeom>
            <a:avLst/>
            <a:gdLst/>
            <a:ahLst/>
            <a:cxnLst/>
            <a:rect l="l" t="t" r="r" b="b"/>
            <a:pathLst>
              <a:path w="11920" h="7683" extrusionOk="0">
                <a:moveTo>
                  <a:pt x="5883" y="485"/>
                </a:moveTo>
                <a:lnTo>
                  <a:pt x="5883" y="498"/>
                </a:lnTo>
                <a:cubicBezTo>
                  <a:pt x="5921" y="494"/>
                  <a:pt x="5958" y="493"/>
                  <a:pt x="5994" y="493"/>
                </a:cubicBezTo>
                <a:cubicBezTo>
                  <a:pt x="6093" y="493"/>
                  <a:pt x="6189" y="505"/>
                  <a:pt x="6292" y="523"/>
                </a:cubicBezTo>
                <a:cubicBezTo>
                  <a:pt x="6675" y="574"/>
                  <a:pt x="7045" y="740"/>
                  <a:pt x="7338" y="995"/>
                </a:cubicBezTo>
                <a:cubicBezTo>
                  <a:pt x="7823" y="1416"/>
                  <a:pt x="8040" y="2118"/>
                  <a:pt x="8576" y="2476"/>
                </a:cubicBezTo>
                <a:cubicBezTo>
                  <a:pt x="9035" y="2782"/>
                  <a:pt x="9635" y="2782"/>
                  <a:pt x="10133" y="2986"/>
                </a:cubicBezTo>
                <a:cubicBezTo>
                  <a:pt x="11919" y="3752"/>
                  <a:pt x="11536" y="6393"/>
                  <a:pt x="9609" y="6610"/>
                </a:cubicBezTo>
                <a:cubicBezTo>
                  <a:pt x="9520" y="6623"/>
                  <a:pt x="9431" y="6623"/>
                  <a:pt x="9342" y="6623"/>
                </a:cubicBezTo>
                <a:cubicBezTo>
                  <a:pt x="8984" y="6623"/>
                  <a:pt x="8627" y="6559"/>
                  <a:pt x="8282" y="6559"/>
                </a:cubicBezTo>
                <a:cubicBezTo>
                  <a:pt x="8078" y="6559"/>
                  <a:pt x="7887" y="6585"/>
                  <a:pt x="7695" y="6648"/>
                </a:cubicBezTo>
                <a:cubicBezTo>
                  <a:pt x="7491" y="6738"/>
                  <a:pt x="7300" y="6840"/>
                  <a:pt x="7108" y="6942"/>
                </a:cubicBezTo>
                <a:cubicBezTo>
                  <a:pt x="6740" y="7126"/>
                  <a:pt x="6342" y="7216"/>
                  <a:pt x="5943" y="7216"/>
                </a:cubicBezTo>
                <a:cubicBezTo>
                  <a:pt x="5486" y="7216"/>
                  <a:pt x="5029" y="7097"/>
                  <a:pt x="4620" y="6865"/>
                </a:cubicBezTo>
                <a:cubicBezTo>
                  <a:pt x="4327" y="6687"/>
                  <a:pt x="4071" y="6470"/>
                  <a:pt x="3752" y="6380"/>
                </a:cubicBezTo>
                <a:cubicBezTo>
                  <a:pt x="3650" y="6355"/>
                  <a:pt x="3548" y="6342"/>
                  <a:pt x="3446" y="6342"/>
                </a:cubicBezTo>
                <a:cubicBezTo>
                  <a:pt x="2974" y="6342"/>
                  <a:pt x="2502" y="6572"/>
                  <a:pt x="2017" y="6572"/>
                </a:cubicBezTo>
                <a:lnTo>
                  <a:pt x="1902" y="6572"/>
                </a:lnTo>
                <a:cubicBezTo>
                  <a:pt x="1366" y="6508"/>
                  <a:pt x="907" y="6151"/>
                  <a:pt x="728" y="5640"/>
                </a:cubicBezTo>
                <a:cubicBezTo>
                  <a:pt x="524" y="5002"/>
                  <a:pt x="741" y="4288"/>
                  <a:pt x="1290" y="3892"/>
                </a:cubicBezTo>
                <a:cubicBezTo>
                  <a:pt x="1660" y="3599"/>
                  <a:pt x="2093" y="3471"/>
                  <a:pt x="2489" y="3254"/>
                </a:cubicBezTo>
                <a:cubicBezTo>
                  <a:pt x="2897" y="3024"/>
                  <a:pt x="3127" y="2667"/>
                  <a:pt x="3357" y="2259"/>
                </a:cubicBezTo>
                <a:cubicBezTo>
                  <a:pt x="3918" y="1263"/>
                  <a:pt x="4748" y="485"/>
                  <a:pt x="5883" y="485"/>
                </a:cubicBezTo>
                <a:close/>
                <a:moveTo>
                  <a:pt x="5896" y="0"/>
                </a:moveTo>
                <a:lnTo>
                  <a:pt x="5883" y="13"/>
                </a:lnTo>
                <a:cubicBezTo>
                  <a:pt x="4697" y="13"/>
                  <a:pt x="3676" y="702"/>
                  <a:pt x="2948" y="2029"/>
                </a:cubicBezTo>
                <a:cubicBezTo>
                  <a:pt x="2731" y="2399"/>
                  <a:pt x="2566" y="2667"/>
                  <a:pt x="2272" y="2833"/>
                </a:cubicBezTo>
                <a:cubicBezTo>
                  <a:pt x="2144" y="2897"/>
                  <a:pt x="2004" y="2960"/>
                  <a:pt x="1864" y="3024"/>
                </a:cubicBezTo>
                <a:cubicBezTo>
                  <a:pt x="1558" y="3139"/>
                  <a:pt x="1264" y="3305"/>
                  <a:pt x="996" y="3509"/>
                </a:cubicBezTo>
                <a:cubicBezTo>
                  <a:pt x="294" y="4032"/>
                  <a:pt x="1" y="4951"/>
                  <a:pt x="269" y="5793"/>
                </a:cubicBezTo>
                <a:cubicBezTo>
                  <a:pt x="524" y="6482"/>
                  <a:pt x="1136" y="6967"/>
                  <a:pt x="1864" y="7031"/>
                </a:cubicBezTo>
                <a:lnTo>
                  <a:pt x="2030" y="7031"/>
                </a:lnTo>
                <a:cubicBezTo>
                  <a:pt x="2310" y="7031"/>
                  <a:pt x="2591" y="6980"/>
                  <a:pt x="2859" y="6916"/>
                </a:cubicBezTo>
                <a:cubicBezTo>
                  <a:pt x="3051" y="6853"/>
                  <a:pt x="3255" y="6827"/>
                  <a:pt x="3446" y="6814"/>
                </a:cubicBezTo>
                <a:cubicBezTo>
                  <a:pt x="3510" y="6814"/>
                  <a:pt x="3574" y="6814"/>
                  <a:pt x="3637" y="6840"/>
                </a:cubicBezTo>
                <a:cubicBezTo>
                  <a:pt x="3816" y="6891"/>
                  <a:pt x="3969" y="6980"/>
                  <a:pt x="4122" y="7095"/>
                </a:cubicBezTo>
                <a:cubicBezTo>
                  <a:pt x="4199" y="7146"/>
                  <a:pt x="4288" y="7210"/>
                  <a:pt x="4378" y="7261"/>
                </a:cubicBezTo>
                <a:cubicBezTo>
                  <a:pt x="4863" y="7541"/>
                  <a:pt x="5407" y="7682"/>
                  <a:pt x="5953" y="7682"/>
                </a:cubicBezTo>
                <a:cubicBezTo>
                  <a:pt x="6425" y="7682"/>
                  <a:pt x="6900" y="7576"/>
                  <a:pt x="7338" y="7363"/>
                </a:cubicBezTo>
                <a:cubicBezTo>
                  <a:pt x="7415" y="7325"/>
                  <a:pt x="7478" y="7286"/>
                  <a:pt x="7542" y="7248"/>
                </a:cubicBezTo>
                <a:cubicBezTo>
                  <a:pt x="7644" y="7184"/>
                  <a:pt x="7759" y="7133"/>
                  <a:pt x="7861" y="7095"/>
                </a:cubicBezTo>
                <a:cubicBezTo>
                  <a:pt x="7978" y="7053"/>
                  <a:pt x="8103" y="7028"/>
                  <a:pt x="8222" y="7028"/>
                </a:cubicBezTo>
                <a:cubicBezTo>
                  <a:pt x="8247" y="7028"/>
                  <a:pt x="8271" y="7029"/>
                  <a:pt x="8295" y="7031"/>
                </a:cubicBezTo>
                <a:cubicBezTo>
                  <a:pt x="8448" y="7031"/>
                  <a:pt x="8614" y="7044"/>
                  <a:pt x="8780" y="7057"/>
                </a:cubicBezTo>
                <a:cubicBezTo>
                  <a:pt x="8946" y="7069"/>
                  <a:pt x="9150" y="7095"/>
                  <a:pt x="9354" y="7095"/>
                </a:cubicBezTo>
                <a:cubicBezTo>
                  <a:pt x="9456" y="7095"/>
                  <a:pt x="9571" y="7082"/>
                  <a:pt x="9673" y="7069"/>
                </a:cubicBezTo>
                <a:cubicBezTo>
                  <a:pt x="10745" y="6955"/>
                  <a:pt x="11587" y="6125"/>
                  <a:pt x="11741" y="5066"/>
                </a:cubicBezTo>
                <a:cubicBezTo>
                  <a:pt x="11906" y="3994"/>
                  <a:pt x="11319" y="2960"/>
                  <a:pt x="10337" y="2539"/>
                </a:cubicBezTo>
                <a:cubicBezTo>
                  <a:pt x="10094" y="2437"/>
                  <a:pt x="9852" y="2374"/>
                  <a:pt x="9597" y="2322"/>
                </a:cubicBezTo>
                <a:cubicBezTo>
                  <a:pt x="9342" y="2271"/>
                  <a:pt x="9086" y="2195"/>
                  <a:pt x="8857" y="2067"/>
                </a:cubicBezTo>
                <a:cubicBezTo>
                  <a:pt x="8627" y="1876"/>
                  <a:pt x="8436" y="1646"/>
                  <a:pt x="8295" y="1391"/>
                </a:cubicBezTo>
                <a:cubicBezTo>
                  <a:pt x="8116" y="1110"/>
                  <a:pt x="7912" y="842"/>
                  <a:pt x="7670" y="613"/>
                </a:cubicBezTo>
                <a:cubicBezTo>
                  <a:pt x="7300" y="306"/>
                  <a:pt x="6853" y="102"/>
                  <a:pt x="6368" y="38"/>
                </a:cubicBezTo>
                <a:cubicBezTo>
                  <a:pt x="6215" y="13"/>
                  <a:pt x="6049" y="0"/>
                  <a:pt x="58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66" name="Google Shape;366;p31"/>
          <p:cNvGrpSpPr/>
          <p:nvPr/>
        </p:nvGrpSpPr>
        <p:grpSpPr>
          <a:xfrm>
            <a:off x="406785" y="1153647"/>
            <a:ext cx="493610" cy="331663"/>
            <a:chOff x="2493575" y="1248525"/>
            <a:chExt cx="386025" cy="259375"/>
          </a:xfrm>
        </p:grpSpPr>
        <p:sp>
          <p:nvSpPr>
            <p:cNvPr id="367" name="Google Shape;367;p31"/>
            <p:cNvSpPr/>
            <p:nvPr/>
          </p:nvSpPr>
          <p:spPr>
            <a:xfrm>
              <a:off x="2499950" y="1254550"/>
              <a:ext cx="372625" cy="246975"/>
            </a:xfrm>
            <a:custGeom>
              <a:avLst/>
              <a:gdLst/>
              <a:ahLst/>
              <a:cxnLst/>
              <a:rect l="l" t="t" r="r" b="b"/>
              <a:pathLst>
                <a:path w="14905" h="9879" extrusionOk="0">
                  <a:moveTo>
                    <a:pt x="8222" y="0"/>
                  </a:moveTo>
                  <a:cubicBezTo>
                    <a:pt x="8199" y="0"/>
                    <a:pt x="8177" y="1"/>
                    <a:pt x="8154" y="1"/>
                  </a:cubicBezTo>
                  <a:cubicBezTo>
                    <a:pt x="8014" y="1"/>
                    <a:pt x="7874" y="14"/>
                    <a:pt x="7733" y="40"/>
                  </a:cubicBezTo>
                  <a:cubicBezTo>
                    <a:pt x="6891" y="206"/>
                    <a:pt x="6125" y="805"/>
                    <a:pt x="5692" y="1673"/>
                  </a:cubicBezTo>
                  <a:cubicBezTo>
                    <a:pt x="5602" y="1852"/>
                    <a:pt x="5513" y="2043"/>
                    <a:pt x="5436" y="2222"/>
                  </a:cubicBezTo>
                  <a:cubicBezTo>
                    <a:pt x="5347" y="2477"/>
                    <a:pt x="5219" y="2732"/>
                    <a:pt x="5079" y="2962"/>
                  </a:cubicBezTo>
                  <a:cubicBezTo>
                    <a:pt x="4862" y="3294"/>
                    <a:pt x="4556" y="3549"/>
                    <a:pt x="4199" y="3715"/>
                  </a:cubicBezTo>
                  <a:cubicBezTo>
                    <a:pt x="3994" y="3804"/>
                    <a:pt x="3790" y="3868"/>
                    <a:pt x="3586" y="3932"/>
                  </a:cubicBezTo>
                  <a:cubicBezTo>
                    <a:pt x="3114" y="4059"/>
                    <a:pt x="2616" y="4213"/>
                    <a:pt x="2284" y="4608"/>
                  </a:cubicBezTo>
                  <a:cubicBezTo>
                    <a:pt x="2080" y="4889"/>
                    <a:pt x="1927" y="5221"/>
                    <a:pt x="1863" y="5565"/>
                  </a:cubicBezTo>
                  <a:cubicBezTo>
                    <a:pt x="1800" y="5808"/>
                    <a:pt x="1710" y="6037"/>
                    <a:pt x="1583" y="6267"/>
                  </a:cubicBezTo>
                  <a:cubicBezTo>
                    <a:pt x="1429" y="6471"/>
                    <a:pt x="1238" y="6650"/>
                    <a:pt x="1021" y="6790"/>
                  </a:cubicBezTo>
                  <a:lnTo>
                    <a:pt x="868" y="6905"/>
                  </a:lnTo>
                  <a:cubicBezTo>
                    <a:pt x="421" y="7262"/>
                    <a:pt x="0" y="7683"/>
                    <a:pt x="0" y="8219"/>
                  </a:cubicBezTo>
                  <a:cubicBezTo>
                    <a:pt x="26" y="8679"/>
                    <a:pt x="281" y="9100"/>
                    <a:pt x="689" y="9330"/>
                  </a:cubicBezTo>
                  <a:cubicBezTo>
                    <a:pt x="1047" y="9534"/>
                    <a:pt x="1429" y="9649"/>
                    <a:pt x="1838" y="9700"/>
                  </a:cubicBezTo>
                  <a:cubicBezTo>
                    <a:pt x="2735" y="9815"/>
                    <a:pt x="3642" y="9867"/>
                    <a:pt x="4550" y="9867"/>
                  </a:cubicBezTo>
                  <a:cubicBezTo>
                    <a:pt x="4650" y="9867"/>
                    <a:pt x="4749" y="9867"/>
                    <a:pt x="4849" y="9865"/>
                  </a:cubicBezTo>
                  <a:cubicBezTo>
                    <a:pt x="5959" y="9878"/>
                    <a:pt x="7070" y="9878"/>
                    <a:pt x="8167" y="9878"/>
                  </a:cubicBezTo>
                  <a:lnTo>
                    <a:pt x="8205" y="9878"/>
                  </a:lnTo>
                  <a:cubicBezTo>
                    <a:pt x="9162" y="9878"/>
                    <a:pt x="10017" y="9865"/>
                    <a:pt x="11013" y="9789"/>
                  </a:cubicBezTo>
                  <a:cubicBezTo>
                    <a:pt x="11766" y="9738"/>
                    <a:pt x="12786" y="9661"/>
                    <a:pt x="13590" y="9253"/>
                  </a:cubicBezTo>
                  <a:cubicBezTo>
                    <a:pt x="14471" y="8806"/>
                    <a:pt x="14905" y="7926"/>
                    <a:pt x="14726" y="6918"/>
                  </a:cubicBezTo>
                  <a:cubicBezTo>
                    <a:pt x="14624" y="6382"/>
                    <a:pt x="14292" y="5961"/>
                    <a:pt x="13973" y="5552"/>
                  </a:cubicBezTo>
                  <a:cubicBezTo>
                    <a:pt x="13718" y="5221"/>
                    <a:pt x="13463" y="4902"/>
                    <a:pt x="13361" y="4544"/>
                  </a:cubicBezTo>
                  <a:cubicBezTo>
                    <a:pt x="13310" y="4378"/>
                    <a:pt x="13284" y="4213"/>
                    <a:pt x="13259" y="4047"/>
                  </a:cubicBezTo>
                  <a:cubicBezTo>
                    <a:pt x="13246" y="3957"/>
                    <a:pt x="13233" y="3868"/>
                    <a:pt x="13220" y="3766"/>
                  </a:cubicBezTo>
                  <a:cubicBezTo>
                    <a:pt x="13067" y="2949"/>
                    <a:pt x="12621" y="2298"/>
                    <a:pt x="12008" y="2043"/>
                  </a:cubicBezTo>
                  <a:cubicBezTo>
                    <a:pt x="11753" y="1954"/>
                    <a:pt x="11498" y="1890"/>
                    <a:pt x="11230" y="1865"/>
                  </a:cubicBezTo>
                  <a:cubicBezTo>
                    <a:pt x="10821" y="1801"/>
                    <a:pt x="10477" y="1737"/>
                    <a:pt x="10298" y="1482"/>
                  </a:cubicBezTo>
                  <a:cubicBezTo>
                    <a:pt x="10247" y="1418"/>
                    <a:pt x="10209" y="1329"/>
                    <a:pt x="10171" y="1252"/>
                  </a:cubicBezTo>
                  <a:cubicBezTo>
                    <a:pt x="10145" y="1214"/>
                    <a:pt x="10132" y="1163"/>
                    <a:pt x="10107" y="1112"/>
                  </a:cubicBezTo>
                  <a:cubicBezTo>
                    <a:pt x="9722" y="429"/>
                    <a:pt x="9000" y="0"/>
                    <a:pt x="82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31"/>
            <p:cNvSpPr/>
            <p:nvPr/>
          </p:nvSpPr>
          <p:spPr>
            <a:xfrm>
              <a:off x="2493575" y="1248525"/>
              <a:ext cx="386025" cy="259375"/>
            </a:xfrm>
            <a:custGeom>
              <a:avLst/>
              <a:gdLst/>
              <a:ahLst/>
              <a:cxnLst/>
              <a:rect l="l" t="t" r="r" b="b"/>
              <a:pathLst>
                <a:path w="15441" h="10375" extrusionOk="0">
                  <a:moveTo>
                    <a:pt x="8416" y="485"/>
                  </a:moveTo>
                  <a:lnTo>
                    <a:pt x="8416" y="485"/>
                  </a:lnTo>
                  <a:cubicBezTo>
                    <a:pt x="9128" y="487"/>
                    <a:pt x="9827" y="844"/>
                    <a:pt x="10145" y="1468"/>
                  </a:cubicBezTo>
                  <a:cubicBezTo>
                    <a:pt x="10209" y="1608"/>
                    <a:pt x="10272" y="1735"/>
                    <a:pt x="10349" y="1863"/>
                  </a:cubicBezTo>
                  <a:cubicBezTo>
                    <a:pt x="10732" y="2399"/>
                    <a:pt x="11561" y="2259"/>
                    <a:pt x="12161" y="2501"/>
                  </a:cubicBezTo>
                  <a:cubicBezTo>
                    <a:pt x="12773" y="2756"/>
                    <a:pt x="13118" y="3407"/>
                    <a:pt x="13246" y="4058"/>
                  </a:cubicBezTo>
                  <a:cubicBezTo>
                    <a:pt x="13271" y="4326"/>
                    <a:pt x="13322" y="4581"/>
                    <a:pt x="13386" y="4849"/>
                  </a:cubicBezTo>
                  <a:cubicBezTo>
                    <a:pt x="13654" y="5717"/>
                    <a:pt x="14586" y="6304"/>
                    <a:pt x="14739" y="7197"/>
                  </a:cubicBezTo>
                  <a:cubicBezTo>
                    <a:pt x="14892" y="8001"/>
                    <a:pt x="14611" y="8843"/>
                    <a:pt x="13731" y="9277"/>
                  </a:cubicBezTo>
                  <a:cubicBezTo>
                    <a:pt x="13003" y="9647"/>
                    <a:pt x="12072" y="9736"/>
                    <a:pt x="11255" y="9787"/>
                  </a:cubicBezTo>
                  <a:cubicBezTo>
                    <a:pt x="10285" y="9864"/>
                    <a:pt x="9443" y="9877"/>
                    <a:pt x="8460" y="9877"/>
                  </a:cubicBezTo>
                  <a:lnTo>
                    <a:pt x="8422" y="9877"/>
                  </a:lnTo>
                  <a:cubicBezTo>
                    <a:pt x="8097" y="9881"/>
                    <a:pt x="7773" y="9882"/>
                    <a:pt x="7449" y="9882"/>
                  </a:cubicBezTo>
                  <a:cubicBezTo>
                    <a:pt x="6668" y="9882"/>
                    <a:pt x="5889" y="9873"/>
                    <a:pt x="5104" y="9864"/>
                  </a:cubicBezTo>
                  <a:cubicBezTo>
                    <a:pt x="4959" y="9868"/>
                    <a:pt x="4814" y="9870"/>
                    <a:pt x="4669" y="9870"/>
                  </a:cubicBezTo>
                  <a:cubicBezTo>
                    <a:pt x="3822" y="9870"/>
                    <a:pt x="2983" y="9807"/>
                    <a:pt x="2144" y="9698"/>
                  </a:cubicBezTo>
                  <a:cubicBezTo>
                    <a:pt x="1761" y="9660"/>
                    <a:pt x="1404" y="9545"/>
                    <a:pt x="1072" y="9366"/>
                  </a:cubicBezTo>
                  <a:cubicBezTo>
                    <a:pt x="740" y="9175"/>
                    <a:pt x="523" y="8843"/>
                    <a:pt x="498" y="8460"/>
                  </a:cubicBezTo>
                  <a:cubicBezTo>
                    <a:pt x="498" y="8001"/>
                    <a:pt x="932" y="7618"/>
                    <a:pt x="1289" y="7337"/>
                  </a:cubicBezTo>
                  <a:cubicBezTo>
                    <a:pt x="1557" y="7133"/>
                    <a:pt x="1850" y="6929"/>
                    <a:pt x="2042" y="6636"/>
                  </a:cubicBezTo>
                  <a:cubicBezTo>
                    <a:pt x="2374" y="6151"/>
                    <a:pt x="2348" y="5474"/>
                    <a:pt x="2731" y="5015"/>
                  </a:cubicBezTo>
                  <a:cubicBezTo>
                    <a:pt x="3165" y="4492"/>
                    <a:pt x="3943" y="4454"/>
                    <a:pt x="4568" y="4186"/>
                  </a:cubicBezTo>
                  <a:cubicBezTo>
                    <a:pt x="4964" y="3994"/>
                    <a:pt x="5296" y="3713"/>
                    <a:pt x="5538" y="3343"/>
                  </a:cubicBezTo>
                  <a:cubicBezTo>
                    <a:pt x="5806" y="2935"/>
                    <a:pt x="5947" y="2463"/>
                    <a:pt x="6163" y="2029"/>
                  </a:cubicBezTo>
                  <a:cubicBezTo>
                    <a:pt x="6546" y="1289"/>
                    <a:pt x="7223" y="676"/>
                    <a:pt x="8039" y="523"/>
                  </a:cubicBezTo>
                  <a:cubicBezTo>
                    <a:pt x="8165" y="498"/>
                    <a:pt x="8290" y="485"/>
                    <a:pt x="8416" y="485"/>
                  </a:cubicBezTo>
                  <a:close/>
                  <a:moveTo>
                    <a:pt x="8409" y="0"/>
                  </a:moveTo>
                  <a:lnTo>
                    <a:pt x="8422" y="13"/>
                  </a:lnTo>
                  <a:cubicBezTo>
                    <a:pt x="8392" y="10"/>
                    <a:pt x="8362" y="9"/>
                    <a:pt x="8332" y="9"/>
                  </a:cubicBezTo>
                  <a:cubicBezTo>
                    <a:pt x="8200" y="9"/>
                    <a:pt x="8073" y="30"/>
                    <a:pt x="7937" y="51"/>
                  </a:cubicBezTo>
                  <a:cubicBezTo>
                    <a:pt x="7031" y="230"/>
                    <a:pt x="6202" y="881"/>
                    <a:pt x="5730" y="1812"/>
                  </a:cubicBezTo>
                  <a:cubicBezTo>
                    <a:pt x="5628" y="1991"/>
                    <a:pt x="5551" y="2195"/>
                    <a:pt x="5474" y="2374"/>
                  </a:cubicBezTo>
                  <a:cubicBezTo>
                    <a:pt x="5385" y="2616"/>
                    <a:pt x="5270" y="2858"/>
                    <a:pt x="5130" y="3088"/>
                  </a:cubicBezTo>
                  <a:cubicBezTo>
                    <a:pt x="4938" y="3369"/>
                    <a:pt x="4670" y="3599"/>
                    <a:pt x="4351" y="3739"/>
                  </a:cubicBezTo>
                  <a:cubicBezTo>
                    <a:pt x="4160" y="3828"/>
                    <a:pt x="3969" y="3892"/>
                    <a:pt x="3764" y="3943"/>
                  </a:cubicBezTo>
                  <a:cubicBezTo>
                    <a:pt x="3292" y="4083"/>
                    <a:pt x="2744" y="4249"/>
                    <a:pt x="2361" y="4709"/>
                  </a:cubicBezTo>
                  <a:cubicBezTo>
                    <a:pt x="2131" y="5015"/>
                    <a:pt x="1965" y="5372"/>
                    <a:pt x="1876" y="5742"/>
                  </a:cubicBezTo>
                  <a:cubicBezTo>
                    <a:pt x="1825" y="5959"/>
                    <a:pt x="1748" y="6176"/>
                    <a:pt x="1633" y="6380"/>
                  </a:cubicBezTo>
                  <a:cubicBezTo>
                    <a:pt x="1493" y="6559"/>
                    <a:pt x="1314" y="6725"/>
                    <a:pt x="1123" y="6853"/>
                  </a:cubicBezTo>
                  <a:cubicBezTo>
                    <a:pt x="1072" y="6891"/>
                    <a:pt x="1021" y="6929"/>
                    <a:pt x="970" y="6980"/>
                  </a:cubicBezTo>
                  <a:cubicBezTo>
                    <a:pt x="651" y="7223"/>
                    <a:pt x="0" y="7746"/>
                    <a:pt x="13" y="8473"/>
                  </a:cubicBezTo>
                  <a:cubicBezTo>
                    <a:pt x="38" y="9022"/>
                    <a:pt x="345" y="9507"/>
                    <a:pt x="817" y="9787"/>
                  </a:cubicBezTo>
                  <a:cubicBezTo>
                    <a:pt x="1200" y="10004"/>
                    <a:pt x="1621" y="10145"/>
                    <a:pt x="2055" y="10183"/>
                  </a:cubicBezTo>
                  <a:cubicBezTo>
                    <a:pt x="2964" y="10310"/>
                    <a:pt x="3883" y="10364"/>
                    <a:pt x="4804" y="10364"/>
                  </a:cubicBezTo>
                  <a:cubicBezTo>
                    <a:pt x="4904" y="10364"/>
                    <a:pt x="5004" y="10363"/>
                    <a:pt x="5104" y="10362"/>
                  </a:cubicBezTo>
                  <a:cubicBezTo>
                    <a:pt x="6202" y="10374"/>
                    <a:pt x="7325" y="10374"/>
                    <a:pt x="8422" y="10374"/>
                  </a:cubicBezTo>
                  <a:lnTo>
                    <a:pt x="8460" y="10374"/>
                  </a:lnTo>
                  <a:cubicBezTo>
                    <a:pt x="9417" y="10374"/>
                    <a:pt x="10272" y="10362"/>
                    <a:pt x="11293" y="10285"/>
                  </a:cubicBezTo>
                  <a:cubicBezTo>
                    <a:pt x="12059" y="10234"/>
                    <a:pt x="13105" y="10145"/>
                    <a:pt x="13947" y="9724"/>
                  </a:cubicBezTo>
                  <a:cubicBezTo>
                    <a:pt x="14917" y="9252"/>
                    <a:pt x="15440" y="8167"/>
                    <a:pt x="15224" y="7120"/>
                  </a:cubicBezTo>
                  <a:cubicBezTo>
                    <a:pt x="15109" y="6521"/>
                    <a:pt x="14739" y="6049"/>
                    <a:pt x="14420" y="5653"/>
                  </a:cubicBezTo>
                  <a:cubicBezTo>
                    <a:pt x="14177" y="5372"/>
                    <a:pt x="13973" y="5053"/>
                    <a:pt x="13833" y="4709"/>
                  </a:cubicBezTo>
                  <a:cubicBezTo>
                    <a:pt x="13794" y="4568"/>
                    <a:pt x="13769" y="4415"/>
                    <a:pt x="13756" y="4262"/>
                  </a:cubicBezTo>
                  <a:cubicBezTo>
                    <a:pt x="13743" y="4160"/>
                    <a:pt x="13731" y="4071"/>
                    <a:pt x="13705" y="3969"/>
                  </a:cubicBezTo>
                  <a:cubicBezTo>
                    <a:pt x="13552" y="3063"/>
                    <a:pt x="13041" y="2348"/>
                    <a:pt x="12352" y="2067"/>
                  </a:cubicBezTo>
                  <a:cubicBezTo>
                    <a:pt x="12084" y="1965"/>
                    <a:pt x="11804" y="1901"/>
                    <a:pt x="11523" y="1863"/>
                  </a:cubicBezTo>
                  <a:cubicBezTo>
                    <a:pt x="11115" y="1799"/>
                    <a:pt x="10859" y="1748"/>
                    <a:pt x="10745" y="1595"/>
                  </a:cubicBezTo>
                  <a:cubicBezTo>
                    <a:pt x="10706" y="1531"/>
                    <a:pt x="10668" y="1468"/>
                    <a:pt x="10642" y="1404"/>
                  </a:cubicBezTo>
                  <a:cubicBezTo>
                    <a:pt x="10617" y="1353"/>
                    <a:pt x="10591" y="1302"/>
                    <a:pt x="10566" y="1251"/>
                  </a:cubicBezTo>
                  <a:cubicBezTo>
                    <a:pt x="10183" y="485"/>
                    <a:pt x="9341" y="0"/>
                    <a:pt x="840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9" name="Google Shape;369;p31"/>
          <p:cNvGrpSpPr/>
          <p:nvPr/>
        </p:nvGrpSpPr>
        <p:grpSpPr>
          <a:xfrm>
            <a:off x="8338226" y="1485299"/>
            <a:ext cx="493610" cy="331663"/>
            <a:chOff x="2493575" y="1248525"/>
            <a:chExt cx="386025" cy="259375"/>
          </a:xfrm>
        </p:grpSpPr>
        <p:sp>
          <p:nvSpPr>
            <p:cNvPr id="370" name="Google Shape;370;p31"/>
            <p:cNvSpPr/>
            <p:nvPr/>
          </p:nvSpPr>
          <p:spPr>
            <a:xfrm>
              <a:off x="2499950" y="1254550"/>
              <a:ext cx="372625" cy="246975"/>
            </a:xfrm>
            <a:custGeom>
              <a:avLst/>
              <a:gdLst/>
              <a:ahLst/>
              <a:cxnLst/>
              <a:rect l="l" t="t" r="r" b="b"/>
              <a:pathLst>
                <a:path w="14905" h="9879" extrusionOk="0">
                  <a:moveTo>
                    <a:pt x="8222" y="0"/>
                  </a:moveTo>
                  <a:cubicBezTo>
                    <a:pt x="8199" y="0"/>
                    <a:pt x="8177" y="1"/>
                    <a:pt x="8154" y="1"/>
                  </a:cubicBezTo>
                  <a:cubicBezTo>
                    <a:pt x="8014" y="1"/>
                    <a:pt x="7874" y="14"/>
                    <a:pt x="7733" y="40"/>
                  </a:cubicBezTo>
                  <a:cubicBezTo>
                    <a:pt x="6891" y="206"/>
                    <a:pt x="6125" y="805"/>
                    <a:pt x="5692" y="1673"/>
                  </a:cubicBezTo>
                  <a:cubicBezTo>
                    <a:pt x="5602" y="1852"/>
                    <a:pt x="5513" y="2043"/>
                    <a:pt x="5436" y="2222"/>
                  </a:cubicBezTo>
                  <a:cubicBezTo>
                    <a:pt x="5347" y="2477"/>
                    <a:pt x="5219" y="2732"/>
                    <a:pt x="5079" y="2962"/>
                  </a:cubicBezTo>
                  <a:cubicBezTo>
                    <a:pt x="4862" y="3294"/>
                    <a:pt x="4556" y="3549"/>
                    <a:pt x="4199" y="3715"/>
                  </a:cubicBezTo>
                  <a:cubicBezTo>
                    <a:pt x="3994" y="3804"/>
                    <a:pt x="3790" y="3868"/>
                    <a:pt x="3586" y="3932"/>
                  </a:cubicBezTo>
                  <a:cubicBezTo>
                    <a:pt x="3114" y="4059"/>
                    <a:pt x="2616" y="4213"/>
                    <a:pt x="2284" y="4608"/>
                  </a:cubicBezTo>
                  <a:cubicBezTo>
                    <a:pt x="2080" y="4889"/>
                    <a:pt x="1927" y="5221"/>
                    <a:pt x="1863" y="5565"/>
                  </a:cubicBezTo>
                  <a:cubicBezTo>
                    <a:pt x="1800" y="5808"/>
                    <a:pt x="1710" y="6037"/>
                    <a:pt x="1583" y="6267"/>
                  </a:cubicBezTo>
                  <a:cubicBezTo>
                    <a:pt x="1429" y="6471"/>
                    <a:pt x="1238" y="6650"/>
                    <a:pt x="1021" y="6790"/>
                  </a:cubicBezTo>
                  <a:lnTo>
                    <a:pt x="868" y="6905"/>
                  </a:lnTo>
                  <a:cubicBezTo>
                    <a:pt x="421" y="7262"/>
                    <a:pt x="0" y="7683"/>
                    <a:pt x="0" y="8219"/>
                  </a:cubicBezTo>
                  <a:cubicBezTo>
                    <a:pt x="26" y="8679"/>
                    <a:pt x="281" y="9100"/>
                    <a:pt x="689" y="9330"/>
                  </a:cubicBezTo>
                  <a:cubicBezTo>
                    <a:pt x="1047" y="9534"/>
                    <a:pt x="1429" y="9649"/>
                    <a:pt x="1838" y="9700"/>
                  </a:cubicBezTo>
                  <a:cubicBezTo>
                    <a:pt x="2735" y="9815"/>
                    <a:pt x="3642" y="9867"/>
                    <a:pt x="4550" y="9867"/>
                  </a:cubicBezTo>
                  <a:cubicBezTo>
                    <a:pt x="4650" y="9867"/>
                    <a:pt x="4749" y="9867"/>
                    <a:pt x="4849" y="9865"/>
                  </a:cubicBezTo>
                  <a:cubicBezTo>
                    <a:pt x="5959" y="9878"/>
                    <a:pt x="7070" y="9878"/>
                    <a:pt x="8167" y="9878"/>
                  </a:cubicBezTo>
                  <a:lnTo>
                    <a:pt x="8205" y="9878"/>
                  </a:lnTo>
                  <a:cubicBezTo>
                    <a:pt x="9162" y="9878"/>
                    <a:pt x="10017" y="9865"/>
                    <a:pt x="11013" y="9789"/>
                  </a:cubicBezTo>
                  <a:cubicBezTo>
                    <a:pt x="11766" y="9738"/>
                    <a:pt x="12786" y="9661"/>
                    <a:pt x="13590" y="9253"/>
                  </a:cubicBezTo>
                  <a:cubicBezTo>
                    <a:pt x="14471" y="8806"/>
                    <a:pt x="14905" y="7926"/>
                    <a:pt x="14726" y="6918"/>
                  </a:cubicBezTo>
                  <a:cubicBezTo>
                    <a:pt x="14624" y="6382"/>
                    <a:pt x="14292" y="5961"/>
                    <a:pt x="13973" y="5552"/>
                  </a:cubicBezTo>
                  <a:cubicBezTo>
                    <a:pt x="13718" y="5221"/>
                    <a:pt x="13463" y="4902"/>
                    <a:pt x="13361" y="4544"/>
                  </a:cubicBezTo>
                  <a:cubicBezTo>
                    <a:pt x="13310" y="4378"/>
                    <a:pt x="13284" y="4213"/>
                    <a:pt x="13259" y="4047"/>
                  </a:cubicBezTo>
                  <a:cubicBezTo>
                    <a:pt x="13246" y="3957"/>
                    <a:pt x="13233" y="3868"/>
                    <a:pt x="13220" y="3766"/>
                  </a:cubicBezTo>
                  <a:cubicBezTo>
                    <a:pt x="13067" y="2949"/>
                    <a:pt x="12621" y="2298"/>
                    <a:pt x="12008" y="2043"/>
                  </a:cubicBezTo>
                  <a:cubicBezTo>
                    <a:pt x="11753" y="1954"/>
                    <a:pt x="11498" y="1890"/>
                    <a:pt x="11230" y="1865"/>
                  </a:cubicBezTo>
                  <a:cubicBezTo>
                    <a:pt x="10821" y="1801"/>
                    <a:pt x="10477" y="1737"/>
                    <a:pt x="10298" y="1482"/>
                  </a:cubicBezTo>
                  <a:cubicBezTo>
                    <a:pt x="10247" y="1418"/>
                    <a:pt x="10209" y="1329"/>
                    <a:pt x="10171" y="1252"/>
                  </a:cubicBezTo>
                  <a:cubicBezTo>
                    <a:pt x="10145" y="1214"/>
                    <a:pt x="10132" y="1163"/>
                    <a:pt x="10107" y="1112"/>
                  </a:cubicBezTo>
                  <a:cubicBezTo>
                    <a:pt x="9722" y="429"/>
                    <a:pt x="9000" y="0"/>
                    <a:pt x="82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31"/>
            <p:cNvSpPr/>
            <p:nvPr/>
          </p:nvSpPr>
          <p:spPr>
            <a:xfrm>
              <a:off x="2493575" y="1248525"/>
              <a:ext cx="386025" cy="259375"/>
            </a:xfrm>
            <a:custGeom>
              <a:avLst/>
              <a:gdLst/>
              <a:ahLst/>
              <a:cxnLst/>
              <a:rect l="l" t="t" r="r" b="b"/>
              <a:pathLst>
                <a:path w="15441" h="10375" extrusionOk="0">
                  <a:moveTo>
                    <a:pt x="8416" y="485"/>
                  </a:moveTo>
                  <a:lnTo>
                    <a:pt x="8416" y="485"/>
                  </a:lnTo>
                  <a:cubicBezTo>
                    <a:pt x="9128" y="487"/>
                    <a:pt x="9827" y="844"/>
                    <a:pt x="10145" y="1468"/>
                  </a:cubicBezTo>
                  <a:cubicBezTo>
                    <a:pt x="10209" y="1608"/>
                    <a:pt x="10272" y="1735"/>
                    <a:pt x="10349" y="1863"/>
                  </a:cubicBezTo>
                  <a:cubicBezTo>
                    <a:pt x="10732" y="2399"/>
                    <a:pt x="11561" y="2259"/>
                    <a:pt x="12161" y="2501"/>
                  </a:cubicBezTo>
                  <a:cubicBezTo>
                    <a:pt x="12773" y="2756"/>
                    <a:pt x="13118" y="3407"/>
                    <a:pt x="13246" y="4058"/>
                  </a:cubicBezTo>
                  <a:cubicBezTo>
                    <a:pt x="13271" y="4326"/>
                    <a:pt x="13322" y="4581"/>
                    <a:pt x="13386" y="4849"/>
                  </a:cubicBezTo>
                  <a:cubicBezTo>
                    <a:pt x="13654" y="5717"/>
                    <a:pt x="14586" y="6304"/>
                    <a:pt x="14739" y="7197"/>
                  </a:cubicBezTo>
                  <a:cubicBezTo>
                    <a:pt x="14892" y="8001"/>
                    <a:pt x="14611" y="8843"/>
                    <a:pt x="13731" y="9277"/>
                  </a:cubicBezTo>
                  <a:cubicBezTo>
                    <a:pt x="13003" y="9647"/>
                    <a:pt x="12072" y="9736"/>
                    <a:pt x="11255" y="9787"/>
                  </a:cubicBezTo>
                  <a:cubicBezTo>
                    <a:pt x="10285" y="9864"/>
                    <a:pt x="9443" y="9877"/>
                    <a:pt x="8460" y="9877"/>
                  </a:cubicBezTo>
                  <a:lnTo>
                    <a:pt x="8422" y="9877"/>
                  </a:lnTo>
                  <a:cubicBezTo>
                    <a:pt x="8097" y="9881"/>
                    <a:pt x="7773" y="9882"/>
                    <a:pt x="7449" y="9882"/>
                  </a:cubicBezTo>
                  <a:cubicBezTo>
                    <a:pt x="6668" y="9882"/>
                    <a:pt x="5889" y="9873"/>
                    <a:pt x="5104" y="9864"/>
                  </a:cubicBezTo>
                  <a:cubicBezTo>
                    <a:pt x="4959" y="9868"/>
                    <a:pt x="4814" y="9870"/>
                    <a:pt x="4669" y="9870"/>
                  </a:cubicBezTo>
                  <a:cubicBezTo>
                    <a:pt x="3822" y="9870"/>
                    <a:pt x="2983" y="9807"/>
                    <a:pt x="2144" y="9698"/>
                  </a:cubicBezTo>
                  <a:cubicBezTo>
                    <a:pt x="1761" y="9660"/>
                    <a:pt x="1404" y="9545"/>
                    <a:pt x="1072" y="9366"/>
                  </a:cubicBezTo>
                  <a:cubicBezTo>
                    <a:pt x="740" y="9175"/>
                    <a:pt x="523" y="8843"/>
                    <a:pt x="498" y="8460"/>
                  </a:cubicBezTo>
                  <a:cubicBezTo>
                    <a:pt x="498" y="8001"/>
                    <a:pt x="932" y="7618"/>
                    <a:pt x="1289" y="7337"/>
                  </a:cubicBezTo>
                  <a:cubicBezTo>
                    <a:pt x="1557" y="7133"/>
                    <a:pt x="1850" y="6929"/>
                    <a:pt x="2042" y="6636"/>
                  </a:cubicBezTo>
                  <a:cubicBezTo>
                    <a:pt x="2374" y="6151"/>
                    <a:pt x="2348" y="5474"/>
                    <a:pt x="2731" y="5015"/>
                  </a:cubicBezTo>
                  <a:cubicBezTo>
                    <a:pt x="3165" y="4492"/>
                    <a:pt x="3943" y="4454"/>
                    <a:pt x="4568" y="4186"/>
                  </a:cubicBezTo>
                  <a:cubicBezTo>
                    <a:pt x="4964" y="3994"/>
                    <a:pt x="5296" y="3713"/>
                    <a:pt x="5538" y="3343"/>
                  </a:cubicBezTo>
                  <a:cubicBezTo>
                    <a:pt x="5806" y="2935"/>
                    <a:pt x="5947" y="2463"/>
                    <a:pt x="6163" y="2029"/>
                  </a:cubicBezTo>
                  <a:cubicBezTo>
                    <a:pt x="6546" y="1289"/>
                    <a:pt x="7223" y="676"/>
                    <a:pt x="8039" y="523"/>
                  </a:cubicBezTo>
                  <a:cubicBezTo>
                    <a:pt x="8165" y="498"/>
                    <a:pt x="8290" y="485"/>
                    <a:pt x="8416" y="485"/>
                  </a:cubicBezTo>
                  <a:close/>
                  <a:moveTo>
                    <a:pt x="8409" y="0"/>
                  </a:moveTo>
                  <a:lnTo>
                    <a:pt x="8422" y="13"/>
                  </a:lnTo>
                  <a:cubicBezTo>
                    <a:pt x="8392" y="10"/>
                    <a:pt x="8362" y="9"/>
                    <a:pt x="8332" y="9"/>
                  </a:cubicBezTo>
                  <a:cubicBezTo>
                    <a:pt x="8200" y="9"/>
                    <a:pt x="8073" y="30"/>
                    <a:pt x="7937" y="51"/>
                  </a:cubicBezTo>
                  <a:cubicBezTo>
                    <a:pt x="7031" y="230"/>
                    <a:pt x="6202" y="881"/>
                    <a:pt x="5730" y="1812"/>
                  </a:cubicBezTo>
                  <a:cubicBezTo>
                    <a:pt x="5628" y="1991"/>
                    <a:pt x="5551" y="2195"/>
                    <a:pt x="5474" y="2374"/>
                  </a:cubicBezTo>
                  <a:cubicBezTo>
                    <a:pt x="5385" y="2616"/>
                    <a:pt x="5270" y="2858"/>
                    <a:pt x="5130" y="3088"/>
                  </a:cubicBezTo>
                  <a:cubicBezTo>
                    <a:pt x="4938" y="3369"/>
                    <a:pt x="4670" y="3599"/>
                    <a:pt x="4351" y="3739"/>
                  </a:cubicBezTo>
                  <a:cubicBezTo>
                    <a:pt x="4160" y="3828"/>
                    <a:pt x="3969" y="3892"/>
                    <a:pt x="3764" y="3943"/>
                  </a:cubicBezTo>
                  <a:cubicBezTo>
                    <a:pt x="3292" y="4083"/>
                    <a:pt x="2744" y="4249"/>
                    <a:pt x="2361" y="4709"/>
                  </a:cubicBezTo>
                  <a:cubicBezTo>
                    <a:pt x="2131" y="5015"/>
                    <a:pt x="1965" y="5372"/>
                    <a:pt x="1876" y="5742"/>
                  </a:cubicBezTo>
                  <a:cubicBezTo>
                    <a:pt x="1825" y="5959"/>
                    <a:pt x="1748" y="6176"/>
                    <a:pt x="1633" y="6380"/>
                  </a:cubicBezTo>
                  <a:cubicBezTo>
                    <a:pt x="1493" y="6559"/>
                    <a:pt x="1314" y="6725"/>
                    <a:pt x="1123" y="6853"/>
                  </a:cubicBezTo>
                  <a:cubicBezTo>
                    <a:pt x="1072" y="6891"/>
                    <a:pt x="1021" y="6929"/>
                    <a:pt x="970" y="6980"/>
                  </a:cubicBezTo>
                  <a:cubicBezTo>
                    <a:pt x="651" y="7223"/>
                    <a:pt x="0" y="7746"/>
                    <a:pt x="13" y="8473"/>
                  </a:cubicBezTo>
                  <a:cubicBezTo>
                    <a:pt x="38" y="9022"/>
                    <a:pt x="345" y="9507"/>
                    <a:pt x="817" y="9787"/>
                  </a:cubicBezTo>
                  <a:cubicBezTo>
                    <a:pt x="1200" y="10004"/>
                    <a:pt x="1621" y="10145"/>
                    <a:pt x="2055" y="10183"/>
                  </a:cubicBezTo>
                  <a:cubicBezTo>
                    <a:pt x="2964" y="10310"/>
                    <a:pt x="3883" y="10364"/>
                    <a:pt x="4804" y="10364"/>
                  </a:cubicBezTo>
                  <a:cubicBezTo>
                    <a:pt x="4904" y="10364"/>
                    <a:pt x="5004" y="10363"/>
                    <a:pt x="5104" y="10362"/>
                  </a:cubicBezTo>
                  <a:cubicBezTo>
                    <a:pt x="6202" y="10374"/>
                    <a:pt x="7325" y="10374"/>
                    <a:pt x="8422" y="10374"/>
                  </a:cubicBezTo>
                  <a:lnTo>
                    <a:pt x="8460" y="10374"/>
                  </a:lnTo>
                  <a:cubicBezTo>
                    <a:pt x="9417" y="10374"/>
                    <a:pt x="10272" y="10362"/>
                    <a:pt x="11293" y="10285"/>
                  </a:cubicBezTo>
                  <a:cubicBezTo>
                    <a:pt x="12059" y="10234"/>
                    <a:pt x="13105" y="10145"/>
                    <a:pt x="13947" y="9724"/>
                  </a:cubicBezTo>
                  <a:cubicBezTo>
                    <a:pt x="14917" y="9252"/>
                    <a:pt x="15440" y="8167"/>
                    <a:pt x="15224" y="7120"/>
                  </a:cubicBezTo>
                  <a:cubicBezTo>
                    <a:pt x="15109" y="6521"/>
                    <a:pt x="14739" y="6049"/>
                    <a:pt x="14420" y="5653"/>
                  </a:cubicBezTo>
                  <a:cubicBezTo>
                    <a:pt x="14177" y="5372"/>
                    <a:pt x="13973" y="5053"/>
                    <a:pt x="13833" y="4709"/>
                  </a:cubicBezTo>
                  <a:cubicBezTo>
                    <a:pt x="13794" y="4568"/>
                    <a:pt x="13769" y="4415"/>
                    <a:pt x="13756" y="4262"/>
                  </a:cubicBezTo>
                  <a:cubicBezTo>
                    <a:pt x="13743" y="4160"/>
                    <a:pt x="13731" y="4071"/>
                    <a:pt x="13705" y="3969"/>
                  </a:cubicBezTo>
                  <a:cubicBezTo>
                    <a:pt x="13552" y="3063"/>
                    <a:pt x="13041" y="2348"/>
                    <a:pt x="12352" y="2067"/>
                  </a:cubicBezTo>
                  <a:cubicBezTo>
                    <a:pt x="12084" y="1965"/>
                    <a:pt x="11804" y="1901"/>
                    <a:pt x="11523" y="1863"/>
                  </a:cubicBezTo>
                  <a:cubicBezTo>
                    <a:pt x="11115" y="1799"/>
                    <a:pt x="10859" y="1748"/>
                    <a:pt x="10745" y="1595"/>
                  </a:cubicBezTo>
                  <a:cubicBezTo>
                    <a:pt x="10706" y="1531"/>
                    <a:pt x="10668" y="1468"/>
                    <a:pt x="10642" y="1404"/>
                  </a:cubicBezTo>
                  <a:cubicBezTo>
                    <a:pt x="10617" y="1353"/>
                    <a:pt x="10591" y="1302"/>
                    <a:pt x="10566" y="1251"/>
                  </a:cubicBezTo>
                  <a:cubicBezTo>
                    <a:pt x="10183" y="485"/>
                    <a:pt x="9341" y="0"/>
                    <a:pt x="840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72" name="Google Shape;372;p31"/>
          <p:cNvSpPr/>
          <p:nvPr/>
        </p:nvSpPr>
        <p:spPr>
          <a:xfrm>
            <a:off x="156775" y="2548942"/>
            <a:ext cx="381053" cy="245606"/>
          </a:xfrm>
          <a:custGeom>
            <a:avLst/>
            <a:gdLst/>
            <a:ahLst/>
            <a:cxnLst/>
            <a:rect l="l" t="t" r="r" b="b"/>
            <a:pathLst>
              <a:path w="11920" h="7683" extrusionOk="0">
                <a:moveTo>
                  <a:pt x="5883" y="485"/>
                </a:moveTo>
                <a:lnTo>
                  <a:pt x="5883" y="498"/>
                </a:lnTo>
                <a:cubicBezTo>
                  <a:pt x="5921" y="494"/>
                  <a:pt x="5958" y="493"/>
                  <a:pt x="5994" y="493"/>
                </a:cubicBezTo>
                <a:cubicBezTo>
                  <a:pt x="6093" y="493"/>
                  <a:pt x="6189" y="505"/>
                  <a:pt x="6292" y="523"/>
                </a:cubicBezTo>
                <a:cubicBezTo>
                  <a:pt x="6675" y="574"/>
                  <a:pt x="7045" y="740"/>
                  <a:pt x="7338" y="995"/>
                </a:cubicBezTo>
                <a:cubicBezTo>
                  <a:pt x="7823" y="1416"/>
                  <a:pt x="8040" y="2118"/>
                  <a:pt x="8576" y="2476"/>
                </a:cubicBezTo>
                <a:cubicBezTo>
                  <a:pt x="9035" y="2782"/>
                  <a:pt x="9635" y="2782"/>
                  <a:pt x="10133" y="2986"/>
                </a:cubicBezTo>
                <a:cubicBezTo>
                  <a:pt x="11919" y="3752"/>
                  <a:pt x="11536" y="6393"/>
                  <a:pt x="9609" y="6610"/>
                </a:cubicBezTo>
                <a:cubicBezTo>
                  <a:pt x="9520" y="6623"/>
                  <a:pt x="9431" y="6623"/>
                  <a:pt x="9342" y="6623"/>
                </a:cubicBezTo>
                <a:cubicBezTo>
                  <a:pt x="8984" y="6623"/>
                  <a:pt x="8627" y="6559"/>
                  <a:pt x="8282" y="6559"/>
                </a:cubicBezTo>
                <a:cubicBezTo>
                  <a:pt x="8078" y="6559"/>
                  <a:pt x="7887" y="6585"/>
                  <a:pt x="7695" y="6648"/>
                </a:cubicBezTo>
                <a:cubicBezTo>
                  <a:pt x="7491" y="6738"/>
                  <a:pt x="7300" y="6840"/>
                  <a:pt x="7108" y="6942"/>
                </a:cubicBezTo>
                <a:cubicBezTo>
                  <a:pt x="6740" y="7126"/>
                  <a:pt x="6342" y="7216"/>
                  <a:pt x="5943" y="7216"/>
                </a:cubicBezTo>
                <a:cubicBezTo>
                  <a:pt x="5486" y="7216"/>
                  <a:pt x="5029" y="7097"/>
                  <a:pt x="4620" y="6865"/>
                </a:cubicBezTo>
                <a:cubicBezTo>
                  <a:pt x="4327" y="6687"/>
                  <a:pt x="4071" y="6470"/>
                  <a:pt x="3752" y="6380"/>
                </a:cubicBezTo>
                <a:cubicBezTo>
                  <a:pt x="3650" y="6355"/>
                  <a:pt x="3548" y="6342"/>
                  <a:pt x="3446" y="6342"/>
                </a:cubicBezTo>
                <a:cubicBezTo>
                  <a:pt x="2974" y="6342"/>
                  <a:pt x="2502" y="6572"/>
                  <a:pt x="2017" y="6572"/>
                </a:cubicBezTo>
                <a:lnTo>
                  <a:pt x="1902" y="6572"/>
                </a:lnTo>
                <a:cubicBezTo>
                  <a:pt x="1366" y="6508"/>
                  <a:pt x="907" y="6151"/>
                  <a:pt x="728" y="5640"/>
                </a:cubicBezTo>
                <a:cubicBezTo>
                  <a:pt x="524" y="5002"/>
                  <a:pt x="741" y="4288"/>
                  <a:pt x="1290" y="3892"/>
                </a:cubicBezTo>
                <a:cubicBezTo>
                  <a:pt x="1660" y="3599"/>
                  <a:pt x="2093" y="3471"/>
                  <a:pt x="2489" y="3254"/>
                </a:cubicBezTo>
                <a:cubicBezTo>
                  <a:pt x="2897" y="3024"/>
                  <a:pt x="3127" y="2667"/>
                  <a:pt x="3357" y="2259"/>
                </a:cubicBezTo>
                <a:cubicBezTo>
                  <a:pt x="3918" y="1263"/>
                  <a:pt x="4748" y="485"/>
                  <a:pt x="5883" y="485"/>
                </a:cubicBezTo>
                <a:close/>
                <a:moveTo>
                  <a:pt x="5896" y="0"/>
                </a:moveTo>
                <a:lnTo>
                  <a:pt x="5883" y="13"/>
                </a:lnTo>
                <a:cubicBezTo>
                  <a:pt x="4697" y="13"/>
                  <a:pt x="3676" y="702"/>
                  <a:pt x="2948" y="2029"/>
                </a:cubicBezTo>
                <a:cubicBezTo>
                  <a:pt x="2731" y="2399"/>
                  <a:pt x="2566" y="2667"/>
                  <a:pt x="2272" y="2833"/>
                </a:cubicBezTo>
                <a:cubicBezTo>
                  <a:pt x="2144" y="2897"/>
                  <a:pt x="2004" y="2960"/>
                  <a:pt x="1864" y="3024"/>
                </a:cubicBezTo>
                <a:cubicBezTo>
                  <a:pt x="1558" y="3139"/>
                  <a:pt x="1264" y="3305"/>
                  <a:pt x="996" y="3509"/>
                </a:cubicBezTo>
                <a:cubicBezTo>
                  <a:pt x="294" y="4032"/>
                  <a:pt x="1" y="4951"/>
                  <a:pt x="269" y="5793"/>
                </a:cubicBezTo>
                <a:cubicBezTo>
                  <a:pt x="524" y="6482"/>
                  <a:pt x="1136" y="6967"/>
                  <a:pt x="1864" y="7031"/>
                </a:cubicBezTo>
                <a:lnTo>
                  <a:pt x="2030" y="7031"/>
                </a:lnTo>
                <a:cubicBezTo>
                  <a:pt x="2310" y="7031"/>
                  <a:pt x="2591" y="6980"/>
                  <a:pt x="2859" y="6916"/>
                </a:cubicBezTo>
                <a:cubicBezTo>
                  <a:pt x="3051" y="6853"/>
                  <a:pt x="3255" y="6827"/>
                  <a:pt x="3446" y="6814"/>
                </a:cubicBezTo>
                <a:cubicBezTo>
                  <a:pt x="3510" y="6814"/>
                  <a:pt x="3574" y="6814"/>
                  <a:pt x="3637" y="6840"/>
                </a:cubicBezTo>
                <a:cubicBezTo>
                  <a:pt x="3816" y="6891"/>
                  <a:pt x="3969" y="6980"/>
                  <a:pt x="4122" y="7095"/>
                </a:cubicBezTo>
                <a:cubicBezTo>
                  <a:pt x="4199" y="7146"/>
                  <a:pt x="4288" y="7210"/>
                  <a:pt x="4378" y="7261"/>
                </a:cubicBezTo>
                <a:cubicBezTo>
                  <a:pt x="4863" y="7541"/>
                  <a:pt x="5407" y="7682"/>
                  <a:pt x="5953" y="7682"/>
                </a:cubicBezTo>
                <a:cubicBezTo>
                  <a:pt x="6425" y="7682"/>
                  <a:pt x="6900" y="7576"/>
                  <a:pt x="7338" y="7363"/>
                </a:cubicBezTo>
                <a:cubicBezTo>
                  <a:pt x="7415" y="7325"/>
                  <a:pt x="7478" y="7286"/>
                  <a:pt x="7542" y="7248"/>
                </a:cubicBezTo>
                <a:cubicBezTo>
                  <a:pt x="7644" y="7184"/>
                  <a:pt x="7759" y="7133"/>
                  <a:pt x="7861" y="7095"/>
                </a:cubicBezTo>
                <a:cubicBezTo>
                  <a:pt x="7978" y="7053"/>
                  <a:pt x="8103" y="7028"/>
                  <a:pt x="8222" y="7028"/>
                </a:cubicBezTo>
                <a:cubicBezTo>
                  <a:pt x="8247" y="7028"/>
                  <a:pt x="8271" y="7029"/>
                  <a:pt x="8295" y="7031"/>
                </a:cubicBezTo>
                <a:cubicBezTo>
                  <a:pt x="8448" y="7031"/>
                  <a:pt x="8614" y="7044"/>
                  <a:pt x="8780" y="7057"/>
                </a:cubicBezTo>
                <a:cubicBezTo>
                  <a:pt x="8946" y="7069"/>
                  <a:pt x="9150" y="7095"/>
                  <a:pt x="9354" y="7095"/>
                </a:cubicBezTo>
                <a:cubicBezTo>
                  <a:pt x="9456" y="7095"/>
                  <a:pt x="9571" y="7082"/>
                  <a:pt x="9673" y="7069"/>
                </a:cubicBezTo>
                <a:cubicBezTo>
                  <a:pt x="10745" y="6955"/>
                  <a:pt x="11587" y="6125"/>
                  <a:pt x="11741" y="5066"/>
                </a:cubicBezTo>
                <a:cubicBezTo>
                  <a:pt x="11906" y="3994"/>
                  <a:pt x="11319" y="2960"/>
                  <a:pt x="10337" y="2539"/>
                </a:cubicBezTo>
                <a:cubicBezTo>
                  <a:pt x="10094" y="2437"/>
                  <a:pt x="9852" y="2374"/>
                  <a:pt x="9597" y="2322"/>
                </a:cubicBezTo>
                <a:cubicBezTo>
                  <a:pt x="9342" y="2271"/>
                  <a:pt x="9086" y="2195"/>
                  <a:pt x="8857" y="2067"/>
                </a:cubicBezTo>
                <a:cubicBezTo>
                  <a:pt x="8627" y="1876"/>
                  <a:pt x="8436" y="1646"/>
                  <a:pt x="8295" y="1391"/>
                </a:cubicBezTo>
                <a:cubicBezTo>
                  <a:pt x="8116" y="1110"/>
                  <a:pt x="7912" y="842"/>
                  <a:pt x="7670" y="613"/>
                </a:cubicBezTo>
                <a:cubicBezTo>
                  <a:pt x="7300" y="306"/>
                  <a:pt x="6853" y="102"/>
                  <a:pt x="6368" y="38"/>
                </a:cubicBezTo>
                <a:cubicBezTo>
                  <a:pt x="6215" y="13"/>
                  <a:pt x="6049" y="0"/>
                  <a:pt x="58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ackground 1">
  <p:cSld name="TITLE_ONLY_1_1">
    <p:spTree>
      <p:nvGrpSpPr>
        <p:cNvPr id="1" name="Shape 373"/>
        <p:cNvGrpSpPr/>
        <p:nvPr/>
      </p:nvGrpSpPr>
      <p:grpSpPr>
        <a:xfrm>
          <a:off x="0" y="0"/>
          <a:ext cx="0" cy="0"/>
          <a:chOff x="0" y="0"/>
          <a:chExt cx="0" cy="0"/>
        </a:xfrm>
      </p:grpSpPr>
      <p:pic>
        <p:nvPicPr>
          <p:cNvPr id="374" name="Google Shape;374;p32"/>
          <p:cNvPicPr preferRelativeResize="0"/>
          <p:nvPr/>
        </p:nvPicPr>
        <p:blipFill>
          <a:blip r:embed="rId2">
            <a:alphaModFix amt="65000"/>
          </a:blip>
          <a:stretch>
            <a:fillRect/>
          </a:stretch>
        </p:blipFill>
        <p:spPr>
          <a:xfrm>
            <a:off x="0" y="0"/>
            <a:ext cx="9144000" cy="5143500"/>
          </a:xfrm>
          <a:prstGeom prst="rect">
            <a:avLst/>
          </a:prstGeom>
          <a:noFill/>
          <a:ln>
            <a:noFill/>
          </a:ln>
        </p:spPr>
      </p:pic>
      <p:cxnSp>
        <p:nvCxnSpPr>
          <p:cNvPr id="375" name="Google Shape;375;p32"/>
          <p:cNvCxnSpPr/>
          <p:nvPr/>
        </p:nvCxnSpPr>
        <p:spPr>
          <a:xfrm>
            <a:off x="0" y="4802825"/>
            <a:ext cx="9144000" cy="0"/>
          </a:xfrm>
          <a:prstGeom prst="straightConnector1">
            <a:avLst/>
          </a:prstGeom>
          <a:noFill/>
          <a:ln w="19050" cap="flat" cmpd="sng">
            <a:solidFill>
              <a:schemeClr val="dk1"/>
            </a:solidFill>
            <a:prstDash val="solid"/>
            <a:round/>
            <a:headEnd type="none" w="med" len="med"/>
            <a:tailEnd type="none" w="med" len="med"/>
          </a:ln>
        </p:spPr>
      </p:cxnSp>
      <p:grpSp>
        <p:nvGrpSpPr>
          <p:cNvPr id="376" name="Google Shape;376;p32"/>
          <p:cNvGrpSpPr/>
          <p:nvPr/>
        </p:nvGrpSpPr>
        <p:grpSpPr>
          <a:xfrm flipH="1">
            <a:off x="7314893" y="194427"/>
            <a:ext cx="472842" cy="317708"/>
            <a:chOff x="2493575" y="1248525"/>
            <a:chExt cx="386025" cy="259375"/>
          </a:xfrm>
        </p:grpSpPr>
        <p:sp>
          <p:nvSpPr>
            <p:cNvPr id="377" name="Google Shape;377;p32"/>
            <p:cNvSpPr/>
            <p:nvPr/>
          </p:nvSpPr>
          <p:spPr>
            <a:xfrm>
              <a:off x="2499950" y="1254550"/>
              <a:ext cx="372625" cy="246975"/>
            </a:xfrm>
            <a:custGeom>
              <a:avLst/>
              <a:gdLst/>
              <a:ahLst/>
              <a:cxnLst/>
              <a:rect l="l" t="t" r="r" b="b"/>
              <a:pathLst>
                <a:path w="14905" h="9879" extrusionOk="0">
                  <a:moveTo>
                    <a:pt x="8222" y="0"/>
                  </a:moveTo>
                  <a:cubicBezTo>
                    <a:pt x="8199" y="0"/>
                    <a:pt x="8177" y="1"/>
                    <a:pt x="8154" y="1"/>
                  </a:cubicBezTo>
                  <a:cubicBezTo>
                    <a:pt x="8014" y="1"/>
                    <a:pt x="7874" y="14"/>
                    <a:pt x="7733" y="40"/>
                  </a:cubicBezTo>
                  <a:cubicBezTo>
                    <a:pt x="6891" y="206"/>
                    <a:pt x="6125" y="805"/>
                    <a:pt x="5692" y="1673"/>
                  </a:cubicBezTo>
                  <a:cubicBezTo>
                    <a:pt x="5602" y="1852"/>
                    <a:pt x="5513" y="2043"/>
                    <a:pt x="5436" y="2222"/>
                  </a:cubicBezTo>
                  <a:cubicBezTo>
                    <a:pt x="5347" y="2477"/>
                    <a:pt x="5219" y="2732"/>
                    <a:pt x="5079" y="2962"/>
                  </a:cubicBezTo>
                  <a:cubicBezTo>
                    <a:pt x="4862" y="3294"/>
                    <a:pt x="4556" y="3549"/>
                    <a:pt x="4199" y="3715"/>
                  </a:cubicBezTo>
                  <a:cubicBezTo>
                    <a:pt x="3994" y="3804"/>
                    <a:pt x="3790" y="3868"/>
                    <a:pt x="3586" y="3932"/>
                  </a:cubicBezTo>
                  <a:cubicBezTo>
                    <a:pt x="3114" y="4059"/>
                    <a:pt x="2616" y="4213"/>
                    <a:pt x="2284" y="4608"/>
                  </a:cubicBezTo>
                  <a:cubicBezTo>
                    <a:pt x="2080" y="4889"/>
                    <a:pt x="1927" y="5221"/>
                    <a:pt x="1863" y="5565"/>
                  </a:cubicBezTo>
                  <a:cubicBezTo>
                    <a:pt x="1800" y="5808"/>
                    <a:pt x="1710" y="6037"/>
                    <a:pt x="1583" y="6267"/>
                  </a:cubicBezTo>
                  <a:cubicBezTo>
                    <a:pt x="1429" y="6471"/>
                    <a:pt x="1238" y="6650"/>
                    <a:pt x="1021" y="6790"/>
                  </a:cubicBezTo>
                  <a:lnTo>
                    <a:pt x="868" y="6905"/>
                  </a:lnTo>
                  <a:cubicBezTo>
                    <a:pt x="421" y="7262"/>
                    <a:pt x="0" y="7683"/>
                    <a:pt x="0" y="8219"/>
                  </a:cubicBezTo>
                  <a:cubicBezTo>
                    <a:pt x="26" y="8679"/>
                    <a:pt x="281" y="9100"/>
                    <a:pt x="689" y="9330"/>
                  </a:cubicBezTo>
                  <a:cubicBezTo>
                    <a:pt x="1047" y="9534"/>
                    <a:pt x="1429" y="9649"/>
                    <a:pt x="1838" y="9700"/>
                  </a:cubicBezTo>
                  <a:cubicBezTo>
                    <a:pt x="2735" y="9815"/>
                    <a:pt x="3642" y="9867"/>
                    <a:pt x="4550" y="9867"/>
                  </a:cubicBezTo>
                  <a:cubicBezTo>
                    <a:pt x="4650" y="9867"/>
                    <a:pt x="4749" y="9867"/>
                    <a:pt x="4849" y="9865"/>
                  </a:cubicBezTo>
                  <a:cubicBezTo>
                    <a:pt x="5959" y="9878"/>
                    <a:pt x="7070" y="9878"/>
                    <a:pt x="8167" y="9878"/>
                  </a:cubicBezTo>
                  <a:lnTo>
                    <a:pt x="8205" y="9878"/>
                  </a:lnTo>
                  <a:cubicBezTo>
                    <a:pt x="9162" y="9878"/>
                    <a:pt x="10017" y="9865"/>
                    <a:pt x="11013" y="9789"/>
                  </a:cubicBezTo>
                  <a:cubicBezTo>
                    <a:pt x="11766" y="9738"/>
                    <a:pt x="12786" y="9661"/>
                    <a:pt x="13590" y="9253"/>
                  </a:cubicBezTo>
                  <a:cubicBezTo>
                    <a:pt x="14471" y="8806"/>
                    <a:pt x="14905" y="7926"/>
                    <a:pt x="14726" y="6918"/>
                  </a:cubicBezTo>
                  <a:cubicBezTo>
                    <a:pt x="14624" y="6382"/>
                    <a:pt x="14292" y="5961"/>
                    <a:pt x="13973" y="5552"/>
                  </a:cubicBezTo>
                  <a:cubicBezTo>
                    <a:pt x="13718" y="5221"/>
                    <a:pt x="13463" y="4902"/>
                    <a:pt x="13361" y="4544"/>
                  </a:cubicBezTo>
                  <a:cubicBezTo>
                    <a:pt x="13310" y="4378"/>
                    <a:pt x="13284" y="4213"/>
                    <a:pt x="13259" y="4047"/>
                  </a:cubicBezTo>
                  <a:cubicBezTo>
                    <a:pt x="13246" y="3957"/>
                    <a:pt x="13233" y="3868"/>
                    <a:pt x="13220" y="3766"/>
                  </a:cubicBezTo>
                  <a:cubicBezTo>
                    <a:pt x="13067" y="2949"/>
                    <a:pt x="12621" y="2298"/>
                    <a:pt x="12008" y="2043"/>
                  </a:cubicBezTo>
                  <a:cubicBezTo>
                    <a:pt x="11753" y="1954"/>
                    <a:pt x="11498" y="1890"/>
                    <a:pt x="11230" y="1865"/>
                  </a:cubicBezTo>
                  <a:cubicBezTo>
                    <a:pt x="10821" y="1801"/>
                    <a:pt x="10477" y="1737"/>
                    <a:pt x="10298" y="1482"/>
                  </a:cubicBezTo>
                  <a:cubicBezTo>
                    <a:pt x="10247" y="1418"/>
                    <a:pt x="10209" y="1329"/>
                    <a:pt x="10171" y="1252"/>
                  </a:cubicBezTo>
                  <a:cubicBezTo>
                    <a:pt x="10145" y="1214"/>
                    <a:pt x="10132" y="1163"/>
                    <a:pt x="10107" y="1112"/>
                  </a:cubicBezTo>
                  <a:cubicBezTo>
                    <a:pt x="9722" y="429"/>
                    <a:pt x="9000" y="0"/>
                    <a:pt x="82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32"/>
            <p:cNvSpPr/>
            <p:nvPr/>
          </p:nvSpPr>
          <p:spPr>
            <a:xfrm>
              <a:off x="2493575" y="1248525"/>
              <a:ext cx="386025" cy="259375"/>
            </a:xfrm>
            <a:custGeom>
              <a:avLst/>
              <a:gdLst/>
              <a:ahLst/>
              <a:cxnLst/>
              <a:rect l="l" t="t" r="r" b="b"/>
              <a:pathLst>
                <a:path w="15441" h="10375" extrusionOk="0">
                  <a:moveTo>
                    <a:pt x="8416" y="485"/>
                  </a:moveTo>
                  <a:lnTo>
                    <a:pt x="8416" y="485"/>
                  </a:lnTo>
                  <a:cubicBezTo>
                    <a:pt x="9128" y="487"/>
                    <a:pt x="9827" y="844"/>
                    <a:pt x="10145" y="1468"/>
                  </a:cubicBezTo>
                  <a:cubicBezTo>
                    <a:pt x="10209" y="1608"/>
                    <a:pt x="10272" y="1735"/>
                    <a:pt x="10349" y="1863"/>
                  </a:cubicBezTo>
                  <a:cubicBezTo>
                    <a:pt x="10732" y="2399"/>
                    <a:pt x="11561" y="2259"/>
                    <a:pt x="12161" y="2501"/>
                  </a:cubicBezTo>
                  <a:cubicBezTo>
                    <a:pt x="12773" y="2756"/>
                    <a:pt x="13118" y="3407"/>
                    <a:pt x="13246" y="4058"/>
                  </a:cubicBezTo>
                  <a:cubicBezTo>
                    <a:pt x="13271" y="4326"/>
                    <a:pt x="13322" y="4581"/>
                    <a:pt x="13386" y="4849"/>
                  </a:cubicBezTo>
                  <a:cubicBezTo>
                    <a:pt x="13654" y="5717"/>
                    <a:pt x="14586" y="6304"/>
                    <a:pt x="14739" y="7197"/>
                  </a:cubicBezTo>
                  <a:cubicBezTo>
                    <a:pt x="14892" y="8001"/>
                    <a:pt x="14611" y="8843"/>
                    <a:pt x="13731" y="9277"/>
                  </a:cubicBezTo>
                  <a:cubicBezTo>
                    <a:pt x="13003" y="9647"/>
                    <a:pt x="12072" y="9736"/>
                    <a:pt x="11255" y="9787"/>
                  </a:cubicBezTo>
                  <a:cubicBezTo>
                    <a:pt x="10285" y="9864"/>
                    <a:pt x="9443" y="9877"/>
                    <a:pt x="8460" y="9877"/>
                  </a:cubicBezTo>
                  <a:lnTo>
                    <a:pt x="8422" y="9877"/>
                  </a:lnTo>
                  <a:cubicBezTo>
                    <a:pt x="8097" y="9881"/>
                    <a:pt x="7773" y="9882"/>
                    <a:pt x="7449" y="9882"/>
                  </a:cubicBezTo>
                  <a:cubicBezTo>
                    <a:pt x="6668" y="9882"/>
                    <a:pt x="5889" y="9873"/>
                    <a:pt x="5104" y="9864"/>
                  </a:cubicBezTo>
                  <a:cubicBezTo>
                    <a:pt x="4959" y="9868"/>
                    <a:pt x="4814" y="9870"/>
                    <a:pt x="4669" y="9870"/>
                  </a:cubicBezTo>
                  <a:cubicBezTo>
                    <a:pt x="3822" y="9870"/>
                    <a:pt x="2983" y="9807"/>
                    <a:pt x="2144" y="9698"/>
                  </a:cubicBezTo>
                  <a:cubicBezTo>
                    <a:pt x="1761" y="9660"/>
                    <a:pt x="1404" y="9545"/>
                    <a:pt x="1072" y="9366"/>
                  </a:cubicBezTo>
                  <a:cubicBezTo>
                    <a:pt x="740" y="9175"/>
                    <a:pt x="523" y="8843"/>
                    <a:pt x="498" y="8460"/>
                  </a:cubicBezTo>
                  <a:cubicBezTo>
                    <a:pt x="498" y="8001"/>
                    <a:pt x="932" y="7618"/>
                    <a:pt x="1289" y="7337"/>
                  </a:cubicBezTo>
                  <a:cubicBezTo>
                    <a:pt x="1557" y="7133"/>
                    <a:pt x="1850" y="6929"/>
                    <a:pt x="2042" y="6636"/>
                  </a:cubicBezTo>
                  <a:cubicBezTo>
                    <a:pt x="2374" y="6151"/>
                    <a:pt x="2348" y="5474"/>
                    <a:pt x="2731" y="5015"/>
                  </a:cubicBezTo>
                  <a:cubicBezTo>
                    <a:pt x="3165" y="4492"/>
                    <a:pt x="3943" y="4454"/>
                    <a:pt x="4568" y="4186"/>
                  </a:cubicBezTo>
                  <a:cubicBezTo>
                    <a:pt x="4964" y="3994"/>
                    <a:pt x="5296" y="3713"/>
                    <a:pt x="5538" y="3343"/>
                  </a:cubicBezTo>
                  <a:cubicBezTo>
                    <a:pt x="5806" y="2935"/>
                    <a:pt x="5947" y="2463"/>
                    <a:pt x="6163" y="2029"/>
                  </a:cubicBezTo>
                  <a:cubicBezTo>
                    <a:pt x="6546" y="1289"/>
                    <a:pt x="7223" y="676"/>
                    <a:pt x="8039" y="523"/>
                  </a:cubicBezTo>
                  <a:cubicBezTo>
                    <a:pt x="8165" y="498"/>
                    <a:pt x="8290" y="485"/>
                    <a:pt x="8416" y="485"/>
                  </a:cubicBezTo>
                  <a:close/>
                  <a:moveTo>
                    <a:pt x="8409" y="0"/>
                  </a:moveTo>
                  <a:lnTo>
                    <a:pt x="8422" y="13"/>
                  </a:lnTo>
                  <a:cubicBezTo>
                    <a:pt x="8392" y="10"/>
                    <a:pt x="8362" y="9"/>
                    <a:pt x="8332" y="9"/>
                  </a:cubicBezTo>
                  <a:cubicBezTo>
                    <a:pt x="8200" y="9"/>
                    <a:pt x="8073" y="30"/>
                    <a:pt x="7937" y="51"/>
                  </a:cubicBezTo>
                  <a:cubicBezTo>
                    <a:pt x="7031" y="230"/>
                    <a:pt x="6202" y="881"/>
                    <a:pt x="5730" y="1812"/>
                  </a:cubicBezTo>
                  <a:cubicBezTo>
                    <a:pt x="5628" y="1991"/>
                    <a:pt x="5551" y="2195"/>
                    <a:pt x="5474" y="2374"/>
                  </a:cubicBezTo>
                  <a:cubicBezTo>
                    <a:pt x="5385" y="2616"/>
                    <a:pt x="5270" y="2858"/>
                    <a:pt x="5130" y="3088"/>
                  </a:cubicBezTo>
                  <a:cubicBezTo>
                    <a:pt x="4938" y="3369"/>
                    <a:pt x="4670" y="3599"/>
                    <a:pt x="4351" y="3739"/>
                  </a:cubicBezTo>
                  <a:cubicBezTo>
                    <a:pt x="4160" y="3828"/>
                    <a:pt x="3969" y="3892"/>
                    <a:pt x="3764" y="3943"/>
                  </a:cubicBezTo>
                  <a:cubicBezTo>
                    <a:pt x="3292" y="4083"/>
                    <a:pt x="2744" y="4249"/>
                    <a:pt x="2361" y="4709"/>
                  </a:cubicBezTo>
                  <a:cubicBezTo>
                    <a:pt x="2131" y="5015"/>
                    <a:pt x="1965" y="5372"/>
                    <a:pt x="1876" y="5742"/>
                  </a:cubicBezTo>
                  <a:cubicBezTo>
                    <a:pt x="1825" y="5959"/>
                    <a:pt x="1748" y="6176"/>
                    <a:pt x="1633" y="6380"/>
                  </a:cubicBezTo>
                  <a:cubicBezTo>
                    <a:pt x="1493" y="6559"/>
                    <a:pt x="1314" y="6725"/>
                    <a:pt x="1123" y="6853"/>
                  </a:cubicBezTo>
                  <a:cubicBezTo>
                    <a:pt x="1072" y="6891"/>
                    <a:pt x="1021" y="6929"/>
                    <a:pt x="970" y="6980"/>
                  </a:cubicBezTo>
                  <a:cubicBezTo>
                    <a:pt x="651" y="7223"/>
                    <a:pt x="0" y="7746"/>
                    <a:pt x="13" y="8473"/>
                  </a:cubicBezTo>
                  <a:cubicBezTo>
                    <a:pt x="38" y="9022"/>
                    <a:pt x="345" y="9507"/>
                    <a:pt x="817" y="9787"/>
                  </a:cubicBezTo>
                  <a:cubicBezTo>
                    <a:pt x="1200" y="10004"/>
                    <a:pt x="1621" y="10145"/>
                    <a:pt x="2055" y="10183"/>
                  </a:cubicBezTo>
                  <a:cubicBezTo>
                    <a:pt x="2964" y="10310"/>
                    <a:pt x="3883" y="10364"/>
                    <a:pt x="4804" y="10364"/>
                  </a:cubicBezTo>
                  <a:cubicBezTo>
                    <a:pt x="4904" y="10364"/>
                    <a:pt x="5004" y="10363"/>
                    <a:pt x="5104" y="10362"/>
                  </a:cubicBezTo>
                  <a:cubicBezTo>
                    <a:pt x="6202" y="10374"/>
                    <a:pt x="7325" y="10374"/>
                    <a:pt x="8422" y="10374"/>
                  </a:cubicBezTo>
                  <a:lnTo>
                    <a:pt x="8460" y="10374"/>
                  </a:lnTo>
                  <a:cubicBezTo>
                    <a:pt x="9417" y="10374"/>
                    <a:pt x="10272" y="10362"/>
                    <a:pt x="11293" y="10285"/>
                  </a:cubicBezTo>
                  <a:cubicBezTo>
                    <a:pt x="12059" y="10234"/>
                    <a:pt x="13105" y="10145"/>
                    <a:pt x="13947" y="9724"/>
                  </a:cubicBezTo>
                  <a:cubicBezTo>
                    <a:pt x="14917" y="9252"/>
                    <a:pt x="15440" y="8167"/>
                    <a:pt x="15224" y="7120"/>
                  </a:cubicBezTo>
                  <a:cubicBezTo>
                    <a:pt x="15109" y="6521"/>
                    <a:pt x="14739" y="6049"/>
                    <a:pt x="14420" y="5653"/>
                  </a:cubicBezTo>
                  <a:cubicBezTo>
                    <a:pt x="14177" y="5372"/>
                    <a:pt x="13973" y="5053"/>
                    <a:pt x="13833" y="4709"/>
                  </a:cubicBezTo>
                  <a:cubicBezTo>
                    <a:pt x="13794" y="4568"/>
                    <a:pt x="13769" y="4415"/>
                    <a:pt x="13756" y="4262"/>
                  </a:cubicBezTo>
                  <a:cubicBezTo>
                    <a:pt x="13743" y="4160"/>
                    <a:pt x="13731" y="4071"/>
                    <a:pt x="13705" y="3969"/>
                  </a:cubicBezTo>
                  <a:cubicBezTo>
                    <a:pt x="13552" y="3063"/>
                    <a:pt x="13041" y="2348"/>
                    <a:pt x="12352" y="2067"/>
                  </a:cubicBezTo>
                  <a:cubicBezTo>
                    <a:pt x="12084" y="1965"/>
                    <a:pt x="11804" y="1901"/>
                    <a:pt x="11523" y="1863"/>
                  </a:cubicBezTo>
                  <a:cubicBezTo>
                    <a:pt x="11115" y="1799"/>
                    <a:pt x="10859" y="1748"/>
                    <a:pt x="10745" y="1595"/>
                  </a:cubicBezTo>
                  <a:cubicBezTo>
                    <a:pt x="10706" y="1531"/>
                    <a:pt x="10668" y="1468"/>
                    <a:pt x="10642" y="1404"/>
                  </a:cubicBezTo>
                  <a:cubicBezTo>
                    <a:pt x="10617" y="1353"/>
                    <a:pt x="10591" y="1302"/>
                    <a:pt x="10566" y="1251"/>
                  </a:cubicBezTo>
                  <a:cubicBezTo>
                    <a:pt x="10183" y="485"/>
                    <a:pt x="9341" y="0"/>
                    <a:pt x="840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79" name="Google Shape;379;p32"/>
          <p:cNvSpPr/>
          <p:nvPr/>
        </p:nvSpPr>
        <p:spPr>
          <a:xfrm flipH="1">
            <a:off x="5863942" y="394739"/>
            <a:ext cx="365020" cy="235273"/>
          </a:xfrm>
          <a:custGeom>
            <a:avLst/>
            <a:gdLst/>
            <a:ahLst/>
            <a:cxnLst/>
            <a:rect l="l" t="t" r="r" b="b"/>
            <a:pathLst>
              <a:path w="11920" h="7683" extrusionOk="0">
                <a:moveTo>
                  <a:pt x="5883" y="485"/>
                </a:moveTo>
                <a:lnTo>
                  <a:pt x="5883" y="498"/>
                </a:lnTo>
                <a:cubicBezTo>
                  <a:pt x="5921" y="494"/>
                  <a:pt x="5958" y="493"/>
                  <a:pt x="5994" y="493"/>
                </a:cubicBezTo>
                <a:cubicBezTo>
                  <a:pt x="6093" y="493"/>
                  <a:pt x="6189" y="505"/>
                  <a:pt x="6292" y="523"/>
                </a:cubicBezTo>
                <a:cubicBezTo>
                  <a:pt x="6675" y="574"/>
                  <a:pt x="7045" y="740"/>
                  <a:pt x="7338" y="995"/>
                </a:cubicBezTo>
                <a:cubicBezTo>
                  <a:pt x="7823" y="1416"/>
                  <a:pt x="8040" y="2118"/>
                  <a:pt x="8576" y="2476"/>
                </a:cubicBezTo>
                <a:cubicBezTo>
                  <a:pt x="9035" y="2782"/>
                  <a:pt x="9635" y="2782"/>
                  <a:pt x="10133" y="2986"/>
                </a:cubicBezTo>
                <a:cubicBezTo>
                  <a:pt x="11919" y="3752"/>
                  <a:pt x="11536" y="6393"/>
                  <a:pt x="9609" y="6610"/>
                </a:cubicBezTo>
                <a:cubicBezTo>
                  <a:pt x="9520" y="6623"/>
                  <a:pt x="9431" y="6623"/>
                  <a:pt x="9342" y="6623"/>
                </a:cubicBezTo>
                <a:cubicBezTo>
                  <a:pt x="8984" y="6623"/>
                  <a:pt x="8627" y="6559"/>
                  <a:pt x="8282" y="6559"/>
                </a:cubicBezTo>
                <a:cubicBezTo>
                  <a:pt x="8078" y="6559"/>
                  <a:pt x="7887" y="6585"/>
                  <a:pt x="7695" y="6648"/>
                </a:cubicBezTo>
                <a:cubicBezTo>
                  <a:pt x="7491" y="6738"/>
                  <a:pt x="7300" y="6840"/>
                  <a:pt x="7108" y="6942"/>
                </a:cubicBezTo>
                <a:cubicBezTo>
                  <a:pt x="6740" y="7126"/>
                  <a:pt x="6342" y="7216"/>
                  <a:pt x="5943" y="7216"/>
                </a:cubicBezTo>
                <a:cubicBezTo>
                  <a:pt x="5486" y="7216"/>
                  <a:pt x="5029" y="7097"/>
                  <a:pt x="4620" y="6865"/>
                </a:cubicBezTo>
                <a:cubicBezTo>
                  <a:pt x="4327" y="6687"/>
                  <a:pt x="4071" y="6470"/>
                  <a:pt x="3752" y="6380"/>
                </a:cubicBezTo>
                <a:cubicBezTo>
                  <a:pt x="3650" y="6355"/>
                  <a:pt x="3548" y="6342"/>
                  <a:pt x="3446" y="6342"/>
                </a:cubicBezTo>
                <a:cubicBezTo>
                  <a:pt x="2974" y="6342"/>
                  <a:pt x="2502" y="6572"/>
                  <a:pt x="2017" y="6572"/>
                </a:cubicBezTo>
                <a:lnTo>
                  <a:pt x="1902" y="6572"/>
                </a:lnTo>
                <a:cubicBezTo>
                  <a:pt x="1366" y="6508"/>
                  <a:pt x="907" y="6151"/>
                  <a:pt x="728" y="5640"/>
                </a:cubicBezTo>
                <a:cubicBezTo>
                  <a:pt x="524" y="5002"/>
                  <a:pt x="741" y="4288"/>
                  <a:pt x="1290" y="3892"/>
                </a:cubicBezTo>
                <a:cubicBezTo>
                  <a:pt x="1660" y="3599"/>
                  <a:pt x="2093" y="3471"/>
                  <a:pt x="2489" y="3254"/>
                </a:cubicBezTo>
                <a:cubicBezTo>
                  <a:pt x="2897" y="3024"/>
                  <a:pt x="3127" y="2667"/>
                  <a:pt x="3357" y="2259"/>
                </a:cubicBezTo>
                <a:cubicBezTo>
                  <a:pt x="3918" y="1263"/>
                  <a:pt x="4748" y="485"/>
                  <a:pt x="5883" y="485"/>
                </a:cubicBezTo>
                <a:close/>
                <a:moveTo>
                  <a:pt x="5896" y="0"/>
                </a:moveTo>
                <a:lnTo>
                  <a:pt x="5883" y="13"/>
                </a:lnTo>
                <a:cubicBezTo>
                  <a:pt x="4697" y="13"/>
                  <a:pt x="3676" y="702"/>
                  <a:pt x="2948" y="2029"/>
                </a:cubicBezTo>
                <a:cubicBezTo>
                  <a:pt x="2731" y="2399"/>
                  <a:pt x="2566" y="2667"/>
                  <a:pt x="2272" y="2833"/>
                </a:cubicBezTo>
                <a:cubicBezTo>
                  <a:pt x="2144" y="2897"/>
                  <a:pt x="2004" y="2960"/>
                  <a:pt x="1864" y="3024"/>
                </a:cubicBezTo>
                <a:cubicBezTo>
                  <a:pt x="1558" y="3139"/>
                  <a:pt x="1264" y="3305"/>
                  <a:pt x="996" y="3509"/>
                </a:cubicBezTo>
                <a:cubicBezTo>
                  <a:pt x="294" y="4032"/>
                  <a:pt x="1" y="4951"/>
                  <a:pt x="269" y="5793"/>
                </a:cubicBezTo>
                <a:cubicBezTo>
                  <a:pt x="524" y="6482"/>
                  <a:pt x="1136" y="6967"/>
                  <a:pt x="1864" y="7031"/>
                </a:cubicBezTo>
                <a:lnTo>
                  <a:pt x="2030" y="7031"/>
                </a:lnTo>
                <a:cubicBezTo>
                  <a:pt x="2310" y="7031"/>
                  <a:pt x="2591" y="6980"/>
                  <a:pt x="2859" y="6916"/>
                </a:cubicBezTo>
                <a:cubicBezTo>
                  <a:pt x="3051" y="6853"/>
                  <a:pt x="3255" y="6827"/>
                  <a:pt x="3446" y="6814"/>
                </a:cubicBezTo>
                <a:cubicBezTo>
                  <a:pt x="3510" y="6814"/>
                  <a:pt x="3574" y="6814"/>
                  <a:pt x="3637" y="6840"/>
                </a:cubicBezTo>
                <a:cubicBezTo>
                  <a:pt x="3816" y="6891"/>
                  <a:pt x="3969" y="6980"/>
                  <a:pt x="4122" y="7095"/>
                </a:cubicBezTo>
                <a:cubicBezTo>
                  <a:pt x="4199" y="7146"/>
                  <a:pt x="4288" y="7210"/>
                  <a:pt x="4378" y="7261"/>
                </a:cubicBezTo>
                <a:cubicBezTo>
                  <a:pt x="4863" y="7541"/>
                  <a:pt x="5407" y="7682"/>
                  <a:pt x="5953" y="7682"/>
                </a:cubicBezTo>
                <a:cubicBezTo>
                  <a:pt x="6425" y="7682"/>
                  <a:pt x="6900" y="7576"/>
                  <a:pt x="7338" y="7363"/>
                </a:cubicBezTo>
                <a:cubicBezTo>
                  <a:pt x="7415" y="7325"/>
                  <a:pt x="7478" y="7286"/>
                  <a:pt x="7542" y="7248"/>
                </a:cubicBezTo>
                <a:cubicBezTo>
                  <a:pt x="7644" y="7184"/>
                  <a:pt x="7759" y="7133"/>
                  <a:pt x="7861" y="7095"/>
                </a:cubicBezTo>
                <a:cubicBezTo>
                  <a:pt x="7978" y="7053"/>
                  <a:pt x="8103" y="7028"/>
                  <a:pt x="8222" y="7028"/>
                </a:cubicBezTo>
                <a:cubicBezTo>
                  <a:pt x="8247" y="7028"/>
                  <a:pt x="8271" y="7029"/>
                  <a:pt x="8295" y="7031"/>
                </a:cubicBezTo>
                <a:cubicBezTo>
                  <a:pt x="8448" y="7031"/>
                  <a:pt x="8614" y="7044"/>
                  <a:pt x="8780" y="7057"/>
                </a:cubicBezTo>
                <a:cubicBezTo>
                  <a:pt x="8946" y="7069"/>
                  <a:pt x="9150" y="7095"/>
                  <a:pt x="9354" y="7095"/>
                </a:cubicBezTo>
                <a:cubicBezTo>
                  <a:pt x="9456" y="7095"/>
                  <a:pt x="9571" y="7082"/>
                  <a:pt x="9673" y="7069"/>
                </a:cubicBezTo>
                <a:cubicBezTo>
                  <a:pt x="10745" y="6955"/>
                  <a:pt x="11587" y="6125"/>
                  <a:pt x="11741" y="5066"/>
                </a:cubicBezTo>
                <a:cubicBezTo>
                  <a:pt x="11906" y="3994"/>
                  <a:pt x="11319" y="2960"/>
                  <a:pt x="10337" y="2539"/>
                </a:cubicBezTo>
                <a:cubicBezTo>
                  <a:pt x="10094" y="2437"/>
                  <a:pt x="9852" y="2374"/>
                  <a:pt x="9597" y="2322"/>
                </a:cubicBezTo>
                <a:cubicBezTo>
                  <a:pt x="9342" y="2271"/>
                  <a:pt x="9086" y="2195"/>
                  <a:pt x="8857" y="2067"/>
                </a:cubicBezTo>
                <a:cubicBezTo>
                  <a:pt x="8627" y="1876"/>
                  <a:pt x="8436" y="1646"/>
                  <a:pt x="8295" y="1391"/>
                </a:cubicBezTo>
                <a:cubicBezTo>
                  <a:pt x="8116" y="1110"/>
                  <a:pt x="7912" y="842"/>
                  <a:pt x="7670" y="613"/>
                </a:cubicBezTo>
                <a:cubicBezTo>
                  <a:pt x="7300" y="306"/>
                  <a:pt x="6853" y="102"/>
                  <a:pt x="6368" y="38"/>
                </a:cubicBezTo>
                <a:cubicBezTo>
                  <a:pt x="6215" y="13"/>
                  <a:pt x="6049" y="0"/>
                  <a:pt x="58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80" name="Google Shape;380;p32"/>
          <p:cNvGrpSpPr/>
          <p:nvPr/>
        </p:nvGrpSpPr>
        <p:grpSpPr>
          <a:xfrm flipH="1">
            <a:off x="310250" y="1180249"/>
            <a:ext cx="472842" cy="317708"/>
            <a:chOff x="2493575" y="1248525"/>
            <a:chExt cx="386025" cy="259375"/>
          </a:xfrm>
        </p:grpSpPr>
        <p:sp>
          <p:nvSpPr>
            <p:cNvPr id="381" name="Google Shape;381;p32"/>
            <p:cNvSpPr/>
            <p:nvPr/>
          </p:nvSpPr>
          <p:spPr>
            <a:xfrm>
              <a:off x="2499950" y="1254550"/>
              <a:ext cx="372625" cy="246975"/>
            </a:xfrm>
            <a:custGeom>
              <a:avLst/>
              <a:gdLst/>
              <a:ahLst/>
              <a:cxnLst/>
              <a:rect l="l" t="t" r="r" b="b"/>
              <a:pathLst>
                <a:path w="14905" h="9879" extrusionOk="0">
                  <a:moveTo>
                    <a:pt x="8222" y="0"/>
                  </a:moveTo>
                  <a:cubicBezTo>
                    <a:pt x="8199" y="0"/>
                    <a:pt x="8177" y="1"/>
                    <a:pt x="8154" y="1"/>
                  </a:cubicBezTo>
                  <a:cubicBezTo>
                    <a:pt x="8014" y="1"/>
                    <a:pt x="7874" y="14"/>
                    <a:pt x="7733" y="40"/>
                  </a:cubicBezTo>
                  <a:cubicBezTo>
                    <a:pt x="6891" y="206"/>
                    <a:pt x="6125" y="805"/>
                    <a:pt x="5692" y="1673"/>
                  </a:cubicBezTo>
                  <a:cubicBezTo>
                    <a:pt x="5602" y="1852"/>
                    <a:pt x="5513" y="2043"/>
                    <a:pt x="5436" y="2222"/>
                  </a:cubicBezTo>
                  <a:cubicBezTo>
                    <a:pt x="5347" y="2477"/>
                    <a:pt x="5219" y="2732"/>
                    <a:pt x="5079" y="2962"/>
                  </a:cubicBezTo>
                  <a:cubicBezTo>
                    <a:pt x="4862" y="3294"/>
                    <a:pt x="4556" y="3549"/>
                    <a:pt x="4199" y="3715"/>
                  </a:cubicBezTo>
                  <a:cubicBezTo>
                    <a:pt x="3994" y="3804"/>
                    <a:pt x="3790" y="3868"/>
                    <a:pt x="3586" y="3932"/>
                  </a:cubicBezTo>
                  <a:cubicBezTo>
                    <a:pt x="3114" y="4059"/>
                    <a:pt x="2616" y="4213"/>
                    <a:pt x="2284" y="4608"/>
                  </a:cubicBezTo>
                  <a:cubicBezTo>
                    <a:pt x="2080" y="4889"/>
                    <a:pt x="1927" y="5221"/>
                    <a:pt x="1863" y="5565"/>
                  </a:cubicBezTo>
                  <a:cubicBezTo>
                    <a:pt x="1800" y="5808"/>
                    <a:pt x="1710" y="6037"/>
                    <a:pt x="1583" y="6267"/>
                  </a:cubicBezTo>
                  <a:cubicBezTo>
                    <a:pt x="1429" y="6471"/>
                    <a:pt x="1238" y="6650"/>
                    <a:pt x="1021" y="6790"/>
                  </a:cubicBezTo>
                  <a:lnTo>
                    <a:pt x="868" y="6905"/>
                  </a:lnTo>
                  <a:cubicBezTo>
                    <a:pt x="421" y="7262"/>
                    <a:pt x="0" y="7683"/>
                    <a:pt x="0" y="8219"/>
                  </a:cubicBezTo>
                  <a:cubicBezTo>
                    <a:pt x="26" y="8679"/>
                    <a:pt x="281" y="9100"/>
                    <a:pt x="689" y="9330"/>
                  </a:cubicBezTo>
                  <a:cubicBezTo>
                    <a:pt x="1047" y="9534"/>
                    <a:pt x="1429" y="9649"/>
                    <a:pt x="1838" y="9700"/>
                  </a:cubicBezTo>
                  <a:cubicBezTo>
                    <a:pt x="2735" y="9815"/>
                    <a:pt x="3642" y="9867"/>
                    <a:pt x="4550" y="9867"/>
                  </a:cubicBezTo>
                  <a:cubicBezTo>
                    <a:pt x="4650" y="9867"/>
                    <a:pt x="4749" y="9867"/>
                    <a:pt x="4849" y="9865"/>
                  </a:cubicBezTo>
                  <a:cubicBezTo>
                    <a:pt x="5959" y="9878"/>
                    <a:pt x="7070" y="9878"/>
                    <a:pt x="8167" y="9878"/>
                  </a:cubicBezTo>
                  <a:lnTo>
                    <a:pt x="8205" y="9878"/>
                  </a:lnTo>
                  <a:cubicBezTo>
                    <a:pt x="9162" y="9878"/>
                    <a:pt x="10017" y="9865"/>
                    <a:pt x="11013" y="9789"/>
                  </a:cubicBezTo>
                  <a:cubicBezTo>
                    <a:pt x="11766" y="9738"/>
                    <a:pt x="12786" y="9661"/>
                    <a:pt x="13590" y="9253"/>
                  </a:cubicBezTo>
                  <a:cubicBezTo>
                    <a:pt x="14471" y="8806"/>
                    <a:pt x="14905" y="7926"/>
                    <a:pt x="14726" y="6918"/>
                  </a:cubicBezTo>
                  <a:cubicBezTo>
                    <a:pt x="14624" y="6382"/>
                    <a:pt x="14292" y="5961"/>
                    <a:pt x="13973" y="5552"/>
                  </a:cubicBezTo>
                  <a:cubicBezTo>
                    <a:pt x="13718" y="5221"/>
                    <a:pt x="13463" y="4902"/>
                    <a:pt x="13361" y="4544"/>
                  </a:cubicBezTo>
                  <a:cubicBezTo>
                    <a:pt x="13310" y="4378"/>
                    <a:pt x="13284" y="4213"/>
                    <a:pt x="13259" y="4047"/>
                  </a:cubicBezTo>
                  <a:cubicBezTo>
                    <a:pt x="13246" y="3957"/>
                    <a:pt x="13233" y="3868"/>
                    <a:pt x="13220" y="3766"/>
                  </a:cubicBezTo>
                  <a:cubicBezTo>
                    <a:pt x="13067" y="2949"/>
                    <a:pt x="12621" y="2298"/>
                    <a:pt x="12008" y="2043"/>
                  </a:cubicBezTo>
                  <a:cubicBezTo>
                    <a:pt x="11753" y="1954"/>
                    <a:pt x="11498" y="1890"/>
                    <a:pt x="11230" y="1865"/>
                  </a:cubicBezTo>
                  <a:cubicBezTo>
                    <a:pt x="10821" y="1801"/>
                    <a:pt x="10477" y="1737"/>
                    <a:pt x="10298" y="1482"/>
                  </a:cubicBezTo>
                  <a:cubicBezTo>
                    <a:pt x="10247" y="1418"/>
                    <a:pt x="10209" y="1329"/>
                    <a:pt x="10171" y="1252"/>
                  </a:cubicBezTo>
                  <a:cubicBezTo>
                    <a:pt x="10145" y="1214"/>
                    <a:pt x="10132" y="1163"/>
                    <a:pt x="10107" y="1112"/>
                  </a:cubicBezTo>
                  <a:cubicBezTo>
                    <a:pt x="9722" y="429"/>
                    <a:pt x="9000" y="0"/>
                    <a:pt x="82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32"/>
            <p:cNvSpPr/>
            <p:nvPr/>
          </p:nvSpPr>
          <p:spPr>
            <a:xfrm>
              <a:off x="2493575" y="1248525"/>
              <a:ext cx="386025" cy="259375"/>
            </a:xfrm>
            <a:custGeom>
              <a:avLst/>
              <a:gdLst/>
              <a:ahLst/>
              <a:cxnLst/>
              <a:rect l="l" t="t" r="r" b="b"/>
              <a:pathLst>
                <a:path w="15441" h="10375" extrusionOk="0">
                  <a:moveTo>
                    <a:pt x="8416" y="485"/>
                  </a:moveTo>
                  <a:lnTo>
                    <a:pt x="8416" y="485"/>
                  </a:lnTo>
                  <a:cubicBezTo>
                    <a:pt x="9128" y="487"/>
                    <a:pt x="9827" y="844"/>
                    <a:pt x="10145" y="1468"/>
                  </a:cubicBezTo>
                  <a:cubicBezTo>
                    <a:pt x="10209" y="1608"/>
                    <a:pt x="10272" y="1735"/>
                    <a:pt x="10349" y="1863"/>
                  </a:cubicBezTo>
                  <a:cubicBezTo>
                    <a:pt x="10732" y="2399"/>
                    <a:pt x="11561" y="2259"/>
                    <a:pt x="12161" y="2501"/>
                  </a:cubicBezTo>
                  <a:cubicBezTo>
                    <a:pt x="12773" y="2756"/>
                    <a:pt x="13118" y="3407"/>
                    <a:pt x="13246" y="4058"/>
                  </a:cubicBezTo>
                  <a:cubicBezTo>
                    <a:pt x="13271" y="4326"/>
                    <a:pt x="13322" y="4581"/>
                    <a:pt x="13386" y="4849"/>
                  </a:cubicBezTo>
                  <a:cubicBezTo>
                    <a:pt x="13654" y="5717"/>
                    <a:pt x="14586" y="6304"/>
                    <a:pt x="14739" y="7197"/>
                  </a:cubicBezTo>
                  <a:cubicBezTo>
                    <a:pt x="14892" y="8001"/>
                    <a:pt x="14611" y="8843"/>
                    <a:pt x="13731" y="9277"/>
                  </a:cubicBezTo>
                  <a:cubicBezTo>
                    <a:pt x="13003" y="9647"/>
                    <a:pt x="12072" y="9736"/>
                    <a:pt x="11255" y="9787"/>
                  </a:cubicBezTo>
                  <a:cubicBezTo>
                    <a:pt x="10285" y="9864"/>
                    <a:pt x="9443" y="9877"/>
                    <a:pt x="8460" y="9877"/>
                  </a:cubicBezTo>
                  <a:lnTo>
                    <a:pt x="8422" y="9877"/>
                  </a:lnTo>
                  <a:cubicBezTo>
                    <a:pt x="8097" y="9881"/>
                    <a:pt x="7773" y="9882"/>
                    <a:pt x="7449" y="9882"/>
                  </a:cubicBezTo>
                  <a:cubicBezTo>
                    <a:pt x="6668" y="9882"/>
                    <a:pt x="5889" y="9873"/>
                    <a:pt x="5104" y="9864"/>
                  </a:cubicBezTo>
                  <a:cubicBezTo>
                    <a:pt x="4959" y="9868"/>
                    <a:pt x="4814" y="9870"/>
                    <a:pt x="4669" y="9870"/>
                  </a:cubicBezTo>
                  <a:cubicBezTo>
                    <a:pt x="3822" y="9870"/>
                    <a:pt x="2983" y="9807"/>
                    <a:pt x="2144" y="9698"/>
                  </a:cubicBezTo>
                  <a:cubicBezTo>
                    <a:pt x="1761" y="9660"/>
                    <a:pt x="1404" y="9545"/>
                    <a:pt x="1072" y="9366"/>
                  </a:cubicBezTo>
                  <a:cubicBezTo>
                    <a:pt x="740" y="9175"/>
                    <a:pt x="523" y="8843"/>
                    <a:pt x="498" y="8460"/>
                  </a:cubicBezTo>
                  <a:cubicBezTo>
                    <a:pt x="498" y="8001"/>
                    <a:pt x="932" y="7618"/>
                    <a:pt x="1289" y="7337"/>
                  </a:cubicBezTo>
                  <a:cubicBezTo>
                    <a:pt x="1557" y="7133"/>
                    <a:pt x="1850" y="6929"/>
                    <a:pt x="2042" y="6636"/>
                  </a:cubicBezTo>
                  <a:cubicBezTo>
                    <a:pt x="2374" y="6151"/>
                    <a:pt x="2348" y="5474"/>
                    <a:pt x="2731" y="5015"/>
                  </a:cubicBezTo>
                  <a:cubicBezTo>
                    <a:pt x="3165" y="4492"/>
                    <a:pt x="3943" y="4454"/>
                    <a:pt x="4568" y="4186"/>
                  </a:cubicBezTo>
                  <a:cubicBezTo>
                    <a:pt x="4964" y="3994"/>
                    <a:pt x="5296" y="3713"/>
                    <a:pt x="5538" y="3343"/>
                  </a:cubicBezTo>
                  <a:cubicBezTo>
                    <a:pt x="5806" y="2935"/>
                    <a:pt x="5947" y="2463"/>
                    <a:pt x="6163" y="2029"/>
                  </a:cubicBezTo>
                  <a:cubicBezTo>
                    <a:pt x="6546" y="1289"/>
                    <a:pt x="7223" y="676"/>
                    <a:pt x="8039" y="523"/>
                  </a:cubicBezTo>
                  <a:cubicBezTo>
                    <a:pt x="8165" y="498"/>
                    <a:pt x="8290" y="485"/>
                    <a:pt x="8416" y="485"/>
                  </a:cubicBezTo>
                  <a:close/>
                  <a:moveTo>
                    <a:pt x="8409" y="0"/>
                  </a:moveTo>
                  <a:lnTo>
                    <a:pt x="8422" y="13"/>
                  </a:lnTo>
                  <a:cubicBezTo>
                    <a:pt x="8392" y="10"/>
                    <a:pt x="8362" y="9"/>
                    <a:pt x="8332" y="9"/>
                  </a:cubicBezTo>
                  <a:cubicBezTo>
                    <a:pt x="8200" y="9"/>
                    <a:pt x="8073" y="30"/>
                    <a:pt x="7937" y="51"/>
                  </a:cubicBezTo>
                  <a:cubicBezTo>
                    <a:pt x="7031" y="230"/>
                    <a:pt x="6202" y="881"/>
                    <a:pt x="5730" y="1812"/>
                  </a:cubicBezTo>
                  <a:cubicBezTo>
                    <a:pt x="5628" y="1991"/>
                    <a:pt x="5551" y="2195"/>
                    <a:pt x="5474" y="2374"/>
                  </a:cubicBezTo>
                  <a:cubicBezTo>
                    <a:pt x="5385" y="2616"/>
                    <a:pt x="5270" y="2858"/>
                    <a:pt x="5130" y="3088"/>
                  </a:cubicBezTo>
                  <a:cubicBezTo>
                    <a:pt x="4938" y="3369"/>
                    <a:pt x="4670" y="3599"/>
                    <a:pt x="4351" y="3739"/>
                  </a:cubicBezTo>
                  <a:cubicBezTo>
                    <a:pt x="4160" y="3828"/>
                    <a:pt x="3969" y="3892"/>
                    <a:pt x="3764" y="3943"/>
                  </a:cubicBezTo>
                  <a:cubicBezTo>
                    <a:pt x="3292" y="4083"/>
                    <a:pt x="2744" y="4249"/>
                    <a:pt x="2361" y="4709"/>
                  </a:cubicBezTo>
                  <a:cubicBezTo>
                    <a:pt x="2131" y="5015"/>
                    <a:pt x="1965" y="5372"/>
                    <a:pt x="1876" y="5742"/>
                  </a:cubicBezTo>
                  <a:cubicBezTo>
                    <a:pt x="1825" y="5959"/>
                    <a:pt x="1748" y="6176"/>
                    <a:pt x="1633" y="6380"/>
                  </a:cubicBezTo>
                  <a:cubicBezTo>
                    <a:pt x="1493" y="6559"/>
                    <a:pt x="1314" y="6725"/>
                    <a:pt x="1123" y="6853"/>
                  </a:cubicBezTo>
                  <a:cubicBezTo>
                    <a:pt x="1072" y="6891"/>
                    <a:pt x="1021" y="6929"/>
                    <a:pt x="970" y="6980"/>
                  </a:cubicBezTo>
                  <a:cubicBezTo>
                    <a:pt x="651" y="7223"/>
                    <a:pt x="0" y="7746"/>
                    <a:pt x="13" y="8473"/>
                  </a:cubicBezTo>
                  <a:cubicBezTo>
                    <a:pt x="38" y="9022"/>
                    <a:pt x="345" y="9507"/>
                    <a:pt x="817" y="9787"/>
                  </a:cubicBezTo>
                  <a:cubicBezTo>
                    <a:pt x="1200" y="10004"/>
                    <a:pt x="1621" y="10145"/>
                    <a:pt x="2055" y="10183"/>
                  </a:cubicBezTo>
                  <a:cubicBezTo>
                    <a:pt x="2964" y="10310"/>
                    <a:pt x="3883" y="10364"/>
                    <a:pt x="4804" y="10364"/>
                  </a:cubicBezTo>
                  <a:cubicBezTo>
                    <a:pt x="4904" y="10364"/>
                    <a:pt x="5004" y="10363"/>
                    <a:pt x="5104" y="10362"/>
                  </a:cubicBezTo>
                  <a:cubicBezTo>
                    <a:pt x="6202" y="10374"/>
                    <a:pt x="7325" y="10374"/>
                    <a:pt x="8422" y="10374"/>
                  </a:cubicBezTo>
                  <a:lnTo>
                    <a:pt x="8460" y="10374"/>
                  </a:lnTo>
                  <a:cubicBezTo>
                    <a:pt x="9417" y="10374"/>
                    <a:pt x="10272" y="10362"/>
                    <a:pt x="11293" y="10285"/>
                  </a:cubicBezTo>
                  <a:cubicBezTo>
                    <a:pt x="12059" y="10234"/>
                    <a:pt x="13105" y="10145"/>
                    <a:pt x="13947" y="9724"/>
                  </a:cubicBezTo>
                  <a:cubicBezTo>
                    <a:pt x="14917" y="9252"/>
                    <a:pt x="15440" y="8167"/>
                    <a:pt x="15224" y="7120"/>
                  </a:cubicBezTo>
                  <a:cubicBezTo>
                    <a:pt x="15109" y="6521"/>
                    <a:pt x="14739" y="6049"/>
                    <a:pt x="14420" y="5653"/>
                  </a:cubicBezTo>
                  <a:cubicBezTo>
                    <a:pt x="14177" y="5372"/>
                    <a:pt x="13973" y="5053"/>
                    <a:pt x="13833" y="4709"/>
                  </a:cubicBezTo>
                  <a:cubicBezTo>
                    <a:pt x="13794" y="4568"/>
                    <a:pt x="13769" y="4415"/>
                    <a:pt x="13756" y="4262"/>
                  </a:cubicBezTo>
                  <a:cubicBezTo>
                    <a:pt x="13743" y="4160"/>
                    <a:pt x="13731" y="4071"/>
                    <a:pt x="13705" y="3969"/>
                  </a:cubicBezTo>
                  <a:cubicBezTo>
                    <a:pt x="13552" y="3063"/>
                    <a:pt x="13041" y="2348"/>
                    <a:pt x="12352" y="2067"/>
                  </a:cubicBezTo>
                  <a:cubicBezTo>
                    <a:pt x="12084" y="1965"/>
                    <a:pt x="11804" y="1901"/>
                    <a:pt x="11523" y="1863"/>
                  </a:cubicBezTo>
                  <a:cubicBezTo>
                    <a:pt x="11115" y="1799"/>
                    <a:pt x="10859" y="1748"/>
                    <a:pt x="10745" y="1595"/>
                  </a:cubicBezTo>
                  <a:cubicBezTo>
                    <a:pt x="10706" y="1531"/>
                    <a:pt x="10668" y="1468"/>
                    <a:pt x="10642" y="1404"/>
                  </a:cubicBezTo>
                  <a:cubicBezTo>
                    <a:pt x="10617" y="1353"/>
                    <a:pt x="10591" y="1302"/>
                    <a:pt x="10566" y="1251"/>
                  </a:cubicBezTo>
                  <a:cubicBezTo>
                    <a:pt x="10183" y="485"/>
                    <a:pt x="9341" y="0"/>
                    <a:pt x="840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83" name="Google Shape;383;p32"/>
          <p:cNvSpPr/>
          <p:nvPr/>
        </p:nvSpPr>
        <p:spPr>
          <a:xfrm flipH="1">
            <a:off x="1642322" y="232889"/>
            <a:ext cx="373543" cy="240766"/>
          </a:xfrm>
          <a:custGeom>
            <a:avLst/>
            <a:gdLst/>
            <a:ahLst/>
            <a:cxnLst/>
            <a:rect l="l" t="t" r="r" b="b"/>
            <a:pathLst>
              <a:path w="11920" h="7683" extrusionOk="0">
                <a:moveTo>
                  <a:pt x="5883" y="485"/>
                </a:moveTo>
                <a:lnTo>
                  <a:pt x="5883" y="498"/>
                </a:lnTo>
                <a:cubicBezTo>
                  <a:pt x="5921" y="494"/>
                  <a:pt x="5958" y="493"/>
                  <a:pt x="5994" y="493"/>
                </a:cubicBezTo>
                <a:cubicBezTo>
                  <a:pt x="6093" y="493"/>
                  <a:pt x="6189" y="505"/>
                  <a:pt x="6292" y="523"/>
                </a:cubicBezTo>
                <a:cubicBezTo>
                  <a:pt x="6675" y="574"/>
                  <a:pt x="7045" y="740"/>
                  <a:pt x="7338" y="995"/>
                </a:cubicBezTo>
                <a:cubicBezTo>
                  <a:pt x="7823" y="1416"/>
                  <a:pt x="8040" y="2118"/>
                  <a:pt x="8576" y="2476"/>
                </a:cubicBezTo>
                <a:cubicBezTo>
                  <a:pt x="9035" y="2782"/>
                  <a:pt x="9635" y="2782"/>
                  <a:pt x="10133" y="2986"/>
                </a:cubicBezTo>
                <a:cubicBezTo>
                  <a:pt x="11919" y="3752"/>
                  <a:pt x="11536" y="6393"/>
                  <a:pt x="9609" y="6610"/>
                </a:cubicBezTo>
                <a:cubicBezTo>
                  <a:pt x="9520" y="6623"/>
                  <a:pt x="9431" y="6623"/>
                  <a:pt x="9342" y="6623"/>
                </a:cubicBezTo>
                <a:cubicBezTo>
                  <a:pt x="8984" y="6623"/>
                  <a:pt x="8627" y="6559"/>
                  <a:pt x="8282" y="6559"/>
                </a:cubicBezTo>
                <a:cubicBezTo>
                  <a:pt x="8078" y="6559"/>
                  <a:pt x="7887" y="6585"/>
                  <a:pt x="7695" y="6648"/>
                </a:cubicBezTo>
                <a:cubicBezTo>
                  <a:pt x="7491" y="6738"/>
                  <a:pt x="7300" y="6840"/>
                  <a:pt x="7108" y="6942"/>
                </a:cubicBezTo>
                <a:cubicBezTo>
                  <a:pt x="6740" y="7126"/>
                  <a:pt x="6342" y="7216"/>
                  <a:pt x="5943" y="7216"/>
                </a:cubicBezTo>
                <a:cubicBezTo>
                  <a:pt x="5486" y="7216"/>
                  <a:pt x="5029" y="7097"/>
                  <a:pt x="4620" y="6865"/>
                </a:cubicBezTo>
                <a:cubicBezTo>
                  <a:pt x="4327" y="6687"/>
                  <a:pt x="4071" y="6470"/>
                  <a:pt x="3752" y="6380"/>
                </a:cubicBezTo>
                <a:cubicBezTo>
                  <a:pt x="3650" y="6355"/>
                  <a:pt x="3548" y="6342"/>
                  <a:pt x="3446" y="6342"/>
                </a:cubicBezTo>
                <a:cubicBezTo>
                  <a:pt x="2974" y="6342"/>
                  <a:pt x="2502" y="6572"/>
                  <a:pt x="2017" y="6572"/>
                </a:cubicBezTo>
                <a:lnTo>
                  <a:pt x="1902" y="6572"/>
                </a:lnTo>
                <a:cubicBezTo>
                  <a:pt x="1366" y="6508"/>
                  <a:pt x="907" y="6151"/>
                  <a:pt x="728" y="5640"/>
                </a:cubicBezTo>
                <a:cubicBezTo>
                  <a:pt x="524" y="5002"/>
                  <a:pt x="741" y="4288"/>
                  <a:pt x="1290" y="3892"/>
                </a:cubicBezTo>
                <a:cubicBezTo>
                  <a:pt x="1660" y="3599"/>
                  <a:pt x="2093" y="3471"/>
                  <a:pt x="2489" y="3254"/>
                </a:cubicBezTo>
                <a:cubicBezTo>
                  <a:pt x="2897" y="3024"/>
                  <a:pt x="3127" y="2667"/>
                  <a:pt x="3357" y="2259"/>
                </a:cubicBezTo>
                <a:cubicBezTo>
                  <a:pt x="3918" y="1263"/>
                  <a:pt x="4748" y="485"/>
                  <a:pt x="5883" y="485"/>
                </a:cubicBezTo>
                <a:close/>
                <a:moveTo>
                  <a:pt x="5896" y="0"/>
                </a:moveTo>
                <a:lnTo>
                  <a:pt x="5883" y="13"/>
                </a:lnTo>
                <a:cubicBezTo>
                  <a:pt x="4697" y="13"/>
                  <a:pt x="3676" y="702"/>
                  <a:pt x="2948" y="2029"/>
                </a:cubicBezTo>
                <a:cubicBezTo>
                  <a:pt x="2731" y="2399"/>
                  <a:pt x="2566" y="2667"/>
                  <a:pt x="2272" y="2833"/>
                </a:cubicBezTo>
                <a:cubicBezTo>
                  <a:pt x="2144" y="2897"/>
                  <a:pt x="2004" y="2960"/>
                  <a:pt x="1864" y="3024"/>
                </a:cubicBezTo>
                <a:cubicBezTo>
                  <a:pt x="1558" y="3139"/>
                  <a:pt x="1264" y="3305"/>
                  <a:pt x="996" y="3509"/>
                </a:cubicBezTo>
                <a:cubicBezTo>
                  <a:pt x="294" y="4032"/>
                  <a:pt x="1" y="4951"/>
                  <a:pt x="269" y="5793"/>
                </a:cubicBezTo>
                <a:cubicBezTo>
                  <a:pt x="524" y="6482"/>
                  <a:pt x="1136" y="6967"/>
                  <a:pt x="1864" y="7031"/>
                </a:cubicBezTo>
                <a:lnTo>
                  <a:pt x="2030" y="7031"/>
                </a:lnTo>
                <a:cubicBezTo>
                  <a:pt x="2310" y="7031"/>
                  <a:pt x="2591" y="6980"/>
                  <a:pt x="2859" y="6916"/>
                </a:cubicBezTo>
                <a:cubicBezTo>
                  <a:pt x="3051" y="6853"/>
                  <a:pt x="3255" y="6827"/>
                  <a:pt x="3446" y="6814"/>
                </a:cubicBezTo>
                <a:cubicBezTo>
                  <a:pt x="3510" y="6814"/>
                  <a:pt x="3574" y="6814"/>
                  <a:pt x="3637" y="6840"/>
                </a:cubicBezTo>
                <a:cubicBezTo>
                  <a:pt x="3816" y="6891"/>
                  <a:pt x="3969" y="6980"/>
                  <a:pt x="4122" y="7095"/>
                </a:cubicBezTo>
                <a:cubicBezTo>
                  <a:pt x="4199" y="7146"/>
                  <a:pt x="4288" y="7210"/>
                  <a:pt x="4378" y="7261"/>
                </a:cubicBezTo>
                <a:cubicBezTo>
                  <a:pt x="4863" y="7541"/>
                  <a:pt x="5407" y="7682"/>
                  <a:pt x="5953" y="7682"/>
                </a:cubicBezTo>
                <a:cubicBezTo>
                  <a:pt x="6425" y="7682"/>
                  <a:pt x="6900" y="7576"/>
                  <a:pt x="7338" y="7363"/>
                </a:cubicBezTo>
                <a:cubicBezTo>
                  <a:pt x="7415" y="7325"/>
                  <a:pt x="7478" y="7286"/>
                  <a:pt x="7542" y="7248"/>
                </a:cubicBezTo>
                <a:cubicBezTo>
                  <a:pt x="7644" y="7184"/>
                  <a:pt x="7759" y="7133"/>
                  <a:pt x="7861" y="7095"/>
                </a:cubicBezTo>
                <a:cubicBezTo>
                  <a:pt x="7978" y="7053"/>
                  <a:pt x="8103" y="7028"/>
                  <a:pt x="8222" y="7028"/>
                </a:cubicBezTo>
                <a:cubicBezTo>
                  <a:pt x="8247" y="7028"/>
                  <a:pt x="8271" y="7029"/>
                  <a:pt x="8295" y="7031"/>
                </a:cubicBezTo>
                <a:cubicBezTo>
                  <a:pt x="8448" y="7031"/>
                  <a:pt x="8614" y="7044"/>
                  <a:pt x="8780" y="7057"/>
                </a:cubicBezTo>
                <a:cubicBezTo>
                  <a:pt x="8946" y="7069"/>
                  <a:pt x="9150" y="7095"/>
                  <a:pt x="9354" y="7095"/>
                </a:cubicBezTo>
                <a:cubicBezTo>
                  <a:pt x="9456" y="7095"/>
                  <a:pt x="9571" y="7082"/>
                  <a:pt x="9673" y="7069"/>
                </a:cubicBezTo>
                <a:cubicBezTo>
                  <a:pt x="10745" y="6955"/>
                  <a:pt x="11587" y="6125"/>
                  <a:pt x="11741" y="5066"/>
                </a:cubicBezTo>
                <a:cubicBezTo>
                  <a:pt x="11906" y="3994"/>
                  <a:pt x="11319" y="2960"/>
                  <a:pt x="10337" y="2539"/>
                </a:cubicBezTo>
                <a:cubicBezTo>
                  <a:pt x="10094" y="2437"/>
                  <a:pt x="9852" y="2374"/>
                  <a:pt x="9597" y="2322"/>
                </a:cubicBezTo>
                <a:cubicBezTo>
                  <a:pt x="9342" y="2271"/>
                  <a:pt x="9086" y="2195"/>
                  <a:pt x="8857" y="2067"/>
                </a:cubicBezTo>
                <a:cubicBezTo>
                  <a:pt x="8627" y="1876"/>
                  <a:pt x="8436" y="1646"/>
                  <a:pt x="8295" y="1391"/>
                </a:cubicBezTo>
                <a:cubicBezTo>
                  <a:pt x="8116" y="1110"/>
                  <a:pt x="7912" y="842"/>
                  <a:pt x="7670" y="613"/>
                </a:cubicBezTo>
                <a:cubicBezTo>
                  <a:pt x="7300" y="306"/>
                  <a:pt x="6853" y="102"/>
                  <a:pt x="6368" y="38"/>
                </a:cubicBezTo>
                <a:cubicBezTo>
                  <a:pt x="6215" y="13"/>
                  <a:pt x="6049" y="0"/>
                  <a:pt x="58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0000" y="445025"/>
            <a:ext cx="7704000" cy="5649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400"/>
              <a:buFont typeface="Domine"/>
              <a:buNone/>
              <a:defRPr sz="3400">
                <a:solidFill>
                  <a:schemeClr val="dk1"/>
                </a:solidFill>
                <a:latin typeface="Domine"/>
                <a:ea typeface="Domine"/>
                <a:cs typeface="Domine"/>
                <a:sym typeface="Domine"/>
              </a:defRPr>
            </a:lvl1pPr>
            <a:lvl2pPr lvl="1" rtl="0">
              <a:spcBef>
                <a:spcPts val="0"/>
              </a:spcBef>
              <a:spcAft>
                <a:spcPts val="0"/>
              </a:spcAft>
              <a:buClr>
                <a:schemeClr val="dk1"/>
              </a:buClr>
              <a:buSzPts val="3400"/>
              <a:buFont typeface="Domine"/>
              <a:buNone/>
              <a:defRPr sz="3400">
                <a:solidFill>
                  <a:schemeClr val="dk1"/>
                </a:solidFill>
                <a:latin typeface="Domine"/>
                <a:ea typeface="Domine"/>
                <a:cs typeface="Domine"/>
                <a:sym typeface="Domine"/>
              </a:defRPr>
            </a:lvl2pPr>
            <a:lvl3pPr lvl="2" rtl="0">
              <a:spcBef>
                <a:spcPts val="0"/>
              </a:spcBef>
              <a:spcAft>
                <a:spcPts val="0"/>
              </a:spcAft>
              <a:buClr>
                <a:schemeClr val="dk1"/>
              </a:buClr>
              <a:buSzPts val="3400"/>
              <a:buFont typeface="Domine"/>
              <a:buNone/>
              <a:defRPr sz="3400">
                <a:solidFill>
                  <a:schemeClr val="dk1"/>
                </a:solidFill>
                <a:latin typeface="Domine"/>
                <a:ea typeface="Domine"/>
                <a:cs typeface="Domine"/>
                <a:sym typeface="Domine"/>
              </a:defRPr>
            </a:lvl3pPr>
            <a:lvl4pPr lvl="3" rtl="0">
              <a:spcBef>
                <a:spcPts val="0"/>
              </a:spcBef>
              <a:spcAft>
                <a:spcPts val="0"/>
              </a:spcAft>
              <a:buClr>
                <a:schemeClr val="dk1"/>
              </a:buClr>
              <a:buSzPts val="3400"/>
              <a:buFont typeface="Domine"/>
              <a:buNone/>
              <a:defRPr sz="3400">
                <a:solidFill>
                  <a:schemeClr val="dk1"/>
                </a:solidFill>
                <a:latin typeface="Domine"/>
                <a:ea typeface="Domine"/>
                <a:cs typeface="Domine"/>
                <a:sym typeface="Domine"/>
              </a:defRPr>
            </a:lvl4pPr>
            <a:lvl5pPr lvl="4" rtl="0">
              <a:spcBef>
                <a:spcPts val="0"/>
              </a:spcBef>
              <a:spcAft>
                <a:spcPts val="0"/>
              </a:spcAft>
              <a:buClr>
                <a:schemeClr val="dk1"/>
              </a:buClr>
              <a:buSzPts val="3400"/>
              <a:buFont typeface="Domine"/>
              <a:buNone/>
              <a:defRPr sz="3400">
                <a:solidFill>
                  <a:schemeClr val="dk1"/>
                </a:solidFill>
                <a:latin typeface="Domine"/>
                <a:ea typeface="Domine"/>
                <a:cs typeface="Domine"/>
                <a:sym typeface="Domine"/>
              </a:defRPr>
            </a:lvl5pPr>
            <a:lvl6pPr lvl="5" rtl="0">
              <a:spcBef>
                <a:spcPts val="0"/>
              </a:spcBef>
              <a:spcAft>
                <a:spcPts val="0"/>
              </a:spcAft>
              <a:buClr>
                <a:schemeClr val="dk1"/>
              </a:buClr>
              <a:buSzPts val="3400"/>
              <a:buFont typeface="Domine"/>
              <a:buNone/>
              <a:defRPr sz="3400">
                <a:solidFill>
                  <a:schemeClr val="dk1"/>
                </a:solidFill>
                <a:latin typeface="Domine"/>
                <a:ea typeface="Domine"/>
                <a:cs typeface="Domine"/>
                <a:sym typeface="Domine"/>
              </a:defRPr>
            </a:lvl6pPr>
            <a:lvl7pPr lvl="6" rtl="0">
              <a:spcBef>
                <a:spcPts val="0"/>
              </a:spcBef>
              <a:spcAft>
                <a:spcPts val="0"/>
              </a:spcAft>
              <a:buClr>
                <a:schemeClr val="dk1"/>
              </a:buClr>
              <a:buSzPts val="3400"/>
              <a:buFont typeface="Domine"/>
              <a:buNone/>
              <a:defRPr sz="3400">
                <a:solidFill>
                  <a:schemeClr val="dk1"/>
                </a:solidFill>
                <a:latin typeface="Domine"/>
                <a:ea typeface="Domine"/>
                <a:cs typeface="Domine"/>
                <a:sym typeface="Domine"/>
              </a:defRPr>
            </a:lvl7pPr>
            <a:lvl8pPr lvl="7" rtl="0">
              <a:spcBef>
                <a:spcPts val="0"/>
              </a:spcBef>
              <a:spcAft>
                <a:spcPts val="0"/>
              </a:spcAft>
              <a:buClr>
                <a:schemeClr val="dk1"/>
              </a:buClr>
              <a:buSzPts val="3400"/>
              <a:buFont typeface="Domine"/>
              <a:buNone/>
              <a:defRPr sz="3400">
                <a:solidFill>
                  <a:schemeClr val="dk1"/>
                </a:solidFill>
                <a:latin typeface="Domine"/>
                <a:ea typeface="Domine"/>
                <a:cs typeface="Domine"/>
                <a:sym typeface="Domine"/>
              </a:defRPr>
            </a:lvl8pPr>
            <a:lvl9pPr lvl="8" rtl="0">
              <a:spcBef>
                <a:spcPts val="0"/>
              </a:spcBef>
              <a:spcAft>
                <a:spcPts val="0"/>
              </a:spcAft>
              <a:buClr>
                <a:schemeClr val="dk1"/>
              </a:buClr>
              <a:buSzPts val="3400"/>
              <a:buFont typeface="Domine"/>
              <a:buNone/>
              <a:defRPr sz="3400">
                <a:solidFill>
                  <a:schemeClr val="dk1"/>
                </a:solidFill>
                <a:latin typeface="Domine"/>
                <a:ea typeface="Domine"/>
                <a:cs typeface="Domine"/>
                <a:sym typeface="Domine"/>
              </a:defRPr>
            </a:lvl9pPr>
          </a:lstStyle>
          <a:p>
            <a:endParaRPr/>
          </a:p>
        </p:txBody>
      </p:sp>
      <p:sp>
        <p:nvSpPr>
          <p:cNvPr id="7" name="Google Shape;7;p1"/>
          <p:cNvSpPr txBox="1">
            <a:spLocks noGrp="1"/>
          </p:cNvSpPr>
          <p:nvPr>
            <p:ph type="body" idx="1"/>
          </p:nvPr>
        </p:nvSpPr>
        <p:spPr>
          <a:xfrm>
            <a:off x="720000" y="1142975"/>
            <a:ext cx="7704000" cy="33705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1pPr>
            <a:lvl2pPr marL="914400" lvl="1" indent="-317500">
              <a:lnSpc>
                <a:spcPct val="100000"/>
              </a:lnSpc>
              <a:spcBef>
                <a:spcPts val="1600"/>
              </a:spcBef>
              <a:spcAft>
                <a:spcPts val="0"/>
              </a:spcAft>
              <a:buClr>
                <a:schemeClr val="dk1"/>
              </a:buClr>
              <a:buSzPts val="1400"/>
              <a:buFont typeface="DM Sans"/>
              <a:buChar char="○"/>
              <a:defRPr>
                <a:solidFill>
                  <a:schemeClr val="dk1"/>
                </a:solidFill>
                <a:latin typeface="DM Sans"/>
                <a:ea typeface="DM Sans"/>
                <a:cs typeface="DM Sans"/>
                <a:sym typeface="DM Sans"/>
              </a:defRPr>
            </a:lvl2pPr>
            <a:lvl3pPr marL="1371600" lvl="2" indent="-317500">
              <a:lnSpc>
                <a:spcPct val="100000"/>
              </a:lnSpc>
              <a:spcBef>
                <a:spcPts val="1600"/>
              </a:spcBef>
              <a:spcAft>
                <a:spcPts val="0"/>
              </a:spcAft>
              <a:buClr>
                <a:schemeClr val="dk1"/>
              </a:buClr>
              <a:buSzPts val="1400"/>
              <a:buFont typeface="DM Sans"/>
              <a:buChar char="■"/>
              <a:defRPr>
                <a:solidFill>
                  <a:schemeClr val="dk1"/>
                </a:solidFill>
                <a:latin typeface="DM Sans"/>
                <a:ea typeface="DM Sans"/>
                <a:cs typeface="DM Sans"/>
                <a:sym typeface="DM Sans"/>
              </a:defRPr>
            </a:lvl3pPr>
            <a:lvl4pPr marL="1828800" lvl="3" indent="-317500">
              <a:lnSpc>
                <a:spcPct val="100000"/>
              </a:lnSpc>
              <a:spcBef>
                <a:spcPts val="1600"/>
              </a:spcBef>
              <a:spcAft>
                <a:spcPts val="0"/>
              </a:spcAft>
              <a:buClr>
                <a:schemeClr val="dk1"/>
              </a:buClr>
              <a:buSzPts val="1400"/>
              <a:buFont typeface="DM Sans"/>
              <a:buChar char="●"/>
              <a:defRPr>
                <a:solidFill>
                  <a:schemeClr val="dk1"/>
                </a:solidFill>
                <a:latin typeface="DM Sans"/>
                <a:ea typeface="DM Sans"/>
                <a:cs typeface="DM Sans"/>
                <a:sym typeface="DM Sans"/>
              </a:defRPr>
            </a:lvl4pPr>
            <a:lvl5pPr marL="2286000" lvl="4" indent="-317500">
              <a:lnSpc>
                <a:spcPct val="100000"/>
              </a:lnSpc>
              <a:spcBef>
                <a:spcPts val="1600"/>
              </a:spcBef>
              <a:spcAft>
                <a:spcPts val="0"/>
              </a:spcAft>
              <a:buClr>
                <a:schemeClr val="dk1"/>
              </a:buClr>
              <a:buSzPts val="1400"/>
              <a:buFont typeface="DM Sans"/>
              <a:buChar char="○"/>
              <a:defRPr>
                <a:solidFill>
                  <a:schemeClr val="dk1"/>
                </a:solidFill>
                <a:latin typeface="DM Sans"/>
                <a:ea typeface="DM Sans"/>
                <a:cs typeface="DM Sans"/>
                <a:sym typeface="DM Sans"/>
              </a:defRPr>
            </a:lvl5pPr>
            <a:lvl6pPr marL="2743200" lvl="5" indent="-317500">
              <a:lnSpc>
                <a:spcPct val="100000"/>
              </a:lnSpc>
              <a:spcBef>
                <a:spcPts val="1600"/>
              </a:spcBef>
              <a:spcAft>
                <a:spcPts val="0"/>
              </a:spcAft>
              <a:buClr>
                <a:schemeClr val="dk1"/>
              </a:buClr>
              <a:buSzPts val="1400"/>
              <a:buFont typeface="DM Sans"/>
              <a:buChar char="■"/>
              <a:defRPr>
                <a:solidFill>
                  <a:schemeClr val="dk1"/>
                </a:solidFill>
                <a:latin typeface="DM Sans"/>
                <a:ea typeface="DM Sans"/>
                <a:cs typeface="DM Sans"/>
                <a:sym typeface="DM Sans"/>
              </a:defRPr>
            </a:lvl6pPr>
            <a:lvl7pPr marL="3200400" lvl="6" indent="-317500">
              <a:lnSpc>
                <a:spcPct val="100000"/>
              </a:lnSpc>
              <a:spcBef>
                <a:spcPts val="1600"/>
              </a:spcBef>
              <a:spcAft>
                <a:spcPts val="0"/>
              </a:spcAft>
              <a:buClr>
                <a:schemeClr val="dk1"/>
              </a:buClr>
              <a:buSzPts val="1400"/>
              <a:buFont typeface="DM Sans"/>
              <a:buChar char="●"/>
              <a:defRPr>
                <a:solidFill>
                  <a:schemeClr val="dk1"/>
                </a:solidFill>
                <a:latin typeface="DM Sans"/>
                <a:ea typeface="DM Sans"/>
                <a:cs typeface="DM Sans"/>
                <a:sym typeface="DM Sans"/>
              </a:defRPr>
            </a:lvl7pPr>
            <a:lvl8pPr marL="3657600" lvl="7" indent="-317500">
              <a:lnSpc>
                <a:spcPct val="100000"/>
              </a:lnSpc>
              <a:spcBef>
                <a:spcPts val="1600"/>
              </a:spcBef>
              <a:spcAft>
                <a:spcPts val="0"/>
              </a:spcAft>
              <a:buClr>
                <a:schemeClr val="dk1"/>
              </a:buClr>
              <a:buSzPts val="1400"/>
              <a:buFont typeface="DM Sans"/>
              <a:buChar char="○"/>
              <a:defRPr>
                <a:solidFill>
                  <a:schemeClr val="dk1"/>
                </a:solidFill>
                <a:latin typeface="DM Sans"/>
                <a:ea typeface="DM Sans"/>
                <a:cs typeface="DM Sans"/>
                <a:sym typeface="DM Sans"/>
              </a:defRPr>
            </a:lvl8pPr>
            <a:lvl9pPr marL="4114800" lvl="8" indent="-317500">
              <a:lnSpc>
                <a:spcPct val="100000"/>
              </a:lnSpc>
              <a:spcBef>
                <a:spcPts val="1600"/>
              </a:spcBef>
              <a:spcAft>
                <a:spcPts val="1600"/>
              </a:spcAft>
              <a:buClr>
                <a:schemeClr val="dk1"/>
              </a:buClr>
              <a:buSzPts val="1400"/>
              <a:buFont typeface="DM Sans"/>
              <a:buChar char="■"/>
              <a:defRPr>
                <a:solidFill>
                  <a:schemeClr val="dk1"/>
                </a:solidFill>
                <a:latin typeface="DM Sans"/>
                <a:ea typeface="DM Sans"/>
                <a:cs typeface="DM Sans"/>
                <a:sym typeface="DM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5" r:id="rId5"/>
    <p:sldLayoutId id="2147483658" r:id="rId6"/>
    <p:sldLayoutId id="2147483659" r:id="rId7"/>
    <p:sldLayoutId id="2147483667" r:id="rId8"/>
    <p:sldLayoutId id="2147483669" r:id="rId9"/>
    <p:sldLayoutId id="2147483671" r:id="rId10"/>
    <p:sldLayoutId id="2147483674" r:id="rId11"/>
    <p:sldLayoutId id="2147483675" r:id="rId12"/>
    <p:sldLayoutId id="2147483676" r:id="rId13"/>
    <p:sldLayoutId id="2147483677" r:id="rId14"/>
    <p:sldLayoutId id="2147483678" r:id="rId1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93"/>
        <p:cNvGrpSpPr/>
        <p:nvPr/>
      </p:nvGrpSpPr>
      <p:grpSpPr>
        <a:xfrm>
          <a:off x="0" y="0"/>
          <a:ext cx="0" cy="0"/>
          <a:chOff x="0" y="0"/>
          <a:chExt cx="0" cy="0"/>
        </a:xfrm>
      </p:grpSpPr>
      <p:sp>
        <p:nvSpPr>
          <p:cNvPr id="394" name="Google Shape;394;p36"/>
          <p:cNvSpPr txBox="1">
            <a:spLocks noGrp="1"/>
          </p:cNvSpPr>
          <p:nvPr>
            <p:ph type="subTitle" idx="1"/>
          </p:nvPr>
        </p:nvSpPr>
        <p:spPr>
          <a:xfrm>
            <a:off x="720000" y="4628865"/>
            <a:ext cx="5584646" cy="400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chemeClr val="hlink"/>
              </a:buClr>
              <a:buSzPts val="1100"/>
              <a:buFont typeface="Arial"/>
              <a:buNone/>
            </a:pPr>
            <a:r>
              <a:rPr lang="en-GB" dirty="0"/>
              <a:t>Jacinta · Aliya · Destiny · Albert · Terence · Francis · Bernard</a:t>
            </a:r>
          </a:p>
        </p:txBody>
      </p:sp>
      <p:sp>
        <p:nvSpPr>
          <p:cNvPr id="395" name="Google Shape;395;p36"/>
          <p:cNvSpPr txBox="1">
            <a:spLocks noGrp="1"/>
          </p:cNvSpPr>
          <p:nvPr>
            <p:ph type="ctrTitle"/>
          </p:nvPr>
        </p:nvSpPr>
        <p:spPr>
          <a:xfrm>
            <a:off x="720000" y="1244485"/>
            <a:ext cx="4910556" cy="208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2800" dirty="0">
                <a:solidFill>
                  <a:schemeClr val="dk2"/>
                </a:solidFill>
              </a:rPr>
              <a:t>2023 NATIONAL YOUTH</a:t>
            </a:r>
            <a:br>
              <a:rPr lang="en-GB" sz="2800" dirty="0">
                <a:solidFill>
                  <a:schemeClr val="dk2"/>
                </a:solidFill>
              </a:rPr>
            </a:br>
            <a:r>
              <a:rPr lang="en-GB" sz="2800" dirty="0">
                <a:solidFill>
                  <a:schemeClr val="dk2"/>
                </a:solidFill>
              </a:rPr>
              <a:t>RISK BEHAVIOR SURVEY</a:t>
            </a:r>
            <a:br>
              <a:rPr lang="en-GB" sz="2800" dirty="0">
                <a:solidFill>
                  <a:schemeClr val="dk2"/>
                </a:solidFill>
              </a:rPr>
            </a:br>
            <a:br>
              <a:rPr lang="en-GB" sz="2800" dirty="0">
                <a:solidFill>
                  <a:schemeClr val="dk2"/>
                </a:solidFill>
              </a:rPr>
            </a:br>
            <a:r>
              <a:rPr lang="en-GB" sz="1800" dirty="0"/>
              <a:t>Co-Occurring Adverse Experiences</a:t>
            </a:r>
            <a:br>
              <a:rPr lang="en-GB" sz="1800" dirty="0"/>
            </a:br>
            <a:r>
              <a:rPr lang="en-GB" sz="1800" dirty="0"/>
              <a:t>&amp; Protective Factors in Adolescent Suicidality</a:t>
            </a:r>
            <a:br>
              <a:rPr lang="en-GB" dirty="0"/>
            </a:br>
            <a:endParaRPr lang="en-GB" dirty="0"/>
          </a:p>
        </p:txBody>
      </p:sp>
      <p:sp>
        <p:nvSpPr>
          <p:cNvPr id="396" name="Google Shape;396;p36"/>
          <p:cNvSpPr txBox="1">
            <a:spLocks noGrp="1"/>
          </p:cNvSpPr>
          <p:nvPr>
            <p:ph type="subTitle" idx="2"/>
          </p:nvPr>
        </p:nvSpPr>
        <p:spPr>
          <a:xfrm>
            <a:off x="720000" y="3456413"/>
            <a:ext cx="4325512" cy="849506"/>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GB" sz="1400" dirty="0"/>
              <a:t>A survey-weighted analysis of self-reported adversity, protective behaviours, and suicide-risk outcomes among U.S. high school students</a:t>
            </a:r>
          </a:p>
        </p:txBody>
      </p:sp>
      <p:grpSp>
        <p:nvGrpSpPr>
          <p:cNvPr id="397" name="Google Shape;397;p36"/>
          <p:cNvGrpSpPr/>
          <p:nvPr/>
        </p:nvGrpSpPr>
        <p:grpSpPr>
          <a:xfrm flipH="1">
            <a:off x="5921144" y="1731260"/>
            <a:ext cx="1821981" cy="2424578"/>
            <a:chOff x="6169925" y="3443950"/>
            <a:chExt cx="1206850" cy="1606000"/>
          </a:xfrm>
        </p:grpSpPr>
        <p:sp>
          <p:nvSpPr>
            <p:cNvPr id="398" name="Google Shape;398;p36"/>
            <p:cNvSpPr/>
            <p:nvPr/>
          </p:nvSpPr>
          <p:spPr>
            <a:xfrm>
              <a:off x="6309000" y="3531825"/>
              <a:ext cx="846375" cy="746650"/>
            </a:xfrm>
            <a:custGeom>
              <a:avLst/>
              <a:gdLst/>
              <a:ahLst/>
              <a:cxnLst/>
              <a:rect l="l" t="t" r="r" b="b"/>
              <a:pathLst>
                <a:path w="33855" h="29866" extrusionOk="0">
                  <a:moveTo>
                    <a:pt x="19043" y="0"/>
                  </a:moveTo>
                  <a:cubicBezTo>
                    <a:pt x="12967" y="0"/>
                    <a:pt x="6658" y="2998"/>
                    <a:pt x="3153" y="7933"/>
                  </a:cubicBezTo>
                  <a:cubicBezTo>
                    <a:pt x="677" y="11443"/>
                    <a:pt x="1" y="15564"/>
                    <a:pt x="601" y="19278"/>
                  </a:cubicBezTo>
                  <a:cubicBezTo>
                    <a:pt x="1525" y="25051"/>
                    <a:pt x="5489" y="29866"/>
                    <a:pt x="10345" y="29866"/>
                  </a:cubicBezTo>
                  <a:cubicBezTo>
                    <a:pt x="10716" y="29866"/>
                    <a:pt x="11092" y="29838"/>
                    <a:pt x="11473" y="29780"/>
                  </a:cubicBezTo>
                  <a:cubicBezTo>
                    <a:pt x="13668" y="29448"/>
                    <a:pt x="15377" y="28185"/>
                    <a:pt x="16934" y="26692"/>
                  </a:cubicBezTo>
                  <a:cubicBezTo>
                    <a:pt x="18389" y="25288"/>
                    <a:pt x="19206" y="23387"/>
                    <a:pt x="20571" y="21868"/>
                  </a:cubicBezTo>
                  <a:cubicBezTo>
                    <a:pt x="25497" y="16381"/>
                    <a:pt x="28508" y="17708"/>
                    <a:pt x="31635" y="15232"/>
                  </a:cubicBezTo>
                  <a:cubicBezTo>
                    <a:pt x="32438" y="14620"/>
                    <a:pt x="33025" y="13752"/>
                    <a:pt x="33281" y="12770"/>
                  </a:cubicBezTo>
                  <a:lnTo>
                    <a:pt x="33268" y="12770"/>
                  </a:lnTo>
                  <a:cubicBezTo>
                    <a:pt x="33855" y="10498"/>
                    <a:pt x="32745" y="7818"/>
                    <a:pt x="31354" y="5917"/>
                  </a:cubicBezTo>
                  <a:cubicBezTo>
                    <a:pt x="28337" y="1807"/>
                    <a:pt x="23760" y="0"/>
                    <a:pt x="190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36"/>
            <p:cNvSpPr/>
            <p:nvPr/>
          </p:nvSpPr>
          <p:spPr>
            <a:xfrm>
              <a:off x="6851975" y="4176600"/>
              <a:ext cx="270225" cy="200650"/>
            </a:xfrm>
            <a:custGeom>
              <a:avLst/>
              <a:gdLst/>
              <a:ahLst/>
              <a:cxnLst/>
              <a:rect l="l" t="t" r="r" b="b"/>
              <a:pathLst>
                <a:path w="10809" h="8026" extrusionOk="0">
                  <a:moveTo>
                    <a:pt x="5392" y="0"/>
                  </a:moveTo>
                  <a:cubicBezTo>
                    <a:pt x="4335" y="0"/>
                    <a:pt x="3263" y="322"/>
                    <a:pt x="2361" y="964"/>
                  </a:cubicBezTo>
                  <a:cubicBezTo>
                    <a:pt x="294" y="2445"/>
                    <a:pt x="1" y="5226"/>
                    <a:pt x="1991" y="6898"/>
                  </a:cubicBezTo>
                  <a:cubicBezTo>
                    <a:pt x="2897" y="7639"/>
                    <a:pt x="4012" y="8026"/>
                    <a:pt x="5149" y="8026"/>
                  </a:cubicBezTo>
                  <a:cubicBezTo>
                    <a:pt x="5598" y="8026"/>
                    <a:pt x="6051" y="7965"/>
                    <a:pt x="6496" y="7842"/>
                  </a:cubicBezTo>
                  <a:cubicBezTo>
                    <a:pt x="9826" y="6924"/>
                    <a:pt x="10809" y="3619"/>
                    <a:pt x="8959" y="1539"/>
                  </a:cubicBezTo>
                  <a:cubicBezTo>
                    <a:pt x="8040" y="513"/>
                    <a:pt x="6727" y="0"/>
                    <a:pt x="53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36"/>
            <p:cNvSpPr/>
            <p:nvPr/>
          </p:nvSpPr>
          <p:spPr>
            <a:xfrm>
              <a:off x="6169925" y="3443950"/>
              <a:ext cx="1206850" cy="1521450"/>
            </a:xfrm>
            <a:custGeom>
              <a:avLst/>
              <a:gdLst/>
              <a:ahLst/>
              <a:cxnLst/>
              <a:rect l="l" t="t" r="r" b="b"/>
              <a:pathLst>
                <a:path w="48274" h="60858" extrusionOk="0">
                  <a:moveTo>
                    <a:pt x="23161" y="602"/>
                  </a:moveTo>
                  <a:cubicBezTo>
                    <a:pt x="24041" y="602"/>
                    <a:pt x="24922" y="653"/>
                    <a:pt x="25802" y="742"/>
                  </a:cubicBezTo>
                  <a:cubicBezTo>
                    <a:pt x="32821" y="1482"/>
                    <a:pt x="38665" y="5081"/>
                    <a:pt x="41409" y="10376"/>
                  </a:cubicBezTo>
                  <a:cubicBezTo>
                    <a:pt x="43131" y="13707"/>
                    <a:pt x="43348" y="16387"/>
                    <a:pt x="43667" y="20087"/>
                  </a:cubicBezTo>
                  <a:lnTo>
                    <a:pt x="43693" y="20343"/>
                  </a:lnTo>
                  <a:cubicBezTo>
                    <a:pt x="43973" y="23737"/>
                    <a:pt x="44152" y="23992"/>
                    <a:pt x="46321" y="27004"/>
                  </a:cubicBezTo>
                  <a:lnTo>
                    <a:pt x="46768" y="27616"/>
                  </a:lnTo>
                  <a:cubicBezTo>
                    <a:pt x="47406" y="28522"/>
                    <a:pt x="47636" y="29020"/>
                    <a:pt x="47546" y="29415"/>
                  </a:cubicBezTo>
                  <a:lnTo>
                    <a:pt x="47546" y="29403"/>
                  </a:lnTo>
                  <a:cubicBezTo>
                    <a:pt x="47444" y="29900"/>
                    <a:pt x="46781" y="30385"/>
                    <a:pt x="45722" y="31010"/>
                  </a:cubicBezTo>
                  <a:cubicBezTo>
                    <a:pt x="44854" y="31534"/>
                    <a:pt x="44420" y="32567"/>
                    <a:pt x="44663" y="33563"/>
                  </a:cubicBezTo>
                  <a:cubicBezTo>
                    <a:pt x="44739" y="33805"/>
                    <a:pt x="44816" y="34047"/>
                    <a:pt x="44918" y="34290"/>
                  </a:cubicBezTo>
                  <a:cubicBezTo>
                    <a:pt x="45109" y="34813"/>
                    <a:pt x="45301" y="35311"/>
                    <a:pt x="45109" y="35783"/>
                  </a:cubicBezTo>
                  <a:cubicBezTo>
                    <a:pt x="45020" y="36013"/>
                    <a:pt x="44816" y="36153"/>
                    <a:pt x="44586" y="36319"/>
                  </a:cubicBezTo>
                  <a:cubicBezTo>
                    <a:pt x="44356" y="36459"/>
                    <a:pt x="44152" y="36638"/>
                    <a:pt x="43999" y="36855"/>
                  </a:cubicBezTo>
                  <a:cubicBezTo>
                    <a:pt x="43563" y="36552"/>
                    <a:pt x="42691" y="36082"/>
                    <a:pt x="41494" y="36082"/>
                  </a:cubicBezTo>
                  <a:cubicBezTo>
                    <a:pt x="40623" y="36082"/>
                    <a:pt x="39581" y="36330"/>
                    <a:pt x="38410" y="37072"/>
                  </a:cubicBezTo>
                  <a:cubicBezTo>
                    <a:pt x="38155" y="37238"/>
                    <a:pt x="38269" y="37620"/>
                    <a:pt x="38576" y="37620"/>
                  </a:cubicBezTo>
                  <a:cubicBezTo>
                    <a:pt x="38627" y="37620"/>
                    <a:pt x="38678" y="37608"/>
                    <a:pt x="38729" y="37582"/>
                  </a:cubicBezTo>
                  <a:cubicBezTo>
                    <a:pt x="39808" y="36899"/>
                    <a:pt x="40749" y="36673"/>
                    <a:pt x="41522" y="36673"/>
                  </a:cubicBezTo>
                  <a:cubicBezTo>
                    <a:pt x="42741" y="36673"/>
                    <a:pt x="43542" y="37236"/>
                    <a:pt x="43808" y="37455"/>
                  </a:cubicBezTo>
                  <a:cubicBezTo>
                    <a:pt x="43782" y="37633"/>
                    <a:pt x="43757" y="37799"/>
                    <a:pt x="43757" y="37978"/>
                  </a:cubicBezTo>
                  <a:cubicBezTo>
                    <a:pt x="43744" y="38373"/>
                    <a:pt x="43731" y="38641"/>
                    <a:pt x="43399" y="38986"/>
                  </a:cubicBezTo>
                  <a:cubicBezTo>
                    <a:pt x="42366" y="40045"/>
                    <a:pt x="42353" y="41334"/>
                    <a:pt x="42327" y="42457"/>
                  </a:cubicBezTo>
                  <a:cubicBezTo>
                    <a:pt x="42302" y="43950"/>
                    <a:pt x="42276" y="45111"/>
                    <a:pt x="40413" y="45813"/>
                  </a:cubicBezTo>
                  <a:cubicBezTo>
                    <a:pt x="39670" y="46091"/>
                    <a:pt x="38735" y="46228"/>
                    <a:pt x="37651" y="46228"/>
                  </a:cubicBezTo>
                  <a:cubicBezTo>
                    <a:pt x="36297" y="46228"/>
                    <a:pt x="34710" y="46014"/>
                    <a:pt x="32974" y="45596"/>
                  </a:cubicBezTo>
                  <a:lnTo>
                    <a:pt x="32936" y="45596"/>
                  </a:lnTo>
                  <a:cubicBezTo>
                    <a:pt x="28852" y="44537"/>
                    <a:pt x="25228" y="42546"/>
                    <a:pt x="22485" y="40900"/>
                  </a:cubicBezTo>
                  <a:cubicBezTo>
                    <a:pt x="22427" y="40864"/>
                    <a:pt x="22371" y="40848"/>
                    <a:pt x="22318" y="40848"/>
                  </a:cubicBezTo>
                  <a:cubicBezTo>
                    <a:pt x="22052" y="40848"/>
                    <a:pt x="21878" y="41240"/>
                    <a:pt x="22165" y="41410"/>
                  </a:cubicBezTo>
                  <a:cubicBezTo>
                    <a:pt x="24896" y="43057"/>
                    <a:pt x="28508" y="45047"/>
                    <a:pt x="32578" y="46132"/>
                  </a:cubicBezTo>
                  <a:cubicBezTo>
                    <a:pt x="32336" y="49769"/>
                    <a:pt x="33152" y="53444"/>
                    <a:pt x="34888" y="56494"/>
                  </a:cubicBezTo>
                  <a:cubicBezTo>
                    <a:pt x="35067" y="56761"/>
                    <a:pt x="35092" y="57119"/>
                    <a:pt x="34939" y="57400"/>
                  </a:cubicBezTo>
                  <a:cubicBezTo>
                    <a:pt x="34186" y="58854"/>
                    <a:pt x="29503" y="59824"/>
                    <a:pt x="26530" y="60118"/>
                  </a:cubicBezTo>
                  <a:cubicBezTo>
                    <a:pt x="25573" y="60212"/>
                    <a:pt x="24623" y="60259"/>
                    <a:pt x="23684" y="60259"/>
                  </a:cubicBezTo>
                  <a:cubicBezTo>
                    <a:pt x="18558" y="60259"/>
                    <a:pt x="13774" y="58865"/>
                    <a:pt x="10247" y="56277"/>
                  </a:cubicBezTo>
                  <a:cubicBezTo>
                    <a:pt x="9813" y="55958"/>
                    <a:pt x="9698" y="55358"/>
                    <a:pt x="9992" y="54898"/>
                  </a:cubicBezTo>
                  <a:cubicBezTo>
                    <a:pt x="11383" y="52678"/>
                    <a:pt x="12225" y="49450"/>
                    <a:pt x="12136" y="46681"/>
                  </a:cubicBezTo>
                  <a:cubicBezTo>
                    <a:pt x="12008" y="42827"/>
                    <a:pt x="10196" y="39279"/>
                    <a:pt x="8435" y="35847"/>
                  </a:cubicBezTo>
                  <a:cubicBezTo>
                    <a:pt x="8014" y="35030"/>
                    <a:pt x="7618" y="34264"/>
                    <a:pt x="7248" y="33486"/>
                  </a:cubicBezTo>
                  <a:cubicBezTo>
                    <a:pt x="3624" y="25957"/>
                    <a:pt x="664" y="15328"/>
                    <a:pt x="7121" y="7480"/>
                  </a:cubicBezTo>
                  <a:cubicBezTo>
                    <a:pt x="10694" y="3128"/>
                    <a:pt x="16691" y="602"/>
                    <a:pt x="23161" y="602"/>
                  </a:cubicBezTo>
                  <a:close/>
                  <a:moveTo>
                    <a:pt x="23166" y="1"/>
                  </a:moveTo>
                  <a:cubicBezTo>
                    <a:pt x="16510" y="1"/>
                    <a:pt x="10339" y="2596"/>
                    <a:pt x="6648" y="7097"/>
                  </a:cubicBezTo>
                  <a:cubicBezTo>
                    <a:pt x="0" y="15187"/>
                    <a:pt x="3012" y="26047"/>
                    <a:pt x="6700" y="33741"/>
                  </a:cubicBezTo>
                  <a:cubicBezTo>
                    <a:pt x="7082" y="34520"/>
                    <a:pt x="7503" y="35336"/>
                    <a:pt x="7899" y="36115"/>
                  </a:cubicBezTo>
                  <a:cubicBezTo>
                    <a:pt x="9622" y="39484"/>
                    <a:pt x="11408" y="42980"/>
                    <a:pt x="11523" y="46693"/>
                  </a:cubicBezTo>
                  <a:cubicBezTo>
                    <a:pt x="11612" y="49348"/>
                    <a:pt x="10808" y="52436"/>
                    <a:pt x="9481" y="54579"/>
                  </a:cubicBezTo>
                  <a:cubicBezTo>
                    <a:pt x="9022" y="55294"/>
                    <a:pt x="9201" y="56251"/>
                    <a:pt x="9890" y="56749"/>
                  </a:cubicBezTo>
                  <a:cubicBezTo>
                    <a:pt x="13514" y="59416"/>
                    <a:pt x="18427" y="60858"/>
                    <a:pt x="23684" y="60858"/>
                  </a:cubicBezTo>
                  <a:cubicBezTo>
                    <a:pt x="24654" y="60858"/>
                    <a:pt x="25624" y="60807"/>
                    <a:pt x="26593" y="60705"/>
                  </a:cubicBezTo>
                  <a:cubicBezTo>
                    <a:pt x="27385" y="60628"/>
                    <a:pt x="34339" y="59875"/>
                    <a:pt x="35475" y="57680"/>
                  </a:cubicBezTo>
                  <a:cubicBezTo>
                    <a:pt x="35717" y="57208"/>
                    <a:pt x="35692" y="56647"/>
                    <a:pt x="35411" y="56200"/>
                  </a:cubicBezTo>
                  <a:cubicBezTo>
                    <a:pt x="33727" y="53176"/>
                    <a:pt x="32948" y="49730"/>
                    <a:pt x="33178" y="46272"/>
                  </a:cubicBezTo>
                  <a:lnTo>
                    <a:pt x="33178" y="46272"/>
                  </a:lnTo>
                  <a:lnTo>
                    <a:pt x="33331" y="46323"/>
                  </a:lnTo>
                  <a:lnTo>
                    <a:pt x="33433" y="46323"/>
                  </a:lnTo>
                  <a:cubicBezTo>
                    <a:pt x="34715" y="46602"/>
                    <a:pt x="36203" y="46834"/>
                    <a:pt x="37634" y="46834"/>
                  </a:cubicBezTo>
                  <a:cubicBezTo>
                    <a:pt x="38696" y="46834"/>
                    <a:pt x="39726" y="46706"/>
                    <a:pt x="40617" y="46374"/>
                  </a:cubicBezTo>
                  <a:cubicBezTo>
                    <a:pt x="42876" y="45532"/>
                    <a:pt x="42902" y="43988"/>
                    <a:pt x="42927" y="42470"/>
                  </a:cubicBezTo>
                  <a:cubicBezTo>
                    <a:pt x="42953" y="41359"/>
                    <a:pt x="42965" y="40287"/>
                    <a:pt x="43833" y="39394"/>
                  </a:cubicBezTo>
                  <a:cubicBezTo>
                    <a:pt x="44318" y="38884"/>
                    <a:pt x="44344" y="38437"/>
                    <a:pt x="44356" y="38003"/>
                  </a:cubicBezTo>
                  <a:cubicBezTo>
                    <a:pt x="44356" y="37774"/>
                    <a:pt x="44395" y="37531"/>
                    <a:pt x="44446" y="37314"/>
                  </a:cubicBezTo>
                  <a:cubicBezTo>
                    <a:pt x="44509" y="37110"/>
                    <a:pt x="44675" y="36995"/>
                    <a:pt x="44931" y="36804"/>
                  </a:cubicBezTo>
                  <a:cubicBezTo>
                    <a:pt x="45186" y="36625"/>
                    <a:pt x="45518" y="36408"/>
                    <a:pt x="45671" y="36013"/>
                  </a:cubicBezTo>
                  <a:cubicBezTo>
                    <a:pt x="45951" y="35311"/>
                    <a:pt x="45696" y="34660"/>
                    <a:pt x="45479" y="34073"/>
                  </a:cubicBezTo>
                  <a:cubicBezTo>
                    <a:pt x="45390" y="33856"/>
                    <a:pt x="45313" y="33639"/>
                    <a:pt x="45250" y="33422"/>
                  </a:cubicBezTo>
                  <a:cubicBezTo>
                    <a:pt x="45071" y="32695"/>
                    <a:pt x="45390" y="31916"/>
                    <a:pt x="46041" y="31534"/>
                  </a:cubicBezTo>
                  <a:cubicBezTo>
                    <a:pt x="47279" y="30781"/>
                    <a:pt x="47993" y="30258"/>
                    <a:pt x="48146" y="29530"/>
                  </a:cubicBezTo>
                  <a:cubicBezTo>
                    <a:pt x="48274" y="28867"/>
                    <a:pt x="47904" y="28178"/>
                    <a:pt x="47253" y="27259"/>
                  </a:cubicBezTo>
                  <a:lnTo>
                    <a:pt x="46819" y="26646"/>
                  </a:lnTo>
                  <a:cubicBezTo>
                    <a:pt x="44650" y="23635"/>
                    <a:pt x="44560" y="23520"/>
                    <a:pt x="44293" y="20279"/>
                  </a:cubicBezTo>
                  <a:lnTo>
                    <a:pt x="44267" y="20024"/>
                  </a:lnTo>
                  <a:cubicBezTo>
                    <a:pt x="43961" y="16399"/>
                    <a:pt x="43718" y="13528"/>
                    <a:pt x="41945" y="10096"/>
                  </a:cubicBezTo>
                  <a:cubicBezTo>
                    <a:pt x="39099" y="4621"/>
                    <a:pt x="33089" y="895"/>
                    <a:pt x="25866" y="142"/>
                  </a:cubicBezTo>
                  <a:cubicBezTo>
                    <a:pt x="24961" y="47"/>
                    <a:pt x="24059" y="1"/>
                    <a:pt x="231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36"/>
            <p:cNvSpPr/>
            <p:nvPr/>
          </p:nvSpPr>
          <p:spPr>
            <a:xfrm>
              <a:off x="7122750" y="4029675"/>
              <a:ext cx="115575" cy="65775"/>
            </a:xfrm>
            <a:custGeom>
              <a:avLst/>
              <a:gdLst/>
              <a:ahLst/>
              <a:cxnLst/>
              <a:rect l="l" t="t" r="r" b="b"/>
              <a:pathLst>
                <a:path w="4623" h="2631" extrusionOk="0">
                  <a:moveTo>
                    <a:pt x="4319" y="1"/>
                  </a:moveTo>
                  <a:cubicBezTo>
                    <a:pt x="4162" y="1"/>
                    <a:pt x="4023" y="124"/>
                    <a:pt x="4023" y="282"/>
                  </a:cubicBezTo>
                  <a:cubicBezTo>
                    <a:pt x="3959" y="1099"/>
                    <a:pt x="3334" y="1852"/>
                    <a:pt x="2607" y="2005"/>
                  </a:cubicBezTo>
                  <a:cubicBezTo>
                    <a:pt x="2516" y="2022"/>
                    <a:pt x="2425" y="2031"/>
                    <a:pt x="2335" y="2031"/>
                  </a:cubicBezTo>
                  <a:cubicBezTo>
                    <a:pt x="1620" y="2031"/>
                    <a:pt x="926" y="1509"/>
                    <a:pt x="654" y="716"/>
                  </a:cubicBezTo>
                  <a:cubicBezTo>
                    <a:pt x="601" y="577"/>
                    <a:pt x="489" y="517"/>
                    <a:pt x="376" y="517"/>
                  </a:cubicBezTo>
                  <a:cubicBezTo>
                    <a:pt x="189" y="517"/>
                    <a:pt x="0" y="682"/>
                    <a:pt x="80" y="920"/>
                  </a:cubicBezTo>
                  <a:cubicBezTo>
                    <a:pt x="450" y="1941"/>
                    <a:pt x="1369" y="2630"/>
                    <a:pt x="2339" y="2630"/>
                  </a:cubicBezTo>
                  <a:cubicBezTo>
                    <a:pt x="2466" y="2630"/>
                    <a:pt x="2594" y="2618"/>
                    <a:pt x="2721" y="2592"/>
                  </a:cubicBezTo>
                  <a:cubicBezTo>
                    <a:pt x="3729" y="2388"/>
                    <a:pt x="4546" y="1418"/>
                    <a:pt x="4623" y="321"/>
                  </a:cubicBezTo>
                  <a:cubicBezTo>
                    <a:pt x="4623" y="155"/>
                    <a:pt x="4508" y="14"/>
                    <a:pt x="4342" y="2"/>
                  </a:cubicBezTo>
                  <a:cubicBezTo>
                    <a:pt x="4334" y="1"/>
                    <a:pt x="4327" y="1"/>
                    <a:pt x="431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36"/>
            <p:cNvSpPr/>
            <p:nvPr/>
          </p:nvSpPr>
          <p:spPr>
            <a:xfrm>
              <a:off x="6300075" y="3524375"/>
              <a:ext cx="868075" cy="761850"/>
            </a:xfrm>
            <a:custGeom>
              <a:avLst/>
              <a:gdLst/>
              <a:ahLst/>
              <a:cxnLst/>
              <a:rect l="l" t="t" r="r" b="b"/>
              <a:pathLst>
                <a:path w="34723" h="30474" extrusionOk="0">
                  <a:moveTo>
                    <a:pt x="19422" y="600"/>
                  </a:moveTo>
                  <a:cubicBezTo>
                    <a:pt x="24463" y="600"/>
                    <a:pt x="28738" y="2655"/>
                    <a:pt x="31481" y="6394"/>
                  </a:cubicBezTo>
                  <a:cubicBezTo>
                    <a:pt x="32757" y="8142"/>
                    <a:pt x="33918" y="10783"/>
                    <a:pt x="33344" y="12991"/>
                  </a:cubicBezTo>
                  <a:cubicBezTo>
                    <a:pt x="33102" y="13910"/>
                    <a:pt x="32566" y="14714"/>
                    <a:pt x="31813" y="15301"/>
                  </a:cubicBezTo>
                  <a:cubicBezTo>
                    <a:pt x="30677" y="16207"/>
                    <a:pt x="29516" y="16590"/>
                    <a:pt x="28291" y="16998"/>
                  </a:cubicBezTo>
                  <a:cubicBezTo>
                    <a:pt x="26198" y="17700"/>
                    <a:pt x="23825" y="18504"/>
                    <a:pt x="20711" y="21962"/>
                  </a:cubicBezTo>
                  <a:cubicBezTo>
                    <a:pt x="20099" y="22676"/>
                    <a:pt x="19550" y="23429"/>
                    <a:pt x="19052" y="24220"/>
                  </a:cubicBezTo>
                  <a:cubicBezTo>
                    <a:pt x="18440" y="25152"/>
                    <a:pt x="17853" y="26045"/>
                    <a:pt x="17074" y="26785"/>
                  </a:cubicBezTo>
                  <a:cubicBezTo>
                    <a:pt x="15722" y="28087"/>
                    <a:pt x="14037" y="29452"/>
                    <a:pt x="11779" y="29797"/>
                  </a:cubicBezTo>
                  <a:cubicBezTo>
                    <a:pt x="11410" y="29852"/>
                    <a:pt x="11048" y="29879"/>
                    <a:pt x="10692" y="29879"/>
                  </a:cubicBezTo>
                  <a:cubicBezTo>
                    <a:pt x="5802" y="29879"/>
                    <a:pt x="2107" y="24830"/>
                    <a:pt x="1251" y="19537"/>
                  </a:cubicBezTo>
                  <a:cubicBezTo>
                    <a:pt x="626" y="15543"/>
                    <a:pt x="1506" y="11587"/>
                    <a:pt x="3765" y="8423"/>
                  </a:cubicBezTo>
                  <a:cubicBezTo>
                    <a:pt x="7095" y="3714"/>
                    <a:pt x="13195" y="651"/>
                    <a:pt x="19269" y="600"/>
                  </a:cubicBezTo>
                  <a:close/>
                  <a:moveTo>
                    <a:pt x="19269" y="1"/>
                  </a:moveTo>
                  <a:cubicBezTo>
                    <a:pt x="13004" y="52"/>
                    <a:pt x="6713" y="3216"/>
                    <a:pt x="3267" y="8065"/>
                  </a:cubicBezTo>
                  <a:cubicBezTo>
                    <a:pt x="932" y="11370"/>
                    <a:pt x="1" y="15479"/>
                    <a:pt x="664" y="19627"/>
                  </a:cubicBezTo>
                  <a:cubicBezTo>
                    <a:pt x="1557" y="25178"/>
                    <a:pt x="5475" y="30473"/>
                    <a:pt x="10694" y="30473"/>
                  </a:cubicBezTo>
                  <a:cubicBezTo>
                    <a:pt x="11090" y="30473"/>
                    <a:pt x="11485" y="30448"/>
                    <a:pt x="11881" y="30384"/>
                  </a:cubicBezTo>
                  <a:cubicBezTo>
                    <a:pt x="14293" y="30014"/>
                    <a:pt x="16079" y="28572"/>
                    <a:pt x="17495" y="27219"/>
                  </a:cubicBezTo>
                  <a:cubicBezTo>
                    <a:pt x="18325" y="26428"/>
                    <a:pt x="18950" y="25471"/>
                    <a:pt x="19563" y="24552"/>
                  </a:cubicBezTo>
                  <a:cubicBezTo>
                    <a:pt x="20035" y="23787"/>
                    <a:pt x="20571" y="23059"/>
                    <a:pt x="21158" y="22370"/>
                  </a:cubicBezTo>
                  <a:cubicBezTo>
                    <a:pt x="24169" y="19027"/>
                    <a:pt x="26453" y="18248"/>
                    <a:pt x="28482" y="17572"/>
                  </a:cubicBezTo>
                  <a:cubicBezTo>
                    <a:pt x="29758" y="17151"/>
                    <a:pt x="30958" y="16743"/>
                    <a:pt x="32183" y="15773"/>
                  </a:cubicBezTo>
                  <a:cubicBezTo>
                    <a:pt x="33038" y="15109"/>
                    <a:pt x="33650" y="14191"/>
                    <a:pt x="33918" y="13144"/>
                  </a:cubicBezTo>
                  <a:cubicBezTo>
                    <a:pt x="34722" y="10107"/>
                    <a:pt x="32617" y="6943"/>
                    <a:pt x="31953" y="6036"/>
                  </a:cubicBezTo>
                  <a:cubicBezTo>
                    <a:pt x="29095" y="2144"/>
                    <a:pt x="24654" y="1"/>
                    <a:pt x="1942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36"/>
            <p:cNvSpPr/>
            <p:nvPr/>
          </p:nvSpPr>
          <p:spPr>
            <a:xfrm>
              <a:off x="6348575" y="3559450"/>
              <a:ext cx="741400" cy="1490500"/>
            </a:xfrm>
            <a:custGeom>
              <a:avLst/>
              <a:gdLst/>
              <a:ahLst/>
              <a:cxnLst/>
              <a:rect l="l" t="t" r="r" b="b"/>
              <a:pathLst>
                <a:path w="29656" h="59620" extrusionOk="0">
                  <a:moveTo>
                    <a:pt x="16309" y="605"/>
                  </a:moveTo>
                  <a:cubicBezTo>
                    <a:pt x="17416" y="605"/>
                    <a:pt x="18175" y="914"/>
                    <a:pt x="18490" y="1520"/>
                  </a:cubicBezTo>
                  <a:cubicBezTo>
                    <a:pt x="18516" y="1584"/>
                    <a:pt x="18554" y="1660"/>
                    <a:pt x="18580" y="1724"/>
                  </a:cubicBezTo>
                  <a:cubicBezTo>
                    <a:pt x="17993" y="1852"/>
                    <a:pt x="17444" y="2107"/>
                    <a:pt x="16972" y="2464"/>
                  </a:cubicBezTo>
                  <a:cubicBezTo>
                    <a:pt x="16270" y="1775"/>
                    <a:pt x="15402" y="1277"/>
                    <a:pt x="14458" y="1022"/>
                  </a:cubicBezTo>
                  <a:cubicBezTo>
                    <a:pt x="14318" y="984"/>
                    <a:pt x="14190" y="958"/>
                    <a:pt x="14050" y="920"/>
                  </a:cubicBezTo>
                  <a:cubicBezTo>
                    <a:pt x="14907" y="709"/>
                    <a:pt x="15667" y="605"/>
                    <a:pt x="16309" y="605"/>
                  </a:cubicBezTo>
                  <a:close/>
                  <a:moveTo>
                    <a:pt x="18631" y="2337"/>
                  </a:moveTo>
                  <a:lnTo>
                    <a:pt x="18631" y="2337"/>
                  </a:lnTo>
                  <a:cubicBezTo>
                    <a:pt x="18605" y="2656"/>
                    <a:pt x="18478" y="2962"/>
                    <a:pt x="18248" y="3192"/>
                  </a:cubicBezTo>
                  <a:cubicBezTo>
                    <a:pt x="18095" y="3294"/>
                    <a:pt x="17916" y="3370"/>
                    <a:pt x="17725" y="3396"/>
                  </a:cubicBezTo>
                  <a:cubicBezTo>
                    <a:pt x="17623" y="3230"/>
                    <a:pt x="17508" y="3064"/>
                    <a:pt x="17380" y="2911"/>
                  </a:cubicBezTo>
                  <a:cubicBezTo>
                    <a:pt x="17750" y="2643"/>
                    <a:pt x="18184" y="2451"/>
                    <a:pt x="18631" y="2337"/>
                  </a:cubicBezTo>
                  <a:close/>
                  <a:moveTo>
                    <a:pt x="16934" y="3294"/>
                  </a:moveTo>
                  <a:cubicBezTo>
                    <a:pt x="16985" y="3345"/>
                    <a:pt x="17023" y="3408"/>
                    <a:pt x="17061" y="3472"/>
                  </a:cubicBezTo>
                  <a:lnTo>
                    <a:pt x="16742" y="3485"/>
                  </a:lnTo>
                  <a:cubicBezTo>
                    <a:pt x="16806" y="3421"/>
                    <a:pt x="16870" y="3357"/>
                    <a:pt x="16934" y="3294"/>
                  </a:cubicBezTo>
                  <a:close/>
                  <a:moveTo>
                    <a:pt x="17418" y="4047"/>
                  </a:moveTo>
                  <a:lnTo>
                    <a:pt x="17457" y="4136"/>
                  </a:lnTo>
                  <a:cubicBezTo>
                    <a:pt x="16985" y="4187"/>
                    <a:pt x="16512" y="4327"/>
                    <a:pt x="16079" y="4544"/>
                  </a:cubicBezTo>
                  <a:cubicBezTo>
                    <a:pt x="16142" y="4391"/>
                    <a:pt x="16219" y="4251"/>
                    <a:pt x="16308" y="4098"/>
                  </a:cubicBezTo>
                  <a:lnTo>
                    <a:pt x="16398" y="4098"/>
                  </a:lnTo>
                  <a:cubicBezTo>
                    <a:pt x="16768" y="4085"/>
                    <a:pt x="17112" y="4072"/>
                    <a:pt x="17418" y="4047"/>
                  </a:cubicBezTo>
                  <a:close/>
                  <a:moveTo>
                    <a:pt x="17062" y="4815"/>
                  </a:moveTo>
                  <a:lnTo>
                    <a:pt x="17062" y="4815"/>
                  </a:lnTo>
                  <a:cubicBezTo>
                    <a:pt x="16990" y="4913"/>
                    <a:pt x="16918" y="5021"/>
                    <a:pt x="16857" y="5118"/>
                  </a:cubicBezTo>
                  <a:cubicBezTo>
                    <a:pt x="16729" y="5208"/>
                    <a:pt x="16615" y="5310"/>
                    <a:pt x="16500" y="5412"/>
                  </a:cubicBezTo>
                  <a:cubicBezTo>
                    <a:pt x="16359" y="5540"/>
                    <a:pt x="16232" y="5680"/>
                    <a:pt x="16104" y="5820"/>
                  </a:cubicBezTo>
                  <a:cubicBezTo>
                    <a:pt x="15964" y="5782"/>
                    <a:pt x="15836" y="5756"/>
                    <a:pt x="15696" y="5744"/>
                  </a:cubicBezTo>
                  <a:cubicBezTo>
                    <a:pt x="15721" y="5642"/>
                    <a:pt x="15734" y="5540"/>
                    <a:pt x="15772" y="5437"/>
                  </a:cubicBezTo>
                  <a:cubicBezTo>
                    <a:pt x="15849" y="5386"/>
                    <a:pt x="15925" y="5323"/>
                    <a:pt x="16015" y="5272"/>
                  </a:cubicBezTo>
                  <a:cubicBezTo>
                    <a:pt x="16343" y="5057"/>
                    <a:pt x="16696" y="4905"/>
                    <a:pt x="17062" y="4815"/>
                  </a:cubicBezTo>
                  <a:close/>
                  <a:moveTo>
                    <a:pt x="15581" y="4136"/>
                  </a:moveTo>
                  <a:lnTo>
                    <a:pt x="15581" y="4136"/>
                  </a:lnTo>
                  <a:cubicBezTo>
                    <a:pt x="15441" y="4442"/>
                    <a:pt x="15313" y="4761"/>
                    <a:pt x="15224" y="5080"/>
                  </a:cubicBezTo>
                  <a:lnTo>
                    <a:pt x="15236" y="5080"/>
                  </a:lnTo>
                  <a:cubicBezTo>
                    <a:pt x="14968" y="5297"/>
                    <a:pt x="14700" y="5514"/>
                    <a:pt x="14471" y="5756"/>
                  </a:cubicBezTo>
                  <a:cubicBezTo>
                    <a:pt x="14050" y="5807"/>
                    <a:pt x="13654" y="5897"/>
                    <a:pt x="13259" y="6024"/>
                  </a:cubicBezTo>
                  <a:cubicBezTo>
                    <a:pt x="12799" y="5769"/>
                    <a:pt x="12301" y="5578"/>
                    <a:pt x="11778" y="5463"/>
                  </a:cubicBezTo>
                  <a:cubicBezTo>
                    <a:pt x="11523" y="5412"/>
                    <a:pt x="11255" y="5374"/>
                    <a:pt x="11000" y="5361"/>
                  </a:cubicBezTo>
                  <a:cubicBezTo>
                    <a:pt x="11268" y="5208"/>
                    <a:pt x="11549" y="5080"/>
                    <a:pt x="11829" y="4953"/>
                  </a:cubicBezTo>
                  <a:cubicBezTo>
                    <a:pt x="13029" y="4468"/>
                    <a:pt x="14292" y="4187"/>
                    <a:pt x="15581" y="4136"/>
                  </a:cubicBezTo>
                  <a:close/>
                  <a:moveTo>
                    <a:pt x="17789" y="5284"/>
                  </a:moveTo>
                  <a:lnTo>
                    <a:pt x="17789" y="5284"/>
                  </a:lnTo>
                  <a:cubicBezTo>
                    <a:pt x="17827" y="5616"/>
                    <a:pt x="17827" y="5948"/>
                    <a:pt x="17776" y="6280"/>
                  </a:cubicBezTo>
                  <a:cubicBezTo>
                    <a:pt x="17533" y="6241"/>
                    <a:pt x="17278" y="6203"/>
                    <a:pt x="17036" y="6190"/>
                  </a:cubicBezTo>
                  <a:cubicBezTo>
                    <a:pt x="17087" y="5999"/>
                    <a:pt x="17176" y="5807"/>
                    <a:pt x="17265" y="5616"/>
                  </a:cubicBezTo>
                  <a:cubicBezTo>
                    <a:pt x="17278" y="5591"/>
                    <a:pt x="17291" y="5565"/>
                    <a:pt x="17304" y="5540"/>
                  </a:cubicBezTo>
                  <a:cubicBezTo>
                    <a:pt x="17457" y="5437"/>
                    <a:pt x="17623" y="5348"/>
                    <a:pt x="17789" y="5284"/>
                  </a:cubicBezTo>
                  <a:close/>
                  <a:moveTo>
                    <a:pt x="12701" y="1391"/>
                  </a:moveTo>
                  <a:cubicBezTo>
                    <a:pt x="13240" y="1391"/>
                    <a:pt x="13777" y="1457"/>
                    <a:pt x="14292" y="1609"/>
                  </a:cubicBezTo>
                  <a:cubicBezTo>
                    <a:pt x="15134" y="1826"/>
                    <a:pt x="15887" y="2260"/>
                    <a:pt x="16512" y="2847"/>
                  </a:cubicBezTo>
                  <a:cubicBezTo>
                    <a:pt x="16308" y="3051"/>
                    <a:pt x="16117" y="3281"/>
                    <a:pt x="15951" y="3523"/>
                  </a:cubicBezTo>
                  <a:cubicBezTo>
                    <a:pt x="14764" y="3574"/>
                    <a:pt x="13246" y="3702"/>
                    <a:pt x="11600" y="4404"/>
                  </a:cubicBezTo>
                  <a:cubicBezTo>
                    <a:pt x="10936" y="4685"/>
                    <a:pt x="10324" y="5055"/>
                    <a:pt x="9749" y="5488"/>
                  </a:cubicBezTo>
                  <a:cubicBezTo>
                    <a:pt x="9047" y="5654"/>
                    <a:pt x="8371" y="5948"/>
                    <a:pt x="7784" y="6369"/>
                  </a:cubicBezTo>
                  <a:cubicBezTo>
                    <a:pt x="8358" y="4149"/>
                    <a:pt x="10081" y="2362"/>
                    <a:pt x="12557" y="1392"/>
                  </a:cubicBezTo>
                  <a:cubicBezTo>
                    <a:pt x="12605" y="1391"/>
                    <a:pt x="12653" y="1391"/>
                    <a:pt x="12701" y="1391"/>
                  </a:cubicBezTo>
                  <a:close/>
                  <a:moveTo>
                    <a:pt x="17635" y="6854"/>
                  </a:moveTo>
                  <a:cubicBezTo>
                    <a:pt x="17635" y="6879"/>
                    <a:pt x="17635" y="6892"/>
                    <a:pt x="17623" y="6905"/>
                  </a:cubicBezTo>
                  <a:cubicBezTo>
                    <a:pt x="17610" y="6892"/>
                    <a:pt x="17597" y="6867"/>
                    <a:pt x="17597" y="6854"/>
                  </a:cubicBezTo>
                  <a:close/>
                  <a:moveTo>
                    <a:pt x="18886" y="5016"/>
                  </a:moveTo>
                  <a:lnTo>
                    <a:pt x="18988" y="5093"/>
                  </a:lnTo>
                  <a:cubicBezTo>
                    <a:pt x="19473" y="5425"/>
                    <a:pt x="19818" y="6075"/>
                    <a:pt x="19996" y="6956"/>
                  </a:cubicBezTo>
                  <a:cubicBezTo>
                    <a:pt x="19473" y="6726"/>
                    <a:pt x="18924" y="6535"/>
                    <a:pt x="18363" y="6407"/>
                  </a:cubicBezTo>
                  <a:cubicBezTo>
                    <a:pt x="18427" y="5973"/>
                    <a:pt x="18427" y="5527"/>
                    <a:pt x="18363" y="5093"/>
                  </a:cubicBezTo>
                  <a:lnTo>
                    <a:pt x="18376" y="5093"/>
                  </a:lnTo>
                  <a:cubicBezTo>
                    <a:pt x="18541" y="5055"/>
                    <a:pt x="18707" y="5029"/>
                    <a:pt x="18886" y="5016"/>
                  </a:cubicBezTo>
                  <a:close/>
                  <a:moveTo>
                    <a:pt x="14956" y="6816"/>
                  </a:moveTo>
                  <a:cubicBezTo>
                    <a:pt x="14956" y="6905"/>
                    <a:pt x="14943" y="6994"/>
                    <a:pt x="14930" y="7084"/>
                  </a:cubicBezTo>
                  <a:lnTo>
                    <a:pt x="14611" y="6854"/>
                  </a:lnTo>
                  <a:cubicBezTo>
                    <a:pt x="14726" y="6841"/>
                    <a:pt x="14841" y="6828"/>
                    <a:pt x="14956" y="6816"/>
                  </a:cubicBezTo>
                  <a:close/>
                  <a:moveTo>
                    <a:pt x="19920" y="5208"/>
                  </a:moveTo>
                  <a:cubicBezTo>
                    <a:pt x="20826" y="5591"/>
                    <a:pt x="21400" y="6624"/>
                    <a:pt x="21170" y="7492"/>
                  </a:cubicBezTo>
                  <a:cubicBezTo>
                    <a:pt x="21157" y="7530"/>
                    <a:pt x="21145" y="7581"/>
                    <a:pt x="21132" y="7619"/>
                  </a:cubicBezTo>
                  <a:cubicBezTo>
                    <a:pt x="20979" y="7517"/>
                    <a:pt x="20813" y="7415"/>
                    <a:pt x="20647" y="7313"/>
                  </a:cubicBezTo>
                  <a:cubicBezTo>
                    <a:pt x="20532" y="6433"/>
                    <a:pt x="20290" y="5718"/>
                    <a:pt x="19920" y="5208"/>
                  </a:cubicBezTo>
                  <a:close/>
                  <a:moveTo>
                    <a:pt x="16308" y="6752"/>
                  </a:moveTo>
                  <a:cubicBezTo>
                    <a:pt x="16270" y="7198"/>
                    <a:pt x="16270" y="7645"/>
                    <a:pt x="16321" y="8092"/>
                  </a:cubicBezTo>
                  <a:cubicBezTo>
                    <a:pt x="16117" y="7951"/>
                    <a:pt x="15913" y="7811"/>
                    <a:pt x="15696" y="7671"/>
                  </a:cubicBezTo>
                  <a:cubicBezTo>
                    <a:pt x="15823" y="7352"/>
                    <a:pt x="15964" y="7045"/>
                    <a:pt x="16142" y="6752"/>
                  </a:cubicBezTo>
                  <a:close/>
                  <a:moveTo>
                    <a:pt x="16908" y="6905"/>
                  </a:moveTo>
                  <a:lnTo>
                    <a:pt x="16908" y="6905"/>
                  </a:lnTo>
                  <a:cubicBezTo>
                    <a:pt x="17074" y="7109"/>
                    <a:pt x="17189" y="7352"/>
                    <a:pt x="17227" y="7607"/>
                  </a:cubicBezTo>
                  <a:cubicBezTo>
                    <a:pt x="17227" y="7645"/>
                    <a:pt x="17240" y="7683"/>
                    <a:pt x="17240" y="7709"/>
                  </a:cubicBezTo>
                  <a:cubicBezTo>
                    <a:pt x="17151" y="7862"/>
                    <a:pt x="17048" y="7990"/>
                    <a:pt x="16934" y="8117"/>
                  </a:cubicBezTo>
                  <a:cubicBezTo>
                    <a:pt x="16883" y="7722"/>
                    <a:pt x="16870" y="7313"/>
                    <a:pt x="16908" y="6905"/>
                  </a:cubicBezTo>
                  <a:close/>
                  <a:moveTo>
                    <a:pt x="20711" y="8028"/>
                  </a:moveTo>
                  <a:lnTo>
                    <a:pt x="20838" y="8117"/>
                  </a:lnTo>
                  <a:cubicBezTo>
                    <a:pt x="20800" y="8168"/>
                    <a:pt x="20762" y="8206"/>
                    <a:pt x="20711" y="8258"/>
                  </a:cubicBezTo>
                  <a:lnTo>
                    <a:pt x="20711" y="8028"/>
                  </a:lnTo>
                  <a:close/>
                  <a:moveTo>
                    <a:pt x="8690" y="6509"/>
                  </a:moveTo>
                  <a:cubicBezTo>
                    <a:pt x="8180" y="7109"/>
                    <a:pt x="7810" y="7785"/>
                    <a:pt x="7567" y="8526"/>
                  </a:cubicBezTo>
                  <a:cubicBezTo>
                    <a:pt x="7542" y="8104"/>
                    <a:pt x="7554" y="7683"/>
                    <a:pt x="7606" y="7262"/>
                  </a:cubicBezTo>
                  <a:cubicBezTo>
                    <a:pt x="7720" y="7160"/>
                    <a:pt x="7835" y="7071"/>
                    <a:pt x="7950" y="6981"/>
                  </a:cubicBezTo>
                  <a:cubicBezTo>
                    <a:pt x="8180" y="6803"/>
                    <a:pt x="8422" y="6650"/>
                    <a:pt x="8690" y="6509"/>
                  </a:cubicBezTo>
                  <a:close/>
                  <a:moveTo>
                    <a:pt x="18222" y="6969"/>
                  </a:moveTo>
                  <a:cubicBezTo>
                    <a:pt x="18873" y="7096"/>
                    <a:pt x="19498" y="7326"/>
                    <a:pt x="20085" y="7632"/>
                  </a:cubicBezTo>
                  <a:cubicBezTo>
                    <a:pt x="20098" y="7734"/>
                    <a:pt x="20111" y="7836"/>
                    <a:pt x="20111" y="7939"/>
                  </a:cubicBezTo>
                  <a:cubicBezTo>
                    <a:pt x="20124" y="8168"/>
                    <a:pt x="20124" y="8423"/>
                    <a:pt x="20124" y="8679"/>
                  </a:cubicBezTo>
                  <a:cubicBezTo>
                    <a:pt x="19709" y="8881"/>
                    <a:pt x="19261" y="8979"/>
                    <a:pt x="18807" y="8979"/>
                  </a:cubicBezTo>
                  <a:cubicBezTo>
                    <a:pt x="18689" y="8979"/>
                    <a:pt x="18571" y="8973"/>
                    <a:pt x="18452" y="8959"/>
                  </a:cubicBezTo>
                  <a:cubicBezTo>
                    <a:pt x="18159" y="8921"/>
                    <a:pt x="17865" y="8845"/>
                    <a:pt x="17584" y="8742"/>
                  </a:cubicBezTo>
                  <a:cubicBezTo>
                    <a:pt x="17738" y="8474"/>
                    <a:pt x="17814" y="8181"/>
                    <a:pt x="17827" y="7887"/>
                  </a:cubicBezTo>
                  <a:cubicBezTo>
                    <a:pt x="18005" y="7594"/>
                    <a:pt x="18133" y="7288"/>
                    <a:pt x="18222" y="6969"/>
                  </a:cubicBezTo>
                  <a:close/>
                  <a:moveTo>
                    <a:pt x="10799" y="5969"/>
                  </a:moveTo>
                  <a:cubicBezTo>
                    <a:pt x="11082" y="5969"/>
                    <a:pt x="11368" y="5997"/>
                    <a:pt x="11651" y="6050"/>
                  </a:cubicBezTo>
                  <a:lnTo>
                    <a:pt x="11689" y="6037"/>
                  </a:lnTo>
                  <a:cubicBezTo>
                    <a:pt x="11957" y="6101"/>
                    <a:pt x="12225" y="6178"/>
                    <a:pt x="12493" y="6292"/>
                  </a:cubicBezTo>
                  <a:cubicBezTo>
                    <a:pt x="11434" y="6726"/>
                    <a:pt x="10451" y="7364"/>
                    <a:pt x="9622" y="8155"/>
                  </a:cubicBezTo>
                  <a:cubicBezTo>
                    <a:pt x="9252" y="8398"/>
                    <a:pt x="8907" y="8653"/>
                    <a:pt x="8575" y="8934"/>
                  </a:cubicBezTo>
                  <a:cubicBezTo>
                    <a:pt x="8409" y="8947"/>
                    <a:pt x="8231" y="8972"/>
                    <a:pt x="8065" y="9010"/>
                  </a:cubicBezTo>
                  <a:lnTo>
                    <a:pt x="8090" y="8921"/>
                  </a:lnTo>
                  <a:cubicBezTo>
                    <a:pt x="8409" y="7785"/>
                    <a:pt x="9086" y="6777"/>
                    <a:pt x="10005" y="6050"/>
                  </a:cubicBezTo>
                  <a:cubicBezTo>
                    <a:pt x="10265" y="5994"/>
                    <a:pt x="10531" y="5969"/>
                    <a:pt x="10799" y="5969"/>
                  </a:cubicBezTo>
                  <a:close/>
                  <a:moveTo>
                    <a:pt x="15517" y="8270"/>
                  </a:moveTo>
                  <a:cubicBezTo>
                    <a:pt x="15734" y="8423"/>
                    <a:pt x="15964" y="8577"/>
                    <a:pt x="16193" y="8717"/>
                  </a:cubicBezTo>
                  <a:cubicBezTo>
                    <a:pt x="15951" y="8857"/>
                    <a:pt x="15683" y="8959"/>
                    <a:pt x="15415" y="9049"/>
                  </a:cubicBezTo>
                  <a:cubicBezTo>
                    <a:pt x="15428" y="8883"/>
                    <a:pt x="15441" y="8730"/>
                    <a:pt x="15441" y="8551"/>
                  </a:cubicBezTo>
                  <a:cubicBezTo>
                    <a:pt x="15466" y="8462"/>
                    <a:pt x="15492" y="8360"/>
                    <a:pt x="15517" y="8270"/>
                  </a:cubicBezTo>
                  <a:close/>
                  <a:moveTo>
                    <a:pt x="13361" y="7096"/>
                  </a:moveTo>
                  <a:cubicBezTo>
                    <a:pt x="12888" y="7811"/>
                    <a:pt x="12467" y="8551"/>
                    <a:pt x="12110" y="9329"/>
                  </a:cubicBezTo>
                  <a:lnTo>
                    <a:pt x="12110" y="9342"/>
                  </a:lnTo>
                  <a:cubicBezTo>
                    <a:pt x="11600" y="9291"/>
                    <a:pt x="11064" y="9253"/>
                    <a:pt x="10502" y="9227"/>
                  </a:cubicBezTo>
                  <a:cubicBezTo>
                    <a:pt x="10209" y="9112"/>
                    <a:pt x="9928" y="9036"/>
                    <a:pt x="9622" y="8985"/>
                  </a:cubicBezTo>
                  <a:cubicBezTo>
                    <a:pt x="9737" y="8857"/>
                    <a:pt x="9851" y="8742"/>
                    <a:pt x="9979" y="8628"/>
                  </a:cubicBezTo>
                  <a:cubicBezTo>
                    <a:pt x="11013" y="7926"/>
                    <a:pt x="12161" y="7415"/>
                    <a:pt x="13361" y="7096"/>
                  </a:cubicBezTo>
                  <a:close/>
                  <a:moveTo>
                    <a:pt x="14050" y="7186"/>
                  </a:moveTo>
                  <a:cubicBezTo>
                    <a:pt x="14292" y="7352"/>
                    <a:pt x="14535" y="7530"/>
                    <a:pt x="14764" y="7709"/>
                  </a:cubicBezTo>
                  <a:lnTo>
                    <a:pt x="14892" y="7798"/>
                  </a:lnTo>
                  <a:lnTo>
                    <a:pt x="14879" y="8104"/>
                  </a:lnTo>
                  <a:cubicBezTo>
                    <a:pt x="14879" y="8232"/>
                    <a:pt x="14866" y="8360"/>
                    <a:pt x="14854" y="8474"/>
                  </a:cubicBezTo>
                  <a:cubicBezTo>
                    <a:pt x="14803" y="8717"/>
                    <a:pt x="14764" y="8959"/>
                    <a:pt x="14726" y="9202"/>
                  </a:cubicBezTo>
                  <a:cubicBezTo>
                    <a:pt x="14432" y="9266"/>
                    <a:pt x="14126" y="9304"/>
                    <a:pt x="13820" y="9355"/>
                  </a:cubicBezTo>
                  <a:cubicBezTo>
                    <a:pt x="13641" y="9380"/>
                    <a:pt x="13450" y="9406"/>
                    <a:pt x="13271" y="9444"/>
                  </a:cubicBezTo>
                  <a:lnTo>
                    <a:pt x="12774" y="9393"/>
                  </a:lnTo>
                  <a:cubicBezTo>
                    <a:pt x="13131" y="8615"/>
                    <a:pt x="13565" y="7887"/>
                    <a:pt x="14050" y="7186"/>
                  </a:cubicBezTo>
                  <a:close/>
                  <a:moveTo>
                    <a:pt x="6980" y="7951"/>
                  </a:moveTo>
                  <a:lnTo>
                    <a:pt x="6980" y="7951"/>
                  </a:lnTo>
                  <a:cubicBezTo>
                    <a:pt x="6967" y="8449"/>
                    <a:pt x="7006" y="8959"/>
                    <a:pt x="7082" y="9457"/>
                  </a:cubicBezTo>
                  <a:lnTo>
                    <a:pt x="7031" y="9470"/>
                  </a:lnTo>
                  <a:cubicBezTo>
                    <a:pt x="6661" y="9534"/>
                    <a:pt x="6291" y="9623"/>
                    <a:pt x="5921" y="9725"/>
                  </a:cubicBezTo>
                  <a:cubicBezTo>
                    <a:pt x="6189" y="9087"/>
                    <a:pt x="6546" y="8487"/>
                    <a:pt x="6980" y="7951"/>
                  </a:cubicBezTo>
                  <a:close/>
                  <a:moveTo>
                    <a:pt x="10617" y="1686"/>
                  </a:moveTo>
                  <a:lnTo>
                    <a:pt x="10617" y="1686"/>
                  </a:lnTo>
                  <a:cubicBezTo>
                    <a:pt x="8652" y="2936"/>
                    <a:pt x="7363" y="4787"/>
                    <a:pt x="7044" y="6969"/>
                  </a:cubicBezTo>
                  <a:cubicBezTo>
                    <a:pt x="6202" y="7811"/>
                    <a:pt x="5564" y="8845"/>
                    <a:pt x="5168" y="9967"/>
                  </a:cubicBezTo>
                  <a:cubicBezTo>
                    <a:pt x="4722" y="10146"/>
                    <a:pt x="4275" y="10338"/>
                    <a:pt x="3854" y="10580"/>
                  </a:cubicBezTo>
                  <a:cubicBezTo>
                    <a:pt x="3790" y="10401"/>
                    <a:pt x="3726" y="10223"/>
                    <a:pt x="3688" y="10044"/>
                  </a:cubicBezTo>
                  <a:cubicBezTo>
                    <a:pt x="3356" y="8296"/>
                    <a:pt x="4441" y="5961"/>
                    <a:pt x="6457" y="4098"/>
                  </a:cubicBezTo>
                  <a:cubicBezTo>
                    <a:pt x="7644" y="2987"/>
                    <a:pt x="9073" y="2171"/>
                    <a:pt x="10617" y="1686"/>
                  </a:cubicBezTo>
                  <a:close/>
                  <a:moveTo>
                    <a:pt x="21298" y="8500"/>
                  </a:moveTo>
                  <a:lnTo>
                    <a:pt x="21298" y="8513"/>
                  </a:lnTo>
                  <a:cubicBezTo>
                    <a:pt x="21834" y="8998"/>
                    <a:pt x="22242" y="9623"/>
                    <a:pt x="22484" y="10312"/>
                  </a:cubicBezTo>
                  <a:cubicBezTo>
                    <a:pt x="22454" y="10311"/>
                    <a:pt x="22423" y="10311"/>
                    <a:pt x="22393" y="10311"/>
                  </a:cubicBezTo>
                  <a:cubicBezTo>
                    <a:pt x="21939" y="10311"/>
                    <a:pt x="21487" y="10399"/>
                    <a:pt x="21068" y="10554"/>
                  </a:cubicBezTo>
                  <a:cubicBezTo>
                    <a:pt x="20877" y="10618"/>
                    <a:pt x="20685" y="10695"/>
                    <a:pt x="20494" y="10771"/>
                  </a:cubicBezTo>
                  <a:cubicBezTo>
                    <a:pt x="20596" y="10197"/>
                    <a:pt x="20672" y="9623"/>
                    <a:pt x="20698" y="9036"/>
                  </a:cubicBezTo>
                  <a:cubicBezTo>
                    <a:pt x="20928" y="8896"/>
                    <a:pt x="21132" y="8717"/>
                    <a:pt x="21298" y="8500"/>
                  </a:cubicBezTo>
                  <a:close/>
                  <a:moveTo>
                    <a:pt x="7197" y="10133"/>
                  </a:moveTo>
                  <a:lnTo>
                    <a:pt x="7197" y="10146"/>
                  </a:lnTo>
                  <a:lnTo>
                    <a:pt x="7223" y="10299"/>
                  </a:lnTo>
                  <a:cubicBezTo>
                    <a:pt x="7044" y="10516"/>
                    <a:pt x="6865" y="10720"/>
                    <a:pt x="6712" y="10937"/>
                  </a:cubicBezTo>
                  <a:lnTo>
                    <a:pt x="6623" y="10950"/>
                  </a:lnTo>
                  <a:cubicBezTo>
                    <a:pt x="6712" y="10784"/>
                    <a:pt x="6814" y="10618"/>
                    <a:pt x="6929" y="10452"/>
                  </a:cubicBezTo>
                  <a:cubicBezTo>
                    <a:pt x="7006" y="10338"/>
                    <a:pt x="7095" y="10235"/>
                    <a:pt x="7197" y="10133"/>
                  </a:cubicBezTo>
                  <a:close/>
                  <a:moveTo>
                    <a:pt x="6340" y="10227"/>
                  </a:moveTo>
                  <a:cubicBezTo>
                    <a:pt x="6251" y="10379"/>
                    <a:pt x="6163" y="10543"/>
                    <a:pt x="6074" y="10695"/>
                  </a:cubicBezTo>
                  <a:cubicBezTo>
                    <a:pt x="5985" y="10886"/>
                    <a:pt x="5870" y="11065"/>
                    <a:pt x="5755" y="11244"/>
                  </a:cubicBezTo>
                  <a:cubicBezTo>
                    <a:pt x="5628" y="11295"/>
                    <a:pt x="5500" y="11358"/>
                    <a:pt x="5385" y="11435"/>
                  </a:cubicBezTo>
                  <a:cubicBezTo>
                    <a:pt x="5449" y="11090"/>
                    <a:pt x="5538" y="10759"/>
                    <a:pt x="5653" y="10440"/>
                  </a:cubicBezTo>
                  <a:cubicBezTo>
                    <a:pt x="5878" y="10352"/>
                    <a:pt x="6103" y="10289"/>
                    <a:pt x="6340" y="10227"/>
                  </a:cubicBezTo>
                  <a:close/>
                  <a:moveTo>
                    <a:pt x="9682" y="9808"/>
                  </a:moveTo>
                  <a:cubicBezTo>
                    <a:pt x="9925" y="9808"/>
                    <a:pt x="10164" y="9814"/>
                    <a:pt x="10400" y="9827"/>
                  </a:cubicBezTo>
                  <a:lnTo>
                    <a:pt x="10387" y="9827"/>
                  </a:lnTo>
                  <a:cubicBezTo>
                    <a:pt x="10643" y="9916"/>
                    <a:pt x="10885" y="10031"/>
                    <a:pt x="11127" y="10159"/>
                  </a:cubicBezTo>
                  <a:cubicBezTo>
                    <a:pt x="10579" y="10478"/>
                    <a:pt x="10145" y="10950"/>
                    <a:pt x="9890" y="11512"/>
                  </a:cubicBezTo>
                  <a:cubicBezTo>
                    <a:pt x="9775" y="11435"/>
                    <a:pt x="9647" y="11358"/>
                    <a:pt x="9532" y="11295"/>
                  </a:cubicBezTo>
                  <a:cubicBezTo>
                    <a:pt x="9150" y="11090"/>
                    <a:pt x="8728" y="10950"/>
                    <a:pt x="8307" y="10873"/>
                  </a:cubicBezTo>
                  <a:cubicBezTo>
                    <a:pt x="8486" y="10516"/>
                    <a:pt x="8703" y="10159"/>
                    <a:pt x="8945" y="9827"/>
                  </a:cubicBezTo>
                  <a:cubicBezTo>
                    <a:pt x="9194" y="9814"/>
                    <a:pt x="9440" y="9808"/>
                    <a:pt x="9682" y="9808"/>
                  </a:cubicBezTo>
                  <a:close/>
                  <a:moveTo>
                    <a:pt x="4939" y="10708"/>
                  </a:moveTo>
                  <a:lnTo>
                    <a:pt x="4939" y="10708"/>
                  </a:lnTo>
                  <a:cubicBezTo>
                    <a:pt x="4862" y="10988"/>
                    <a:pt x="4798" y="11282"/>
                    <a:pt x="4734" y="11575"/>
                  </a:cubicBezTo>
                  <a:cubicBezTo>
                    <a:pt x="4709" y="11563"/>
                    <a:pt x="4683" y="11550"/>
                    <a:pt x="4658" y="11537"/>
                  </a:cubicBezTo>
                  <a:cubicBezTo>
                    <a:pt x="4466" y="11422"/>
                    <a:pt x="4301" y="11269"/>
                    <a:pt x="4173" y="11090"/>
                  </a:cubicBezTo>
                  <a:cubicBezTo>
                    <a:pt x="4428" y="10937"/>
                    <a:pt x="4683" y="10810"/>
                    <a:pt x="4939" y="10708"/>
                  </a:cubicBezTo>
                  <a:close/>
                  <a:moveTo>
                    <a:pt x="13271" y="10070"/>
                  </a:moveTo>
                  <a:cubicBezTo>
                    <a:pt x="13743" y="10108"/>
                    <a:pt x="14190" y="10146"/>
                    <a:pt x="14611" y="10146"/>
                  </a:cubicBezTo>
                  <a:cubicBezTo>
                    <a:pt x="14598" y="10325"/>
                    <a:pt x="14586" y="10516"/>
                    <a:pt x="14586" y="10695"/>
                  </a:cubicBezTo>
                  <a:lnTo>
                    <a:pt x="14573" y="10759"/>
                  </a:lnTo>
                  <a:cubicBezTo>
                    <a:pt x="14472" y="11202"/>
                    <a:pt x="14308" y="11619"/>
                    <a:pt x="14106" y="12024"/>
                  </a:cubicBezTo>
                  <a:lnTo>
                    <a:pt x="14106" y="12024"/>
                  </a:lnTo>
                  <a:cubicBezTo>
                    <a:pt x="13610" y="11365"/>
                    <a:pt x="13025" y="10769"/>
                    <a:pt x="12365" y="10274"/>
                  </a:cubicBezTo>
                  <a:cubicBezTo>
                    <a:pt x="12531" y="10223"/>
                    <a:pt x="12684" y="10184"/>
                    <a:pt x="12850" y="10146"/>
                  </a:cubicBezTo>
                  <a:cubicBezTo>
                    <a:pt x="12978" y="10121"/>
                    <a:pt x="13118" y="10082"/>
                    <a:pt x="13271" y="10070"/>
                  </a:cubicBezTo>
                  <a:close/>
                  <a:moveTo>
                    <a:pt x="11549" y="10605"/>
                  </a:moveTo>
                  <a:lnTo>
                    <a:pt x="11549" y="10605"/>
                  </a:lnTo>
                  <a:cubicBezTo>
                    <a:pt x="11306" y="11218"/>
                    <a:pt x="11076" y="11831"/>
                    <a:pt x="10872" y="12418"/>
                  </a:cubicBezTo>
                  <a:lnTo>
                    <a:pt x="10860" y="12418"/>
                  </a:lnTo>
                  <a:cubicBezTo>
                    <a:pt x="10706" y="12239"/>
                    <a:pt x="10540" y="12073"/>
                    <a:pt x="10375" y="11920"/>
                  </a:cubicBezTo>
                  <a:cubicBezTo>
                    <a:pt x="10528" y="11397"/>
                    <a:pt x="10949" y="10950"/>
                    <a:pt x="11549" y="10605"/>
                  </a:cubicBezTo>
                  <a:close/>
                  <a:moveTo>
                    <a:pt x="19359" y="4382"/>
                  </a:moveTo>
                  <a:cubicBezTo>
                    <a:pt x="20955" y="4382"/>
                    <a:pt x="22797" y="5533"/>
                    <a:pt x="23684" y="6433"/>
                  </a:cubicBezTo>
                  <a:cubicBezTo>
                    <a:pt x="25432" y="8232"/>
                    <a:pt x="25917" y="9993"/>
                    <a:pt x="25049" y="11537"/>
                  </a:cubicBezTo>
                  <a:cubicBezTo>
                    <a:pt x="24871" y="11856"/>
                    <a:pt x="24654" y="12150"/>
                    <a:pt x="24411" y="12418"/>
                  </a:cubicBezTo>
                  <a:cubicBezTo>
                    <a:pt x="24399" y="11716"/>
                    <a:pt x="24169" y="11141"/>
                    <a:pt x="23761" y="10771"/>
                  </a:cubicBezTo>
                  <a:cubicBezTo>
                    <a:pt x="23595" y="10618"/>
                    <a:pt x="23390" y="10503"/>
                    <a:pt x="23174" y="10427"/>
                  </a:cubicBezTo>
                  <a:cubicBezTo>
                    <a:pt x="22918" y="9483"/>
                    <a:pt x="22382" y="8628"/>
                    <a:pt x="21630" y="8002"/>
                  </a:cubicBezTo>
                  <a:lnTo>
                    <a:pt x="21617" y="8002"/>
                  </a:lnTo>
                  <a:cubicBezTo>
                    <a:pt x="21668" y="7887"/>
                    <a:pt x="21706" y="7773"/>
                    <a:pt x="21744" y="7645"/>
                  </a:cubicBezTo>
                  <a:cubicBezTo>
                    <a:pt x="22076" y="6420"/>
                    <a:pt x="21272" y="5016"/>
                    <a:pt x="19971" y="4582"/>
                  </a:cubicBezTo>
                  <a:cubicBezTo>
                    <a:pt x="19664" y="4480"/>
                    <a:pt x="19345" y="4417"/>
                    <a:pt x="19014" y="4417"/>
                  </a:cubicBezTo>
                  <a:lnTo>
                    <a:pt x="18988" y="4404"/>
                  </a:lnTo>
                  <a:cubicBezTo>
                    <a:pt x="19110" y="4389"/>
                    <a:pt x="19233" y="4382"/>
                    <a:pt x="19359" y="4382"/>
                  </a:cubicBezTo>
                  <a:close/>
                  <a:moveTo>
                    <a:pt x="17227" y="9240"/>
                  </a:moveTo>
                  <a:cubicBezTo>
                    <a:pt x="17597" y="9393"/>
                    <a:pt x="17993" y="9495"/>
                    <a:pt x="18388" y="9546"/>
                  </a:cubicBezTo>
                  <a:cubicBezTo>
                    <a:pt x="18538" y="9566"/>
                    <a:pt x="18688" y="9575"/>
                    <a:pt x="18837" y="9575"/>
                  </a:cubicBezTo>
                  <a:cubicBezTo>
                    <a:pt x="19273" y="9575"/>
                    <a:pt x="19702" y="9494"/>
                    <a:pt x="20111" y="9342"/>
                  </a:cubicBezTo>
                  <a:lnTo>
                    <a:pt x="20111" y="9342"/>
                  </a:lnTo>
                  <a:cubicBezTo>
                    <a:pt x="20060" y="9916"/>
                    <a:pt x="19971" y="10478"/>
                    <a:pt x="19856" y="11027"/>
                  </a:cubicBezTo>
                  <a:cubicBezTo>
                    <a:pt x="18975" y="11422"/>
                    <a:pt x="18120" y="11894"/>
                    <a:pt x="17316" y="12443"/>
                  </a:cubicBezTo>
                  <a:cubicBezTo>
                    <a:pt x="17342" y="12341"/>
                    <a:pt x="17355" y="12252"/>
                    <a:pt x="17367" y="12150"/>
                  </a:cubicBezTo>
                  <a:cubicBezTo>
                    <a:pt x="17470" y="11218"/>
                    <a:pt x="17304" y="10261"/>
                    <a:pt x="17138" y="9355"/>
                  </a:cubicBezTo>
                  <a:lnTo>
                    <a:pt x="17138" y="9329"/>
                  </a:lnTo>
                  <a:lnTo>
                    <a:pt x="17227" y="9240"/>
                  </a:lnTo>
                  <a:close/>
                  <a:moveTo>
                    <a:pt x="14522" y="12507"/>
                  </a:moveTo>
                  <a:lnTo>
                    <a:pt x="14522" y="12634"/>
                  </a:lnTo>
                  <a:lnTo>
                    <a:pt x="14484" y="12571"/>
                  </a:lnTo>
                  <a:lnTo>
                    <a:pt x="14522" y="12507"/>
                  </a:lnTo>
                  <a:close/>
                  <a:moveTo>
                    <a:pt x="12123" y="10822"/>
                  </a:moveTo>
                  <a:cubicBezTo>
                    <a:pt x="12748" y="11320"/>
                    <a:pt x="13310" y="11907"/>
                    <a:pt x="13769" y="12571"/>
                  </a:cubicBezTo>
                  <a:cubicBezTo>
                    <a:pt x="13654" y="12724"/>
                    <a:pt x="13539" y="12864"/>
                    <a:pt x="13399" y="12992"/>
                  </a:cubicBezTo>
                  <a:cubicBezTo>
                    <a:pt x="13091" y="12934"/>
                    <a:pt x="12781" y="12905"/>
                    <a:pt x="12471" y="12905"/>
                  </a:cubicBezTo>
                  <a:cubicBezTo>
                    <a:pt x="12102" y="12905"/>
                    <a:pt x="11733" y="12946"/>
                    <a:pt x="11368" y="13028"/>
                  </a:cubicBezTo>
                  <a:lnTo>
                    <a:pt x="11368" y="13028"/>
                  </a:lnTo>
                  <a:lnTo>
                    <a:pt x="11319" y="12966"/>
                  </a:lnTo>
                  <a:cubicBezTo>
                    <a:pt x="11574" y="12277"/>
                    <a:pt x="11829" y="11550"/>
                    <a:pt x="12123" y="10822"/>
                  </a:cubicBezTo>
                  <a:close/>
                  <a:moveTo>
                    <a:pt x="14126" y="13094"/>
                  </a:moveTo>
                  <a:lnTo>
                    <a:pt x="14177" y="13183"/>
                  </a:lnTo>
                  <a:lnTo>
                    <a:pt x="14088" y="13145"/>
                  </a:lnTo>
                  <a:lnTo>
                    <a:pt x="14126" y="13094"/>
                  </a:lnTo>
                  <a:close/>
                  <a:moveTo>
                    <a:pt x="10324" y="12711"/>
                  </a:moveTo>
                  <a:cubicBezTo>
                    <a:pt x="10438" y="12826"/>
                    <a:pt x="10540" y="12953"/>
                    <a:pt x="10643" y="13068"/>
                  </a:cubicBezTo>
                  <a:lnTo>
                    <a:pt x="10630" y="13081"/>
                  </a:lnTo>
                  <a:lnTo>
                    <a:pt x="10553" y="13298"/>
                  </a:lnTo>
                  <a:cubicBezTo>
                    <a:pt x="10438" y="13107"/>
                    <a:pt x="10362" y="12915"/>
                    <a:pt x="10324" y="12711"/>
                  </a:cubicBezTo>
                  <a:close/>
                  <a:moveTo>
                    <a:pt x="8167" y="11460"/>
                  </a:moveTo>
                  <a:lnTo>
                    <a:pt x="8167" y="11460"/>
                  </a:lnTo>
                  <a:cubicBezTo>
                    <a:pt x="8537" y="11512"/>
                    <a:pt x="8894" y="11639"/>
                    <a:pt x="9226" y="11818"/>
                  </a:cubicBezTo>
                  <a:cubicBezTo>
                    <a:pt x="9392" y="11907"/>
                    <a:pt x="9558" y="12009"/>
                    <a:pt x="9711" y="12137"/>
                  </a:cubicBezTo>
                  <a:cubicBezTo>
                    <a:pt x="9698" y="12226"/>
                    <a:pt x="9686" y="12315"/>
                    <a:pt x="9686" y="12405"/>
                  </a:cubicBezTo>
                  <a:cubicBezTo>
                    <a:pt x="9686" y="12788"/>
                    <a:pt x="9788" y="13158"/>
                    <a:pt x="9966" y="13489"/>
                  </a:cubicBezTo>
                  <a:cubicBezTo>
                    <a:pt x="9469" y="13260"/>
                    <a:pt x="9047" y="12902"/>
                    <a:pt x="8716" y="12469"/>
                  </a:cubicBezTo>
                  <a:cubicBezTo>
                    <a:pt x="8486" y="12162"/>
                    <a:pt x="8295" y="11818"/>
                    <a:pt x="8167" y="11460"/>
                  </a:cubicBezTo>
                  <a:close/>
                  <a:moveTo>
                    <a:pt x="23327" y="11180"/>
                  </a:moveTo>
                  <a:lnTo>
                    <a:pt x="23378" y="11218"/>
                  </a:lnTo>
                  <a:cubicBezTo>
                    <a:pt x="23761" y="11563"/>
                    <a:pt x="23901" y="12201"/>
                    <a:pt x="23786" y="12992"/>
                  </a:cubicBezTo>
                  <a:cubicBezTo>
                    <a:pt x="23480" y="13234"/>
                    <a:pt x="23161" y="13451"/>
                    <a:pt x="22829" y="13643"/>
                  </a:cubicBezTo>
                  <a:cubicBezTo>
                    <a:pt x="23186" y="12992"/>
                    <a:pt x="23365" y="12252"/>
                    <a:pt x="23352" y="11512"/>
                  </a:cubicBezTo>
                  <a:cubicBezTo>
                    <a:pt x="23352" y="11397"/>
                    <a:pt x="23339" y="11282"/>
                    <a:pt x="23327" y="11180"/>
                  </a:cubicBezTo>
                  <a:close/>
                  <a:moveTo>
                    <a:pt x="12452" y="13510"/>
                  </a:moveTo>
                  <a:cubicBezTo>
                    <a:pt x="12521" y="13510"/>
                    <a:pt x="12590" y="13512"/>
                    <a:pt x="12659" y="13515"/>
                  </a:cubicBezTo>
                  <a:cubicBezTo>
                    <a:pt x="12442" y="13617"/>
                    <a:pt x="12212" y="13694"/>
                    <a:pt x="11982" y="13745"/>
                  </a:cubicBezTo>
                  <a:lnTo>
                    <a:pt x="11868" y="13770"/>
                  </a:lnTo>
                  <a:lnTo>
                    <a:pt x="11740" y="13579"/>
                  </a:lnTo>
                  <a:cubicBezTo>
                    <a:pt x="11977" y="13529"/>
                    <a:pt x="12215" y="13510"/>
                    <a:pt x="12452" y="13510"/>
                  </a:cubicBezTo>
                  <a:close/>
                  <a:moveTo>
                    <a:pt x="11102" y="13732"/>
                  </a:moveTo>
                  <a:lnTo>
                    <a:pt x="11153" y="13808"/>
                  </a:lnTo>
                  <a:lnTo>
                    <a:pt x="11013" y="13796"/>
                  </a:lnTo>
                  <a:cubicBezTo>
                    <a:pt x="11013" y="13783"/>
                    <a:pt x="11025" y="13770"/>
                    <a:pt x="11025" y="13770"/>
                  </a:cubicBezTo>
                  <a:lnTo>
                    <a:pt x="11102" y="13732"/>
                  </a:lnTo>
                  <a:close/>
                  <a:moveTo>
                    <a:pt x="16564" y="9738"/>
                  </a:moveTo>
                  <a:cubicBezTo>
                    <a:pt x="16704" y="10529"/>
                    <a:pt x="16819" y="11333"/>
                    <a:pt x="16729" y="12086"/>
                  </a:cubicBezTo>
                  <a:cubicBezTo>
                    <a:pt x="16691" y="12392"/>
                    <a:pt x="16627" y="12698"/>
                    <a:pt x="16525" y="13005"/>
                  </a:cubicBezTo>
                  <a:cubicBezTo>
                    <a:pt x="16130" y="13298"/>
                    <a:pt x="15760" y="13604"/>
                    <a:pt x="15402" y="13923"/>
                  </a:cubicBezTo>
                  <a:cubicBezTo>
                    <a:pt x="15287" y="13821"/>
                    <a:pt x="15160" y="13732"/>
                    <a:pt x="15045" y="13655"/>
                  </a:cubicBezTo>
                  <a:lnTo>
                    <a:pt x="15045" y="13643"/>
                  </a:lnTo>
                  <a:cubicBezTo>
                    <a:pt x="15096" y="13043"/>
                    <a:pt x="15109" y="12418"/>
                    <a:pt x="15134" y="11805"/>
                  </a:cubicBezTo>
                  <a:cubicBezTo>
                    <a:pt x="15134" y="11460"/>
                    <a:pt x="15147" y="11116"/>
                    <a:pt x="15173" y="10771"/>
                  </a:cubicBezTo>
                  <a:cubicBezTo>
                    <a:pt x="15211" y="10554"/>
                    <a:pt x="15249" y="10338"/>
                    <a:pt x="15287" y="10121"/>
                  </a:cubicBezTo>
                  <a:cubicBezTo>
                    <a:pt x="15555" y="10095"/>
                    <a:pt x="15823" y="10044"/>
                    <a:pt x="16079" y="9955"/>
                  </a:cubicBezTo>
                  <a:cubicBezTo>
                    <a:pt x="16245" y="9904"/>
                    <a:pt x="16410" y="9827"/>
                    <a:pt x="16564" y="9738"/>
                  </a:cubicBezTo>
                  <a:close/>
                  <a:moveTo>
                    <a:pt x="6189" y="11703"/>
                  </a:moveTo>
                  <a:lnTo>
                    <a:pt x="6189" y="11703"/>
                  </a:lnTo>
                  <a:cubicBezTo>
                    <a:pt x="5742" y="12430"/>
                    <a:pt x="5372" y="13196"/>
                    <a:pt x="5092" y="14000"/>
                  </a:cubicBezTo>
                  <a:cubicBezTo>
                    <a:pt x="5092" y="13796"/>
                    <a:pt x="5092" y="13604"/>
                    <a:pt x="5104" y="13387"/>
                  </a:cubicBezTo>
                  <a:cubicBezTo>
                    <a:pt x="5130" y="13005"/>
                    <a:pt x="5168" y="12622"/>
                    <a:pt x="5232" y="12252"/>
                  </a:cubicBezTo>
                  <a:cubicBezTo>
                    <a:pt x="5321" y="12239"/>
                    <a:pt x="5423" y="12213"/>
                    <a:pt x="5513" y="12175"/>
                  </a:cubicBezTo>
                  <a:lnTo>
                    <a:pt x="5500" y="12175"/>
                  </a:lnTo>
                  <a:cubicBezTo>
                    <a:pt x="5755" y="12086"/>
                    <a:pt x="5972" y="11933"/>
                    <a:pt x="6138" y="11728"/>
                  </a:cubicBezTo>
                  <a:lnTo>
                    <a:pt x="6189" y="11703"/>
                  </a:lnTo>
                  <a:close/>
                  <a:moveTo>
                    <a:pt x="19851" y="2201"/>
                  </a:moveTo>
                  <a:cubicBezTo>
                    <a:pt x="21232" y="2201"/>
                    <a:pt x="22728" y="2730"/>
                    <a:pt x="23990" y="3523"/>
                  </a:cubicBezTo>
                  <a:cubicBezTo>
                    <a:pt x="28061" y="6088"/>
                    <a:pt x="28469" y="9648"/>
                    <a:pt x="27117" y="11882"/>
                  </a:cubicBezTo>
                  <a:cubicBezTo>
                    <a:pt x="26402" y="13068"/>
                    <a:pt x="25279" y="13796"/>
                    <a:pt x="24016" y="14383"/>
                  </a:cubicBezTo>
                  <a:cubicBezTo>
                    <a:pt x="24131" y="14089"/>
                    <a:pt x="24233" y="13783"/>
                    <a:pt x="24309" y="13477"/>
                  </a:cubicBezTo>
                  <a:cubicBezTo>
                    <a:pt x="24322" y="13413"/>
                    <a:pt x="24335" y="13362"/>
                    <a:pt x="24348" y="13298"/>
                  </a:cubicBezTo>
                  <a:cubicBezTo>
                    <a:pt x="24845" y="12890"/>
                    <a:pt x="25279" y="12392"/>
                    <a:pt x="25598" y="11831"/>
                  </a:cubicBezTo>
                  <a:cubicBezTo>
                    <a:pt x="26300" y="10567"/>
                    <a:pt x="26619" y="8538"/>
                    <a:pt x="24131" y="5999"/>
                  </a:cubicBezTo>
                  <a:cubicBezTo>
                    <a:pt x="23234" y="5091"/>
                    <a:pt x="21244" y="3779"/>
                    <a:pt x="19399" y="3779"/>
                  </a:cubicBezTo>
                  <a:cubicBezTo>
                    <a:pt x="19222" y="3779"/>
                    <a:pt x="19047" y="3791"/>
                    <a:pt x="18873" y="3817"/>
                  </a:cubicBezTo>
                  <a:cubicBezTo>
                    <a:pt x="18605" y="3855"/>
                    <a:pt x="18337" y="3932"/>
                    <a:pt x="18082" y="4034"/>
                  </a:cubicBezTo>
                  <a:lnTo>
                    <a:pt x="18044" y="3944"/>
                  </a:lnTo>
                  <a:cubicBezTo>
                    <a:pt x="18261" y="3893"/>
                    <a:pt x="18465" y="3791"/>
                    <a:pt x="18644" y="3651"/>
                  </a:cubicBezTo>
                  <a:cubicBezTo>
                    <a:pt x="19001" y="3370"/>
                    <a:pt x="19243" y="2821"/>
                    <a:pt x="19269" y="2234"/>
                  </a:cubicBezTo>
                  <a:cubicBezTo>
                    <a:pt x="19460" y="2212"/>
                    <a:pt x="19655" y="2201"/>
                    <a:pt x="19851" y="2201"/>
                  </a:cubicBezTo>
                  <a:close/>
                  <a:moveTo>
                    <a:pt x="8499" y="13145"/>
                  </a:moveTo>
                  <a:lnTo>
                    <a:pt x="8499" y="13145"/>
                  </a:lnTo>
                  <a:cubicBezTo>
                    <a:pt x="8792" y="13451"/>
                    <a:pt x="9124" y="13719"/>
                    <a:pt x="9494" y="13923"/>
                  </a:cubicBezTo>
                  <a:cubicBezTo>
                    <a:pt x="9418" y="13987"/>
                    <a:pt x="9341" y="14064"/>
                    <a:pt x="9252" y="14140"/>
                  </a:cubicBezTo>
                  <a:cubicBezTo>
                    <a:pt x="9073" y="14306"/>
                    <a:pt x="8920" y="14485"/>
                    <a:pt x="8767" y="14676"/>
                  </a:cubicBezTo>
                  <a:cubicBezTo>
                    <a:pt x="8716" y="14153"/>
                    <a:pt x="8614" y="13643"/>
                    <a:pt x="8499" y="13145"/>
                  </a:cubicBezTo>
                  <a:close/>
                  <a:moveTo>
                    <a:pt x="15415" y="14753"/>
                  </a:moveTo>
                  <a:lnTo>
                    <a:pt x="15460" y="14797"/>
                  </a:lnTo>
                  <a:lnTo>
                    <a:pt x="15428" y="14829"/>
                  </a:lnTo>
                  <a:cubicBezTo>
                    <a:pt x="15428" y="14804"/>
                    <a:pt x="15415" y="14778"/>
                    <a:pt x="15402" y="14753"/>
                  </a:cubicBezTo>
                  <a:close/>
                  <a:moveTo>
                    <a:pt x="22397" y="10915"/>
                  </a:moveTo>
                  <a:cubicBezTo>
                    <a:pt x="22477" y="10915"/>
                    <a:pt x="22557" y="10918"/>
                    <a:pt x="22638" y="10925"/>
                  </a:cubicBezTo>
                  <a:cubicBezTo>
                    <a:pt x="22676" y="11129"/>
                    <a:pt x="22701" y="11333"/>
                    <a:pt x="22701" y="11537"/>
                  </a:cubicBezTo>
                  <a:cubicBezTo>
                    <a:pt x="22727" y="12532"/>
                    <a:pt x="22344" y="13502"/>
                    <a:pt x="21642" y="14217"/>
                  </a:cubicBezTo>
                  <a:cubicBezTo>
                    <a:pt x="20826" y="14549"/>
                    <a:pt x="19983" y="14804"/>
                    <a:pt x="19128" y="14970"/>
                  </a:cubicBezTo>
                  <a:cubicBezTo>
                    <a:pt x="19652" y="13847"/>
                    <a:pt x="20060" y="12673"/>
                    <a:pt x="20341" y="11473"/>
                  </a:cubicBezTo>
                  <a:cubicBezTo>
                    <a:pt x="20634" y="11358"/>
                    <a:pt x="20940" y="11244"/>
                    <a:pt x="21247" y="11129"/>
                  </a:cubicBezTo>
                  <a:cubicBezTo>
                    <a:pt x="21617" y="10991"/>
                    <a:pt x="22006" y="10915"/>
                    <a:pt x="22397" y="10915"/>
                  </a:cubicBezTo>
                  <a:close/>
                  <a:moveTo>
                    <a:pt x="13552" y="13643"/>
                  </a:moveTo>
                  <a:cubicBezTo>
                    <a:pt x="13858" y="13719"/>
                    <a:pt x="14152" y="13821"/>
                    <a:pt x="14420" y="13962"/>
                  </a:cubicBezTo>
                  <a:cubicBezTo>
                    <a:pt x="14381" y="14344"/>
                    <a:pt x="14318" y="14714"/>
                    <a:pt x="14228" y="15084"/>
                  </a:cubicBezTo>
                  <a:cubicBezTo>
                    <a:pt x="13935" y="15046"/>
                    <a:pt x="13629" y="14982"/>
                    <a:pt x="13335" y="14919"/>
                  </a:cubicBezTo>
                  <a:lnTo>
                    <a:pt x="13335" y="14931"/>
                  </a:lnTo>
                  <a:cubicBezTo>
                    <a:pt x="13029" y="14868"/>
                    <a:pt x="12723" y="14778"/>
                    <a:pt x="12442" y="14676"/>
                  </a:cubicBezTo>
                  <a:lnTo>
                    <a:pt x="12212" y="14319"/>
                  </a:lnTo>
                  <a:cubicBezTo>
                    <a:pt x="12697" y="14191"/>
                    <a:pt x="13156" y="13962"/>
                    <a:pt x="13552" y="13643"/>
                  </a:cubicBezTo>
                  <a:close/>
                  <a:moveTo>
                    <a:pt x="19677" y="11779"/>
                  </a:moveTo>
                  <a:lnTo>
                    <a:pt x="19677" y="11779"/>
                  </a:lnTo>
                  <a:cubicBezTo>
                    <a:pt x="19371" y="12928"/>
                    <a:pt x="18950" y="14025"/>
                    <a:pt x="18427" y="15084"/>
                  </a:cubicBezTo>
                  <a:lnTo>
                    <a:pt x="18414" y="15084"/>
                  </a:lnTo>
                  <a:cubicBezTo>
                    <a:pt x="17814" y="15187"/>
                    <a:pt x="17202" y="15238"/>
                    <a:pt x="16589" y="15250"/>
                  </a:cubicBezTo>
                  <a:cubicBezTo>
                    <a:pt x="16500" y="15097"/>
                    <a:pt x="16385" y="14931"/>
                    <a:pt x="16270" y="14791"/>
                  </a:cubicBezTo>
                  <a:cubicBezTo>
                    <a:pt x="16602" y="14357"/>
                    <a:pt x="16857" y="13885"/>
                    <a:pt x="17061" y="13375"/>
                  </a:cubicBezTo>
                  <a:cubicBezTo>
                    <a:pt x="17878" y="12762"/>
                    <a:pt x="18746" y="12226"/>
                    <a:pt x="19677" y="11779"/>
                  </a:cubicBezTo>
                  <a:close/>
                  <a:moveTo>
                    <a:pt x="10796" y="14446"/>
                  </a:moveTo>
                  <a:cubicBezTo>
                    <a:pt x="11166" y="14753"/>
                    <a:pt x="11600" y="14995"/>
                    <a:pt x="12046" y="15161"/>
                  </a:cubicBezTo>
                  <a:lnTo>
                    <a:pt x="12136" y="15301"/>
                  </a:lnTo>
                  <a:cubicBezTo>
                    <a:pt x="11663" y="15263"/>
                    <a:pt x="11191" y="15238"/>
                    <a:pt x="10719" y="15238"/>
                  </a:cubicBezTo>
                  <a:lnTo>
                    <a:pt x="10515" y="15238"/>
                  </a:lnTo>
                  <a:cubicBezTo>
                    <a:pt x="10604" y="14995"/>
                    <a:pt x="10694" y="14727"/>
                    <a:pt x="10796" y="14446"/>
                  </a:cubicBezTo>
                  <a:close/>
                  <a:moveTo>
                    <a:pt x="10132" y="14204"/>
                  </a:moveTo>
                  <a:lnTo>
                    <a:pt x="10221" y="14242"/>
                  </a:lnTo>
                  <a:cubicBezTo>
                    <a:pt x="10094" y="14600"/>
                    <a:pt x="9979" y="14944"/>
                    <a:pt x="9864" y="15263"/>
                  </a:cubicBezTo>
                  <a:cubicBezTo>
                    <a:pt x="9583" y="15289"/>
                    <a:pt x="9315" y="15314"/>
                    <a:pt x="9035" y="15365"/>
                  </a:cubicBezTo>
                  <a:cubicBezTo>
                    <a:pt x="9213" y="15072"/>
                    <a:pt x="9418" y="14804"/>
                    <a:pt x="9660" y="14574"/>
                  </a:cubicBezTo>
                  <a:cubicBezTo>
                    <a:pt x="9813" y="14446"/>
                    <a:pt x="9966" y="14319"/>
                    <a:pt x="10132" y="14204"/>
                  </a:cubicBezTo>
                  <a:close/>
                  <a:moveTo>
                    <a:pt x="7695" y="12405"/>
                  </a:moveTo>
                  <a:cubicBezTo>
                    <a:pt x="7937" y="13438"/>
                    <a:pt x="8180" y="14498"/>
                    <a:pt x="8218" y="15544"/>
                  </a:cubicBezTo>
                  <a:cubicBezTo>
                    <a:pt x="7950" y="15620"/>
                    <a:pt x="7695" y="15710"/>
                    <a:pt x="7440" y="15812"/>
                  </a:cubicBezTo>
                  <a:cubicBezTo>
                    <a:pt x="7287" y="14676"/>
                    <a:pt x="7376" y="13502"/>
                    <a:pt x="7695" y="12405"/>
                  </a:cubicBezTo>
                  <a:close/>
                  <a:moveTo>
                    <a:pt x="7414" y="11435"/>
                  </a:moveTo>
                  <a:cubicBezTo>
                    <a:pt x="6827" y="12915"/>
                    <a:pt x="6661" y="14523"/>
                    <a:pt x="6904" y="16093"/>
                  </a:cubicBezTo>
                  <a:cubicBezTo>
                    <a:pt x="6508" y="16310"/>
                    <a:pt x="6138" y="16590"/>
                    <a:pt x="5806" y="16909"/>
                  </a:cubicBezTo>
                  <a:cubicBezTo>
                    <a:pt x="5538" y="16526"/>
                    <a:pt x="5347" y="16093"/>
                    <a:pt x="5245" y="15646"/>
                  </a:cubicBezTo>
                  <a:cubicBezTo>
                    <a:pt x="5564" y="14140"/>
                    <a:pt x="6176" y="12724"/>
                    <a:pt x="7070" y="11473"/>
                  </a:cubicBezTo>
                  <a:cubicBezTo>
                    <a:pt x="7184" y="11448"/>
                    <a:pt x="7299" y="11448"/>
                    <a:pt x="7414" y="11435"/>
                  </a:cubicBezTo>
                  <a:close/>
                  <a:moveTo>
                    <a:pt x="17712" y="16348"/>
                  </a:moveTo>
                  <a:lnTo>
                    <a:pt x="17712" y="16348"/>
                  </a:lnTo>
                  <a:cubicBezTo>
                    <a:pt x="17584" y="16565"/>
                    <a:pt x="17444" y="16782"/>
                    <a:pt x="17304" y="16999"/>
                  </a:cubicBezTo>
                  <a:cubicBezTo>
                    <a:pt x="17253" y="16782"/>
                    <a:pt x="17189" y="16577"/>
                    <a:pt x="17125" y="16361"/>
                  </a:cubicBezTo>
                  <a:cubicBezTo>
                    <a:pt x="17329" y="16361"/>
                    <a:pt x="17521" y="16361"/>
                    <a:pt x="17712" y="16348"/>
                  </a:cubicBezTo>
                  <a:close/>
                  <a:moveTo>
                    <a:pt x="14803" y="16207"/>
                  </a:moveTo>
                  <a:lnTo>
                    <a:pt x="15058" y="16233"/>
                  </a:lnTo>
                  <a:cubicBezTo>
                    <a:pt x="15083" y="16577"/>
                    <a:pt x="15096" y="16922"/>
                    <a:pt x="15083" y="17279"/>
                  </a:cubicBezTo>
                  <a:cubicBezTo>
                    <a:pt x="14790" y="17126"/>
                    <a:pt x="14509" y="16960"/>
                    <a:pt x="14254" y="16769"/>
                  </a:cubicBezTo>
                  <a:lnTo>
                    <a:pt x="14267" y="16769"/>
                  </a:lnTo>
                  <a:cubicBezTo>
                    <a:pt x="14305" y="16680"/>
                    <a:pt x="14343" y="16603"/>
                    <a:pt x="14381" y="16514"/>
                  </a:cubicBezTo>
                  <a:cubicBezTo>
                    <a:pt x="14420" y="16488"/>
                    <a:pt x="14458" y="16463"/>
                    <a:pt x="14484" y="16437"/>
                  </a:cubicBezTo>
                  <a:cubicBezTo>
                    <a:pt x="14598" y="16361"/>
                    <a:pt x="14713" y="16284"/>
                    <a:pt x="14803" y="16207"/>
                  </a:cubicBezTo>
                  <a:close/>
                  <a:moveTo>
                    <a:pt x="5360" y="17318"/>
                  </a:moveTo>
                  <a:lnTo>
                    <a:pt x="5385" y="17343"/>
                  </a:lnTo>
                  <a:cubicBezTo>
                    <a:pt x="5360" y="17381"/>
                    <a:pt x="5334" y="17407"/>
                    <a:pt x="5321" y="17432"/>
                  </a:cubicBezTo>
                  <a:cubicBezTo>
                    <a:pt x="5334" y="17394"/>
                    <a:pt x="5347" y="17356"/>
                    <a:pt x="5360" y="17318"/>
                  </a:cubicBezTo>
                  <a:close/>
                  <a:moveTo>
                    <a:pt x="8014" y="16220"/>
                  </a:moveTo>
                  <a:lnTo>
                    <a:pt x="8014" y="16220"/>
                  </a:lnTo>
                  <a:cubicBezTo>
                    <a:pt x="7899" y="16616"/>
                    <a:pt x="7835" y="17024"/>
                    <a:pt x="7822" y="17432"/>
                  </a:cubicBezTo>
                  <a:cubicBezTo>
                    <a:pt x="7708" y="17101"/>
                    <a:pt x="7618" y="16756"/>
                    <a:pt x="7554" y="16412"/>
                  </a:cubicBezTo>
                  <a:cubicBezTo>
                    <a:pt x="7708" y="16335"/>
                    <a:pt x="7861" y="16271"/>
                    <a:pt x="8014" y="16220"/>
                  </a:cubicBezTo>
                  <a:close/>
                  <a:moveTo>
                    <a:pt x="10606" y="15835"/>
                  </a:moveTo>
                  <a:cubicBezTo>
                    <a:pt x="11268" y="15835"/>
                    <a:pt x="11938" y="15874"/>
                    <a:pt x="12608" y="15952"/>
                  </a:cubicBezTo>
                  <a:cubicBezTo>
                    <a:pt x="12735" y="16105"/>
                    <a:pt x="12876" y="16271"/>
                    <a:pt x="13016" y="16424"/>
                  </a:cubicBezTo>
                  <a:cubicBezTo>
                    <a:pt x="13042" y="16463"/>
                    <a:pt x="13080" y="16501"/>
                    <a:pt x="13118" y="16539"/>
                  </a:cubicBezTo>
                  <a:cubicBezTo>
                    <a:pt x="12046" y="17024"/>
                    <a:pt x="10923" y="17407"/>
                    <a:pt x="9762" y="17649"/>
                  </a:cubicBezTo>
                  <a:lnTo>
                    <a:pt x="9749" y="17662"/>
                  </a:lnTo>
                  <a:cubicBezTo>
                    <a:pt x="9890" y="17177"/>
                    <a:pt x="10068" y="16577"/>
                    <a:pt x="10324" y="15837"/>
                  </a:cubicBezTo>
                  <a:cubicBezTo>
                    <a:pt x="10418" y="15836"/>
                    <a:pt x="10512" y="15835"/>
                    <a:pt x="10606" y="15835"/>
                  </a:cubicBezTo>
                  <a:close/>
                  <a:moveTo>
                    <a:pt x="4530" y="12915"/>
                  </a:moveTo>
                  <a:lnTo>
                    <a:pt x="4530" y="12915"/>
                  </a:lnTo>
                  <a:cubicBezTo>
                    <a:pt x="4517" y="13056"/>
                    <a:pt x="4517" y="13196"/>
                    <a:pt x="4505" y="13349"/>
                  </a:cubicBezTo>
                  <a:cubicBezTo>
                    <a:pt x="4441" y="14102"/>
                    <a:pt x="4492" y="14868"/>
                    <a:pt x="4632" y="15620"/>
                  </a:cubicBezTo>
                  <a:cubicBezTo>
                    <a:pt x="4505" y="16258"/>
                    <a:pt x="4428" y="16909"/>
                    <a:pt x="4415" y="17560"/>
                  </a:cubicBezTo>
                  <a:lnTo>
                    <a:pt x="4415" y="17675"/>
                  </a:lnTo>
                  <a:cubicBezTo>
                    <a:pt x="3599" y="16322"/>
                    <a:pt x="3522" y="14523"/>
                    <a:pt x="4313" y="13234"/>
                  </a:cubicBezTo>
                  <a:cubicBezTo>
                    <a:pt x="4390" y="13119"/>
                    <a:pt x="4454" y="13017"/>
                    <a:pt x="4530" y="12915"/>
                  </a:cubicBezTo>
                  <a:close/>
                  <a:moveTo>
                    <a:pt x="15683" y="16310"/>
                  </a:moveTo>
                  <a:cubicBezTo>
                    <a:pt x="15938" y="16335"/>
                    <a:pt x="16193" y="16348"/>
                    <a:pt x="16449" y="16361"/>
                  </a:cubicBezTo>
                  <a:cubicBezTo>
                    <a:pt x="16615" y="16807"/>
                    <a:pt x="16729" y="17267"/>
                    <a:pt x="16768" y="17739"/>
                  </a:cubicBezTo>
                  <a:lnTo>
                    <a:pt x="16678" y="17854"/>
                  </a:lnTo>
                  <a:cubicBezTo>
                    <a:pt x="16334" y="17777"/>
                    <a:pt x="16002" y="17688"/>
                    <a:pt x="15670" y="17560"/>
                  </a:cubicBezTo>
                  <a:cubicBezTo>
                    <a:pt x="15709" y="17139"/>
                    <a:pt x="15709" y="16731"/>
                    <a:pt x="15683" y="16310"/>
                  </a:cubicBezTo>
                  <a:close/>
                  <a:moveTo>
                    <a:pt x="7006" y="16705"/>
                  </a:moveTo>
                  <a:cubicBezTo>
                    <a:pt x="7082" y="17101"/>
                    <a:pt x="7197" y="17496"/>
                    <a:pt x="7338" y="17879"/>
                  </a:cubicBezTo>
                  <a:cubicBezTo>
                    <a:pt x="7159" y="17841"/>
                    <a:pt x="6993" y="17790"/>
                    <a:pt x="6827" y="17713"/>
                  </a:cubicBezTo>
                  <a:cubicBezTo>
                    <a:pt x="6600" y="17625"/>
                    <a:pt x="6398" y="17499"/>
                    <a:pt x="6209" y="17336"/>
                  </a:cubicBezTo>
                  <a:lnTo>
                    <a:pt x="6209" y="17336"/>
                  </a:lnTo>
                  <a:cubicBezTo>
                    <a:pt x="6449" y="17097"/>
                    <a:pt x="6715" y="16882"/>
                    <a:pt x="7006" y="16705"/>
                  </a:cubicBezTo>
                  <a:close/>
                  <a:moveTo>
                    <a:pt x="9673" y="15876"/>
                  </a:moveTo>
                  <a:lnTo>
                    <a:pt x="9673" y="15876"/>
                  </a:lnTo>
                  <a:cubicBezTo>
                    <a:pt x="9405" y="16680"/>
                    <a:pt x="9213" y="17305"/>
                    <a:pt x="9086" y="17803"/>
                  </a:cubicBezTo>
                  <a:cubicBezTo>
                    <a:pt x="8907" y="17841"/>
                    <a:pt x="8716" y="17866"/>
                    <a:pt x="8537" y="17892"/>
                  </a:cubicBezTo>
                  <a:cubicBezTo>
                    <a:pt x="8690" y="17420"/>
                    <a:pt x="8792" y="16935"/>
                    <a:pt x="8831" y="16437"/>
                  </a:cubicBezTo>
                  <a:cubicBezTo>
                    <a:pt x="8843" y="16297"/>
                    <a:pt x="8843" y="16144"/>
                    <a:pt x="8856" y="15990"/>
                  </a:cubicBezTo>
                  <a:cubicBezTo>
                    <a:pt x="9124" y="15939"/>
                    <a:pt x="9392" y="15901"/>
                    <a:pt x="9673" y="15876"/>
                  </a:cubicBezTo>
                  <a:close/>
                  <a:moveTo>
                    <a:pt x="22548" y="15646"/>
                  </a:moveTo>
                  <a:cubicBezTo>
                    <a:pt x="21770" y="16641"/>
                    <a:pt x="20698" y="17381"/>
                    <a:pt x="19486" y="17739"/>
                  </a:cubicBezTo>
                  <a:cubicBezTo>
                    <a:pt x="19179" y="17828"/>
                    <a:pt x="18873" y="17879"/>
                    <a:pt x="18567" y="17917"/>
                  </a:cubicBezTo>
                  <a:cubicBezTo>
                    <a:pt x="19626" y="16845"/>
                    <a:pt x="21106" y="16233"/>
                    <a:pt x="22548" y="15646"/>
                  </a:cubicBezTo>
                  <a:close/>
                  <a:moveTo>
                    <a:pt x="23556" y="13872"/>
                  </a:moveTo>
                  <a:cubicBezTo>
                    <a:pt x="23442" y="14178"/>
                    <a:pt x="23314" y="14472"/>
                    <a:pt x="23161" y="14753"/>
                  </a:cubicBezTo>
                  <a:lnTo>
                    <a:pt x="23148" y="14740"/>
                  </a:lnTo>
                  <a:cubicBezTo>
                    <a:pt x="22906" y="14842"/>
                    <a:pt x="22663" y="14944"/>
                    <a:pt x="22408" y="15059"/>
                  </a:cubicBezTo>
                  <a:cubicBezTo>
                    <a:pt x="20800" y="15710"/>
                    <a:pt x="19128" y="16386"/>
                    <a:pt x="17954" y="17700"/>
                  </a:cubicBezTo>
                  <a:cubicBezTo>
                    <a:pt x="17878" y="17777"/>
                    <a:pt x="17814" y="17866"/>
                    <a:pt x="17738" y="17956"/>
                  </a:cubicBezTo>
                  <a:cubicBezTo>
                    <a:pt x="17635" y="17956"/>
                    <a:pt x="17533" y="17943"/>
                    <a:pt x="17418" y="17930"/>
                  </a:cubicBezTo>
                  <a:lnTo>
                    <a:pt x="17418" y="17892"/>
                  </a:lnTo>
                  <a:cubicBezTo>
                    <a:pt x="17801" y="17369"/>
                    <a:pt x="18146" y="16833"/>
                    <a:pt x="18465" y="16284"/>
                  </a:cubicBezTo>
                  <a:cubicBezTo>
                    <a:pt x="20060" y="16054"/>
                    <a:pt x="21221" y="15467"/>
                    <a:pt x="22025" y="14689"/>
                  </a:cubicBezTo>
                  <a:cubicBezTo>
                    <a:pt x="22548" y="14459"/>
                    <a:pt x="23059" y="14191"/>
                    <a:pt x="23556" y="13872"/>
                  </a:cubicBezTo>
                  <a:close/>
                  <a:moveTo>
                    <a:pt x="8917" y="18455"/>
                  </a:moveTo>
                  <a:cubicBezTo>
                    <a:pt x="8830" y="18830"/>
                    <a:pt x="8792" y="19107"/>
                    <a:pt x="8767" y="19308"/>
                  </a:cubicBezTo>
                  <a:cubicBezTo>
                    <a:pt x="8652" y="19040"/>
                    <a:pt x="8575" y="18772"/>
                    <a:pt x="8512" y="18504"/>
                  </a:cubicBezTo>
                  <a:cubicBezTo>
                    <a:pt x="8647" y="18492"/>
                    <a:pt x="8782" y="18468"/>
                    <a:pt x="8917" y="18455"/>
                  </a:cubicBezTo>
                  <a:close/>
                  <a:moveTo>
                    <a:pt x="15594" y="18173"/>
                  </a:moveTo>
                  <a:cubicBezTo>
                    <a:pt x="15811" y="18249"/>
                    <a:pt x="16040" y="18313"/>
                    <a:pt x="16270" y="18377"/>
                  </a:cubicBezTo>
                  <a:cubicBezTo>
                    <a:pt x="15938" y="18772"/>
                    <a:pt x="15581" y="19155"/>
                    <a:pt x="15211" y="19512"/>
                  </a:cubicBezTo>
                  <a:cubicBezTo>
                    <a:pt x="15377" y="19079"/>
                    <a:pt x="15504" y="18632"/>
                    <a:pt x="15594" y="18173"/>
                  </a:cubicBezTo>
                  <a:close/>
                  <a:moveTo>
                    <a:pt x="5806" y="17790"/>
                  </a:moveTo>
                  <a:cubicBezTo>
                    <a:pt x="6049" y="17981"/>
                    <a:pt x="6304" y="18147"/>
                    <a:pt x="6597" y="18275"/>
                  </a:cubicBezTo>
                  <a:cubicBezTo>
                    <a:pt x="6916" y="18402"/>
                    <a:pt x="7248" y="18492"/>
                    <a:pt x="7593" y="18517"/>
                  </a:cubicBezTo>
                  <a:lnTo>
                    <a:pt x="7593" y="18530"/>
                  </a:lnTo>
                  <a:cubicBezTo>
                    <a:pt x="7389" y="18925"/>
                    <a:pt x="7108" y="19296"/>
                    <a:pt x="6763" y="19602"/>
                  </a:cubicBezTo>
                  <a:cubicBezTo>
                    <a:pt x="6215" y="19398"/>
                    <a:pt x="5717" y="19091"/>
                    <a:pt x="5270" y="18709"/>
                  </a:cubicBezTo>
                  <a:cubicBezTo>
                    <a:pt x="5411" y="18377"/>
                    <a:pt x="5589" y="18070"/>
                    <a:pt x="5806" y="17790"/>
                  </a:cubicBezTo>
                  <a:close/>
                  <a:moveTo>
                    <a:pt x="12569" y="17445"/>
                  </a:moveTo>
                  <a:cubicBezTo>
                    <a:pt x="12365" y="17815"/>
                    <a:pt x="12212" y="18198"/>
                    <a:pt x="12085" y="18606"/>
                  </a:cubicBezTo>
                  <a:cubicBezTo>
                    <a:pt x="11434" y="19142"/>
                    <a:pt x="10681" y="19525"/>
                    <a:pt x="9864" y="19729"/>
                  </a:cubicBezTo>
                  <a:cubicBezTo>
                    <a:pt x="9686" y="19780"/>
                    <a:pt x="9507" y="19819"/>
                    <a:pt x="9315" y="19844"/>
                  </a:cubicBezTo>
                  <a:cubicBezTo>
                    <a:pt x="9315" y="19806"/>
                    <a:pt x="9328" y="19755"/>
                    <a:pt x="9328" y="19704"/>
                  </a:cubicBezTo>
                  <a:cubicBezTo>
                    <a:pt x="9367" y="19232"/>
                    <a:pt x="9456" y="18772"/>
                    <a:pt x="9583" y="18326"/>
                  </a:cubicBezTo>
                  <a:lnTo>
                    <a:pt x="9724" y="18287"/>
                  </a:lnTo>
                  <a:cubicBezTo>
                    <a:pt x="10694" y="18083"/>
                    <a:pt x="11638" y="17790"/>
                    <a:pt x="12569" y="17445"/>
                  </a:cubicBezTo>
                  <a:close/>
                  <a:moveTo>
                    <a:pt x="7925" y="19155"/>
                  </a:moveTo>
                  <a:cubicBezTo>
                    <a:pt x="8027" y="19359"/>
                    <a:pt x="8141" y="19551"/>
                    <a:pt x="8269" y="19729"/>
                  </a:cubicBezTo>
                  <a:lnTo>
                    <a:pt x="8320" y="19806"/>
                  </a:lnTo>
                  <a:lnTo>
                    <a:pt x="8371" y="19895"/>
                  </a:lnTo>
                  <a:cubicBezTo>
                    <a:pt x="8052" y="19883"/>
                    <a:pt x="7746" y="19844"/>
                    <a:pt x="7440" y="19780"/>
                  </a:cubicBezTo>
                  <a:cubicBezTo>
                    <a:pt x="7618" y="19589"/>
                    <a:pt x="7771" y="19385"/>
                    <a:pt x="7912" y="19155"/>
                  </a:cubicBezTo>
                  <a:close/>
                  <a:moveTo>
                    <a:pt x="5258" y="19487"/>
                  </a:moveTo>
                  <a:lnTo>
                    <a:pt x="5258" y="19487"/>
                  </a:lnTo>
                  <a:cubicBezTo>
                    <a:pt x="5538" y="19691"/>
                    <a:pt x="5857" y="19870"/>
                    <a:pt x="6176" y="20023"/>
                  </a:cubicBezTo>
                  <a:cubicBezTo>
                    <a:pt x="6138" y="20048"/>
                    <a:pt x="6100" y="20061"/>
                    <a:pt x="6061" y="20087"/>
                  </a:cubicBezTo>
                  <a:cubicBezTo>
                    <a:pt x="5934" y="20150"/>
                    <a:pt x="5806" y="20202"/>
                    <a:pt x="5666" y="20240"/>
                  </a:cubicBezTo>
                  <a:cubicBezTo>
                    <a:pt x="5487" y="20010"/>
                    <a:pt x="5360" y="19755"/>
                    <a:pt x="5258" y="19487"/>
                  </a:cubicBezTo>
                  <a:close/>
                  <a:moveTo>
                    <a:pt x="3650" y="11409"/>
                  </a:moveTo>
                  <a:cubicBezTo>
                    <a:pt x="3828" y="11677"/>
                    <a:pt x="4058" y="11894"/>
                    <a:pt x="4339" y="12060"/>
                  </a:cubicBezTo>
                  <a:lnTo>
                    <a:pt x="4441" y="12124"/>
                  </a:lnTo>
                  <a:cubicBezTo>
                    <a:pt x="4198" y="12354"/>
                    <a:pt x="3981" y="12622"/>
                    <a:pt x="3803" y="12915"/>
                  </a:cubicBezTo>
                  <a:cubicBezTo>
                    <a:pt x="2718" y="14702"/>
                    <a:pt x="3012" y="17190"/>
                    <a:pt x="4479" y="18772"/>
                  </a:cubicBezTo>
                  <a:cubicBezTo>
                    <a:pt x="4505" y="18874"/>
                    <a:pt x="4517" y="18964"/>
                    <a:pt x="4530" y="19053"/>
                  </a:cubicBezTo>
                  <a:cubicBezTo>
                    <a:pt x="4415" y="19487"/>
                    <a:pt x="4352" y="19921"/>
                    <a:pt x="4339" y="20367"/>
                  </a:cubicBezTo>
                  <a:lnTo>
                    <a:pt x="4326" y="20367"/>
                  </a:lnTo>
                  <a:cubicBezTo>
                    <a:pt x="3037" y="20227"/>
                    <a:pt x="1901" y="19449"/>
                    <a:pt x="1289" y="18300"/>
                  </a:cubicBezTo>
                  <a:cubicBezTo>
                    <a:pt x="613" y="16973"/>
                    <a:pt x="638" y="15391"/>
                    <a:pt x="1353" y="13949"/>
                  </a:cubicBezTo>
                  <a:cubicBezTo>
                    <a:pt x="1876" y="12915"/>
                    <a:pt x="2667" y="12035"/>
                    <a:pt x="3650" y="11409"/>
                  </a:cubicBezTo>
                  <a:close/>
                  <a:moveTo>
                    <a:pt x="6878" y="20278"/>
                  </a:moveTo>
                  <a:cubicBezTo>
                    <a:pt x="7287" y="20406"/>
                    <a:pt x="7695" y="20469"/>
                    <a:pt x="8129" y="20495"/>
                  </a:cubicBezTo>
                  <a:cubicBezTo>
                    <a:pt x="7774" y="20788"/>
                    <a:pt x="7376" y="20945"/>
                    <a:pt x="6982" y="20945"/>
                  </a:cubicBezTo>
                  <a:cubicBezTo>
                    <a:pt x="6809" y="20945"/>
                    <a:pt x="6637" y="20915"/>
                    <a:pt x="6470" y="20852"/>
                  </a:cubicBezTo>
                  <a:cubicBezTo>
                    <a:pt x="6355" y="20814"/>
                    <a:pt x="6253" y="20763"/>
                    <a:pt x="6151" y="20699"/>
                  </a:cubicBezTo>
                  <a:lnTo>
                    <a:pt x="6329" y="20610"/>
                  </a:lnTo>
                  <a:cubicBezTo>
                    <a:pt x="6521" y="20521"/>
                    <a:pt x="6700" y="20406"/>
                    <a:pt x="6878" y="20278"/>
                  </a:cubicBezTo>
                  <a:close/>
                  <a:moveTo>
                    <a:pt x="13973" y="17292"/>
                  </a:moveTo>
                  <a:cubicBezTo>
                    <a:pt x="14305" y="17535"/>
                    <a:pt x="14649" y="17739"/>
                    <a:pt x="15019" y="17905"/>
                  </a:cubicBezTo>
                  <a:cubicBezTo>
                    <a:pt x="14892" y="18874"/>
                    <a:pt x="14522" y="19806"/>
                    <a:pt x="13948" y="20597"/>
                  </a:cubicBezTo>
                  <a:cubicBezTo>
                    <a:pt x="13743" y="20737"/>
                    <a:pt x="13539" y="20865"/>
                    <a:pt x="13335" y="20993"/>
                  </a:cubicBezTo>
                  <a:cubicBezTo>
                    <a:pt x="12761" y="20661"/>
                    <a:pt x="12467" y="19985"/>
                    <a:pt x="12569" y="19168"/>
                  </a:cubicBezTo>
                  <a:cubicBezTo>
                    <a:pt x="12569" y="19091"/>
                    <a:pt x="12582" y="19015"/>
                    <a:pt x="12608" y="18938"/>
                  </a:cubicBezTo>
                  <a:cubicBezTo>
                    <a:pt x="13144" y="18466"/>
                    <a:pt x="13603" y="17917"/>
                    <a:pt x="13973" y="17292"/>
                  </a:cubicBezTo>
                  <a:close/>
                  <a:moveTo>
                    <a:pt x="16806" y="18670"/>
                  </a:moveTo>
                  <a:lnTo>
                    <a:pt x="16806" y="18670"/>
                  </a:lnTo>
                  <a:cubicBezTo>
                    <a:pt x="16780" y="18913"/>
                    <a:pt x="16755" y="19155"/>
                    <a:pt x="16704" y="19398"/>
                  </a:cubicBezTo>
                  <a:cubicBezTo>
                    <a:pt x="16474" y="19729"/>
                    <a:pt x="16219" y="20048"/>
                    <a:pt x="15938" y="20342"/>
                  </a:cubicBezTo>
                  <a:cubicBezTo>
                    <a:pt x="15415" y="20865"/>
                    <a:pt x="14828" y="21159"/>
                    <a:pt x="14254" y="21197"/>
                  </a:cubicBezTo>
                  <a:cubicBezTo>
                    <a:pt x="14305" y="21146"/>
                    <a:pt x="14343" y="21082"/>
                    <a:pt x="14381" y="21031"/>
                  </a:cubicBezTo>
                  <a:cubicBezTo>
                    <a:pt x="14611" y="20865"/>
                    <a:pt x="14815" y="20699"/>
                    <a:pt x="14994" y="20533"/>
                  </a:cubicBezTo>
                  <a:cubicBezTo>
                    <a:pt x="15645" y="19972"/>
                    <a:pt x="16257" y="19347"/>
                    <a:pt x="16806" y="18670"/>
                  </a:cubicBezTo>
                  <a:close/>
                  <a:moveTo>
                    <a:pt x="11970" y="19461"/>
                  </a:moveTo>
                  <a:cubicBezTo>
                    <a:pt x="11944" y="20150"/>
                    <a:pt x="12212" y="20814"/>
                    <a:pt x="12723" y="21286"/>
                  </a:cubicBezTo>
                  <a:cubicBezTo>
                    <a:pt x="12455" y="21376"/>
                    <a:pt x="12187" y="21414"/>
                    <a:pt x="11919" y="21427"/>
                  </a:cubicBezTo>
                  <a:lnTo>
                    <a:pt x="11931" y="21427"/>
                  </a:lnTo>
                  <a:cubicBezTo>
                    <a:pt x="11905" y="21427"/>
                    <a:pt x="11879" y="21428"/>
                    <a:pt x="11852" y="21428"/>
                  </a:cubicBezTo>
                  <a:cubicBezTo>
                    <a:pt x="11087" y="21428"/>
                    <a:pt x="10325" y="21072"/>
                    <a:pt x="9634" y="20418"/>
                  </a:cubicBezTo>
                  <a:cubicBezTo>
                    <a:pt x="9762" y="20393"/>
                    <a:pt x="9890" y="20367"/>
                    <a:pt x="10017" y="20329"/>
                  </a:cubicBezTo>
                  <a:cubicBezTo>
                    <a:pt x="10719" y="20150"/>
                    <a:pt x="11370" y="19857"/>
                    <a:pt x="11970" y="19461"/>
                  </a:cubicBezTo>
                  <a:close/>
                  <a:moveTo>
                    <a:pt x="10617" y="21784"/>
                  </a:moveTo>
                  <a:lnTo>
                    <a:pt x="10617" y="21784"/>
                  </a:lnTo>
                  <a:cubicBezTo>
                    <a:pt x="11004" y="21946"/>
                    <a:pt x="11424" y="22029"/>
                    <a:pt x="11843" y="22029"/>
                  </a:cubicBezTo>
                  <a:cubicBezTo>
                    <a:pt x="12114" y="22029"/>
                    <a:pt x="12385" y="21994"/>
                    <a:pt x="12646" y="21924"/>
                  </a:cubicBezTo>
                  <a:lnTo>
                    <a:pt x="12646" y="21924"/>
                  </a:lnTo>
                  <a:cubicBezTo>
                    <a:pt x="12161" y="22294"/>
                    <a:pt x="11600" y="22575"/>
                    <a:pt x="11013" y="22754"/>
                  </a:cubicBezTo>
                  <a:cubicBezTo>
                    <a:pt x="10974" y="22537"/>
                    <a:pt x="10911" y="22333"/>
                    <a:pt x="10808" y="22128"/>
                  </a:cubicBezTo>
                  <a:cubicBezTo>
                    <a:pt x="10757" y="22014"/>
                    <a:pt x="10694" y="21899"/>
                    <a:pt x="10617" y="21784"/>
                  </a:cubicBezTo>
                  <a:close/>
                  <a:moveTo>
                    <a:pt x="8831" y="20635"/>
                  </a:moveTo>
                  <a:cubicBezTo>
                    <a:pt x="8996" y="20840"/>
                    <a:pt x="9175" y="21031"/>
                    <a:pt x="9341" y="21210"/>
                  </a:cubicBezTo>
                  <a:cubicBezTo>
                    <a:pt x="9698" y="21592"/>
                    <a:pt x="10030" y="21950"/>
                    <a:pt x="10234" y="22384"/>
                  </a:cubicBezTo>
                  <a:cubicBezTo>
                    <a:pt x="10311" y="22537"/>
                    <a:pt x="10362" y="22703"/>
                    <a:pt x="10400" y="22869"/>
                  </a:cubicBezTo>
                  <a:cubicBezTo>
                    <a:pt x="10141" y="22913"/>
                    <a:pt x="9881" y="22934"/>
                    <a:pt x="9622" y="22934"/>
                  </a:cubicBezTo>
                  <a:cubicBezTo>
                    <a:pt x="8757" y="22934"/>
                    <a:pt x="7905" y="22692"/>
                    <a:pt x="7159" y="22230"/>
                  </a:cubicBezTo>
                  <a:cubicBezTo>
                    <a:pt x="6802" y="22001"/>
                    <a:pt x="6483" y="21720"/>
                    <a:pt x="6202" y="21388"/>
                  </a:cubicBezTo>
                  <a:lnTo>
                    <a:pt x="6202" y="21388"/>
                  </a:lnTo>
                  <a:lnTo>
                    <a:pt x="6278" y="21414"/>
                  </a:lnTo>
                  <a:lnTo>
                    <a:pt x="6253" y="21414"/>
                  </a:lnTo>
                  <a:cubicBezTo>
                    <a:pt x="6491" y="21499"/>
                    <a:pt x="6734" y="21540"/>
                    <a:pt x="6977" y="21540"/>
                  </a:cubicBezTo>
                  <a:cubicBezTo>
                    <a:pt x="7645" y="21540"/>
                    <a:pt x="8306" y="21225"/>
                    <a:pt x="8831" y="20635"/>
                  </a:cubicBezTo>
                  <a:close/>
                  <a:moveTo>
                    <a:pt x="7440" y="24464"/>
                  </a:moveTo>
                  <a:cubicBezTo>
                    <a:pt x="7899" y="24489"/>
                    <a:pt x="8333" y="24681"/>
                    <a:pt x="8639" y="25012"/>
                  </a:cubicBezTo>
                  <a:cubicBezTo>
                    <a:pt x="8716" y="25089"/>
                    <a:pt x="8780" y="25165"/>
                    <a:pt x="8831" y="25242"/>
                  </a:cubicBezTo>
                  <a:cubicBezTo>
                    <a:pt x="8231" y="25102"/>
                    <a:pt x="7644" y="24846"/>
                    <a:pt x="7121" y="24502"/>
                  </a:cubicBezTo>
                  <a:cubicBezTo>
                    <a:pt x="7223" y="24476"/>
                    <a:pt x="7338" y="24464"/>
                    <a:pt x="7440" y="24464"/>
                  </a:cubicBezTo>
                  <a:close/>
                  <a:moveTo>
                    <a:pt x="5194" y="20954"/>
                  </a:moveTo>
                  <a:cubicBezTo>
                    <a:pt x="5589" y="21682"/>
                    <a:pt x="6176" y="22294"/>
                    <a:pt x="6878" y="22728"/>
                  </a:cubicBezTo>
                  <a:cubicBezTo>
                    <a:pt x="7718" y="23248"/>
                    <a:pt x="8676" y="23517"/>
                    <a:pt x="9653" y="23517"/>
                  </a:cubicBezTo>
                  <a:cubicBezTo>
                    <a:pt x="9922" y="23517"/>
                    <a:pt x="10193" y="23497"/>
                    <a:pt x="10464" y="23455"/>
                  </a:cubicBezTo>
                  <a:lnTo>
                    <a:pt x="10464" y="23455"/>
                  </a:lnTo>
                  <a:cubicBezTo>
                    <a:pt x="10413" y="24145"/>
                    <a:pt x="10196" y="24821"/>
                    <a:pt x="9839" y="25408"/>
                  </a:cubicBezTo>
                  <a:lnTo>
                    <a:pt x="9609" y="25395"/>
                  </a:lnTo>
                  <a:cubicBezTo>
                    <a:pt x="9469" y="25102"/>
                    <a:pt x="9290" y="24834"/>
                    <a:pt x="9073" y="24604"/>
                  </a:cubicBezTo>
                  <a:cubicBezTo>
                    <a:pt x="8652" y="24157"/>
                    <a:pt x="8065" y="23889"/>
                    <a:pt x="7440" y="23864"/>
                  </a:cubicBezTo>
                  <a:cubicBezTo>
                    <a:pt x="7133" y="23864"/>
                    <a:pt x="6827" y="23928"/>
                    <a:pt x="6559" y="24081"/>
                  </a:cubicBezTo>
                  <a:cubicBezTo>
                    <a:pt x="6266" y="23826"/>
                    <a:pt x="5998" y="23532"/>
                    <a:pt x="5768" y="23213"/>
                  </a:cubicBezTo>
                  <a:cubicBezTo>
                    <a:pt x="5309" y="22549"/>
                    <a:pt x="5028" y="21771"/>
                    <a:pt x="4964" y="20967"/>
                  </a:cubicBezTo>
                  <a:cubicBezTo>
                    <a:pt x="5041" y="20967"/>
                    <a:pt x="5117" y="20967"/>
                    <a:pt x="5194" y="20954"/>
                  </a:cubicBezTo>
                  <a:close/>
                  <a:moveTo>
                    <a:pt x="16283" y="20852"/>
                  </a:moveTo>
                  <a:lnTo>
                    <a:pt x="16283" y="20852"/>
                  </a:lnTo>
                  <a:cubicBezTo>
                    <a:pt x="15351" y="23111"/>
                    <a:pt x="13424" y="24885"/>
                    <a:pt x="11332" y="25319"/>
                  </a:cubicBezTo>
                  <a:lnTo>
                    <a:pt x="11344" y="25319"/>
                  </a:lnTo>
                  <a:cubicBezTo>
                    <a:pt x="11064" y="25370"/>
                    <a:pt x="10796" y="25408"/>
                    <a:pt x="10515" y="25421"/>
                  </a:cubicBezTo>
                  <a:cubicBezTo>
                    <a:pt x="10860" y="24770"/>
                    <a:pt x="11038" y="24055"/>
                    <a:pt x="11064" y="23328"/>
                  </a:cubicBezTo>
                  <a:cubicBezTo>
                    <a:pt x="11906" y="23098"/>
                    <a:pt x="12684" y="22690"/>
                    <a:pt x="13348" y="22128"/>
                  </a:cubicBezTo>
                  <a:cubicBezTo>
                    <a:pt x="13488" y="22001"/>
                    <a:pt x="13629" y="21886"/>
                    <a:pt x="13756" y="21758"/>
                  </a:cubicBezTo>
                  <a:cubicBezTo>
                    <a:pt x="13887" y="21783"/>
                    <a:pt x="14021" y="21795"/>
                    <a:pt x="14157" y="21795"/>
                  </a:cubicBezTo>
                  <a:cubicBezTo>
                    <a:pt x="14868" y="21795"/>
                    <a:pt x="15629" y="21463"/>
                    <a:pt x="16283" y="20852"/>
                  </a:cubicBezTo>
                  <a:close/>
                  <a:moveTo>
                    <a:pt x="6585" y="24859"/>
                  </a:moveTo>
                  <a:cubicBezTo>
                    <a:pt x="7363" y="25408"/>
                    <a:pt x="8256" y="25778"/>
                    <a:pt x="9201" y="25944"/>
                  </a:cubicBezTo>
                  <a:cubicBezTo>
                    <a:pt x="9226" y="25995"/>
                    <a:pt x="9252" y="26059"/>
                    <a:pt x="9277" y="26135"/>
                  </a:cubicBezTo>
                  <a:lnTo>
                    <a:pt x="9201" y="26199"/>
                  </a:lnTo>
                  <a:cubicBezTo>
                    <a:pt x="8871" y="26503"/>
                    <a:pt x="8418" y="26791"/>
                    <a:pt x="7883" y="26791"/>
                  </a:cubicBezTo>
                  <a:cubicBezTo>
                    <a:pt x="7610" y="26791"/>
                    <a:pt x="7316" y="26716"/>
                    <a:pt x="7006" y="26531"/>
                  </a:cubicBezTo>
                  <a:cubicBezTo>
                    <a:pt x="6674" y="26327"/>
                    <a:pt x="6457" y="25982"/>
                    <a:pt x="6419" y="25599"/>
                  </a:cubicBezTo>
                  <a:cubicBezTo>
                    <a:pt x="6380" y="25344"/>
                    <a:pt x="6432" y="25076"/>
                    <a:pt x="6585" y="24859"/>
                  </a:cubicBezTo>
                  <a:close/>
                  <a:moveTo>
                    <a:pt x="18072" y="42055"/>
                  </a:moveTo>
                  <a:cubicBezTo>
                    <a:pt x="18607" y="42055"/>
                    <a:pt x="19163" y="42154"/>
                    <a:pt x="19690" y="42354"/>
                  </a:cubicBezTo>
                  <a:cubicBezTo>
                    <a:pt x="20609" y="42699"/>
                    <a:pt x="21285" y="43311"/>
                    <a:pt x="21604" y="44051"/>
                  </a:cubicBezTo>
                  <a:cubicBezTo>
                    <a:pt x="21795" y="44498"/>
                    <a:pt x="21770" y="44996"/>
                    <a:pt x="21540" y="45429"/>
                  </a:cubicBezTo>
                  <a:cubicBezTo>
                    <a:pt x="21170" y="46042"/>
                    <a:pt x="20570" y="46463"/>
                    <a:pt x="19869" y="46591"/>
                  </a:cubicBezTo>
                  <a:cubicBezTo>
                    <a:pt x="19613" y="46644"/>
                    <a:pt x="19349" y="46667"/>
                    <a:pt x="19081" y="46667"/>
                  </a:cubicBezTo>
                  <a:cubicBezTo>
                    <a:pt x="17801" y="46667"/>
                    <a:pt x="16444" y="46119"/>
                    <a:pt x="15568" y="45570"/>
                  </a:cubicBezTo>
                  <a:cubicBezTo>
                    <a:pt x="15211" y="45353"/>
                    <a:pt x="14866" y="45098"/>
                    <a:pt x="14560" y="44817"/>
                  </a:cubicBezTo>
                  <a:cubicBezTo>
                    <a:pt x="14866" y="43707"/>
                    <a:pt x="15517" y="42877"/>
                    <a:pt x="16449" y="42418"/>
                  </a:cubicBezTo>
                  <a:lnTo>
                    <a:pt x="16436" y="42418"/>
                  </a:lnTo>
                  <a:cubicBezTo>
                    <a:pt x="16912" y="42177"/>
                    <a:pt x="17479" y="42055"/>
                    <a:pt x="18072" y="42055"/>
                  </a:cubicBezTo>
                  <a:close/>
                  <a:moveTo>
                    <a:pt x="16315" y="0"/>
                  </a:moveTo>
                  <a:cubicBezTo>
                    <a:pt x="15566" y="0"/>
                    <a:pt x="14624" y="131"/>
                    <a:pt x="13437" y="461"/>
                  </a:cubicBezTo>
                  <a:cubicBezTo>
                    <a:pt x="13093" y="550"/>
                    <a:pt x="12761" y="665"/>
                    <a:pt x="12442" y="793"/>
                  </a:cubicBezTo>
                  <a:cubicBezTo>
                    <a:pt x="9979" y="869"/>
                    <a:pt x="7631" y="2209"/>
                    <a:pt x="6061" y="3664"/>
                  </a:cubicBezTo>
                  <a:cubicBezTo>
                    <a:pt x="3867" y="5693"/>
                    <a:pt x="2731" y="8181"/>
                    <a:pt x="3101" y="10159"/>
                  </a:cubicBezTo>
                  <a:cubicBezTo>
                    <a:pt x="3152" y="10414"/>
                    <a:pt x="3241" y="10657"/>
                    <a:pt x="3356" y="10899"/>
                  </a:cubicBezTo>
                  <a:cubicBezTo>
                    <a:pt x="2272" y="11588"/>
                    <a:pt x="1391" y="12545"/>
                    <a:pt x="817" y="13694"/>
                  </a:cubicBezTo>
                  <a:cubicBezTo>
                    <a:pt x="13" y="15301"/>
                    <a:pt x="0" y="17088"/>
                    <a:pt x="753" y="18581"/>
                  </a:cubicBezTo>
                  <a:cubicBezTo>
                    <a:pt x="1480" y="19934"/>
                    <a:pt x="2833" y="20827"/>
                    <a:pt x="4352" y="20967"/>
                  </a:cubicBezTo>
                  <a:cubicBezTo>
                    <a:pt x="4454" y="22333"/>
                    <a:pt x="5079" y="23596"/>
                    <a:pt x="6100" y="24502"/>
                  </a:cubicBezTo>
                  <a:cubicBezTo>
                    <a:pt x="5857" y="24846"/>
                    <a:pt x="5755" y="25268"/>
                    <a:pt x="5819" y="25689"/>
                  </a:cubicBezTo>
                  <a:cubicBezTo>
                    <a:pt x="5883" y="26250"/>
                    <a:pt x="6202" y="26761"/>
                    <a:pt x="6687" y="27067"/>
                  </a:cubicBezTo>
                  <a:cubicBezTo>
                    <a:pt x="7068" y="27292"/>
                    <a:pt x="7464" y="27402"/>
                    <a:pt x="7860" y="27402"/>
                  </a:cubicBezTo>
                  <a:cubicBezTo>
                    <a:pt x="8405" y="27402"/>
                    <a:pt x="8948" y="27193"/>
                    <a:pt x="9443" y="26786"/>
                  </a:cubicBezTo>
                  <a:cubicBezTo>
                    <a:pt x="9558" y="27309"/>
                    <a:pt x="9634" y="27845"/>
                    <a:pt x="9698" y="28381"/>
                  </a:cubicBezTo>
                  <a:lnTo>
                    <a:pt x="9711" y="28509"/>
                  </a:lnTo>
                  <a:cubicBezTo>
                    <a:pt x="9800" y="29287"/>
                    <a:pt x="9851" y="30231"/>
                    <a:pt x="9915" y="31342"/>
                  </a:cubicBezTo>
                  <a:cubicBezTo>
                    <a:pt x="10145" y="35540"/>
                    <a:pt x="10477" y="41665"/>
                    <a:pt x="13884" y="44996"/>
                  </a:cubicBezTo>
                  <a:cubicBezTo>
                    <a:pt x="13756" y="45621"/>
                    <a:pt x="13718" y="46246"/>
                    <a:pt x="13756" y="46871"/>
                  </a:cubicBezTo>
                  <a:cubicBezTo>
                    <a:pt x="13973" y="51363"/>
                    <a:pt x="17648" y="57501"/>
                    <a:pt x="23186" y="59606"/>
                  </a:cubicBezTo>
                  <a:cubicBezTo>
                    <a:pt x="23225" y="59606"/>
                    <a:pt x="23263" y="59619"/>
                    <a:pt x="23301" y="59619"/>
                  </a:cubicBezTo>
                  <a:cubicBezTo>
                    <a:pt x="23620" y="59619"/>
                    <a:pt x="23710" y="59160"/>
                    <a:pt x="23403" y="59032"/>
                  </a:cubicBezTo>
                  <a:cubicBezTo>
                    <a:pt x="18261" y="57080"/>
                    <a:pt x="14573" y="51159"/>
                    <a:pt x="14356" y="46846"/>
                  </a:cubicBezTo>
                  <a:cubicBezTo>
                    <a:pt x="14330" y="46386"/>
                    <a:pt x="14343" y="45927"/>
                    <a:pt x="14407" y="45480"/>
                  </a:cubicBezTo>
                  <a:cubicBezTo>
                    <a:pt x="14675" y="45697"/>
                    <a:pt x="14956" y="45889"/>
                    <a:pt x="15249" y="46080"/>
                  </a:cubicBezTo>
                  <a:cubicBezTo>
                    <a:pt x="16246" y="46689"/>
                    <a:pt x="17692" y="47263"/>
                    <a:pt x="19090" y="47263"/>
                  </a:cubicBezTo>
                  <a:cubicBezTo>
                    <a:pt x="19392" y="47263"/>
                    <a:pt x="19691" y="47236"/>
                    <a:pt x="19983" y="47178"/>
                  </a:cubicBezTo>
                  <a:cubicBezTo>
                    <a:pt x="20877" y="46986"/>
                    <a:pt x="21681" y="46425"/>
                    <a:pt x="22063" y="45697"/>
                  </a:cubicBezTo>
                  <a:cubicBezTo>
                    <a:pt x="22382" y="45123"/>
                    <a:pt x="22408" y="44421"/>
                    <a:pt x="22153" y="43822"/>
                  </a:cubicBezTo>
                  <a:cubicBezTo>
                    <a:pt x="21783" y="42916"/>
                    <a:pt x="20979" y="42188"/>
                    <a:pt x="19894" y="41780"/>
                  </a:cubicBezTo>
                  <a:cubicBezTo>
                    <a:pt x="19309" y="41553"/>
                    <a:pt x="18684" y="41443"/>
                    <a:pt x="18078" y="41443"/>
                  </a:cubicBezTo>
                  <a:cubicBezTo>
                    <a:pt x="17390" y="41443"/>
                    <a:pt x="16725" y="41585"/>
                    <a:pt x="16168" y="41856"/>
                  </a:cubicBezTo>
                  <a:cubicBezTo>
                    <a:pt x="15173" y="42367"/>
                    <a:pt x="14407" y="43260"/>
                    <a:pt x="14062" y="44332"/>
                  </a:cubicBezTo>
                  <a:cubicBezTo>
                    <a:pt x="11051" y="41091"/>
                    <a:pt x="10732" y="35310"/>
                    <a:pt x="10515" y="31303"/>
                  </a:cubicBezTo>
                  <a:cubicBezTo>
                    <a:pt x="10451" y="30180"/>
                    <a:pt x="10400" y="29223"/>
                    <a:pt x="10311" y="28432"/>
                  </a:cubicBezTo>
                  <a:lnTo>
                    <a:pt x="10298" y="28317"/>
                  </a:lnTo>
                  <a:cubicBezTo>
                    <a:pt x="10221" y="27628"/>
                    <a:pt x="10107" y="26965"/>
                    <a:pt x="9941" y="26301"/>
                  </a:cubicBezTo>
                  <a:cubicBezTo>
                    <a:pt x="10017" y="26212"/>
                    <a:pt x="10081" y="26122"/>
                    <a:pt x="10145" y="26046"/>
                  </a:cubicBezTo>
                  <a:cubicBezTo>
                    <a:pt x="10579" y="26046"/>
                    <a:pt x="11025" y="26008"/>
                    <a:pt x="11459" y="25918"/>
                  </a:cubicBezTo>
                  <a:cubicBezTo>
                    <a:pt x="14037" y="25382"/>
                    <a:pt x="16385" y="22996"/>
                    <a:pt x="17163" y="20099"/>
                  </a:cubicBezTo>
                  <a:cubicBezTo>
                    <a:pt x="17214" y="19946"/>
                    <a:pt x="17240" y="19793"/>
                    <a:pt x="17278" y="19640"/>
                  </a:cubicBezTo>
                  <a:cubicBezTo>
                    <a:pt x="17355" y="19525"/>
                    <a:pt x="17431" y="19423"/>
                    <a:pt x="17508" y="19308"/>
                  </a:cubicBezTo>
                  <a:cubicBezTo>
                    <a:pt x="17686" y="19053"/>
                    <a:pt x="17852" y="18798"/>
                    <a:pt x="18031" y="18555"/>
                  </a:cubicBezTo>
                  <a:cubicBezTo>
                    <a:pt x="18580" y="18555"/>
                    <a:pt x="19128" y="18466"/>
                    <a:pt x="19652" y="18326"/>
                  </a:cubicBezTo>
                  <a:cubicBezTo>
                    <a:pt x="21438" y="17815"/>
                    <a:pt x="22778" y="16565"/>
                    <a:pt x="23569" y="15225"/>
                  </a:cubicBezTo>
                  <a:cubicBezTo>
                    <a:pt x="25164" y="14549"/>
                    <a:pt x="26683" y="13732"/>
                    <a:pt x="27627" y="12188"/>
                  </a:cubicBezTo>
                  <a:cubicBezTo>
                    <a:pt x="29656" y="8819"/>
                    <a:pt x="27487" y="5016"/>
                    <a:pt x="24297" y="3013"/>
                  </a:cubicBezTo>
                  <a:lnTo>
                    <a:pt x="24271" y="3013"/>
                  </a:lnTo>
                  <a:cubicBezTo>
                    <a:pt x="22910" y="2158"/>
                    <a:pt x="21291" y="1591"/>
                    <a:pt x="19772" y="1591"/>
                  </a:cubicBezTo>
                  <a:cubicBezTo>
                    <a:pt x="19568" y="1591"/>
                    <a:pt x="19366" y="1601"/>
                    <a:pt x="19167" y="1622"/>
                  </a:cubicBezTo>
                  <a:cubicBezTo>
                    <a:pt x="19128" y="1494"/>
                    <a:pt x="19077" y="1367"/>
                    <a:pt x="19026" y="1239"/>
                  </a:cubicBezTo>
                  <a:cubicBezTo>
                    <a:pt x="18750" y="704"/>
                    <a:pt x="18055" y="0"/>
                    <a:pt x="1631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4" name="Google Shape;404;p36"/>
          <p:cNvGrpSpPr/>
          <p:nvPr/>
        </p:nvGrpSpPr>
        <p:grpSpPr>
          <a:xfrm flipH="1">
            <a:off x="7549639" y="3068119"/>
            <a:ext cx="690393" cy="956412"/>
            <a:chOff x="225675" y="2827425"/>
            <a:chExt cx="480775" cy="666025"/>
          </a:xfrm>
        </p:grpSpPr>
        <p:sp>
          <p:nvSpPr>
            <p:cNvPr id="405" name="Google Shape;405;p36"/>
            <p:cNvSpPr/>
            <p:nvPr/>
          </p:nvSpPr>
          <p:spPr>
            <a:xfrm>
              <a:off x="274750" y="3074425"/>
              <a:ext cx="107275" cy="50525"/>
            </a:xfrm>
            <a:custGeom>
              <a:avLst/>
              <a:gdLst/>
              <a:ahLst/>
              <a:cxnLst/>
              <a:rect l="l" t="t" r="r" b="b"/>
              <a:pathLst>
                <a:path w="4291" h="2021" extrusionOk="0">
                  <a:moveTo>
                    <a:pt x="308" y="0"/>
                  </a:moveTo>
                  <a:cubicBezTo>
                    <a:pt x="254" y="0"/>
                    <a:pt x="214" y="26"/>
                    <a:pt x="181" y="83"/>
                  </a:cubicBezTo>
                  <a:cubicBezTo>
                    <a:pt x="0" y="422"/>
                    <a:pt x="1759" y="2020"/>
                    <a:pt x="3458" y="2020"/>
                  </a:cubicBezTo>
                  <a:cubicBezTo>
                    <a:pt x="3678" y="2020"/>
                    <a:pt x="3897" y="1993"/>
                    <a:pt x="4111" y="1933"/>
                  </a:cubicBezTo>
                  <a:cubicBezTo>
                    <a:pt x="4290" y="1882"/>
                    <a:pt x="4277" y="1614"/>
                    <a:pt x="4086" y="1576"/>
                  </a:cubicBezTo>
                  <a:cubicBezTo>
                    <a:pt x="3435" y="1474"/>
                    <a:pt x="2810" y="1269"/>
                    <a:pt x="2210" y="976"/>
                  </a:cubicBezTo>
                  <a:cubicBezTo>
                    <a:pt x="975" y="415"/>
                    <a:pt x="524" y="0"/>
                    <a:pt x="30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36"/>
            <p:cNvSpPr/>
            <p:nvPr/>
          </p:nvSpPr>
          <p:spPr>
            <a:xfrm>
              <a:off x="439275" y="2950675"/>
              <a:ext cx="41625" cy="138075"/>
            </a:xfrm>
            <a:custGeom>
              <a:avLst/>
              <a:gdLst/>
              <a:ahLst/>
              <a:cxnLst/>
              <a:rect l="l" t="t" r="r" b="b"/>
              <a:pathLst>
                <a:path w="1665" h="5523" extrusionOk="0">
                  <a:moveTo>
                    <a:pt x="387" y="0"/>
                  </a:moveTo>
                  <a:cubicBezTo>
                    <a:pt x="285" y="0"/>
                    <a:pt x="188" y="99"/>
                    <a:pt x="223" y="222"/>
                  </a:cubicBezTo>
                  <a:cubicBezTo>
                    <a:pt x="414" y="949"/>
                    <a:pt x="542" y="1689"/>
                    <a:pt x="606" y="2430"/>
                  </a:cubicBezTo>
                  <a:lnTo>
                    <a:pt x="593" y="2749"/>
                  </a:lnTo>
                  <a:cubicBezTo>
                    <a:pt x="606" y="3648"/>
                    <a:pt x="53" y="5275"/>
                    <a:pt x="44" y="5275"/>
                  </a:cubicBezTo>
                  <a:cubicBezTo>
                    <a:pt x="44" y="5275"/>
                    <a:pt x="44" y="5275"/>
                    <a:pt x="44" y="5275"/>
                  </a:cubicBezTo>
                  <a:lnTo>
                    <a:pt x="44" y="5275"/>
                  </a:lnTo>
                  <a:cubicBezTo>
                    <a:pt x="1" y="5414"/>
                    <a:pt x="110" y="5523"/>
                    <a:pt x="225" y="5523"/>
                  </a:cubicBezTo>
                  <a:cubicBezTo>
                    <a:pt x="280" y="5523"/>
                    <a:pt x="335" y="5498"/>
                    <a:pt x="376" y="5441"/>
                  </a:cubicBezTo>
                  <a:cubicBezTo>
                    <a:pt x="1665" y="3616"/>
                    <a:pt x="1563" y="1358"/>
                    <a:pt x="516" y="69"/>
                  </a:cubicBezTo>
                  <a:cubicBezTo>
                    <a:pt x="481" y="21"/>
                    <a:pt x="433" y="0"/>
                    <a:pt x="3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36"/>
            <p:cNvSpPr/>
            <p:nvPr/>
          </p:nvSpPr>
          <p:spPr>
            <a:xfrm>
              <a:off x="351650" y="3307125"/>
              <a:ext cx="184375" cy="53850"/>
            </a:xfrm>
            <a:custGeom>
              <a:avLst/>
              <a:gdLst/>
              <a:ahLst/>
              <a:cxnLst/>
              <a:rect l="l" t="t" r="r" b="b"/>
              <a:pathLst>
                <a:path w="7375" h="2154" extrusionOk="0">
                  <a:moveTo>
                    <a:pt x="243" y="1"/>
                  </a:moveTo>
                  <a:cubicBezTo>
                    <a:pt x="103" y="1"/>
                    <a:pt x="1" y="178"/>
                    <a:pt x="117" y="294"/>
                  </a:cubicBezTo>
                  <a:lnTo>
                    <a:pt x="117" y="307"/>
                  </a:lnTo>
                  <a:cubicBezTo>
                    <a:pt x="1223" y="1395"/>
                    <a:pt x="2934" y="2153"/>
                    <a:pt x="4770" y="2153"/>
                  </a:cubicBezTo>
                  <a:cubicBezTo>
                    <a:pt x="5561" y="2153"/>
                    <a:pt x="6375" y="2013"/>
                    <a:pt x="7173" y="1698"/>
                  </a:cubicBezTo>
                  <a:cubicBezTo>
                    <a:pt x="7374" y="1615"/>
                    <a:pt x="7312" y="1335"/>
                    <a:pt x="7119" y="1335"/>
                  </a:cubicBezTo>
                  <a:cubicBezTo>
                    <a:pt x="7104" y="1335"/>
                    <a:pt x="7088" y="1337"/>
                    <a:pt x="7071" y="1341"/>
                  </a:cubicBezTo>
                  <a:cubicBezTo>
                    <a:pt x="6261" y="1444"/>
                    <a:pt x="5931" y="1488"/>
                    <a:pt x="5495" y="1488"/>
                  </a:cubicBezTo>
                  <a:cubicBezTo>
                    <a:pt x="5231" y="1488"/>
                    <a:pt x="4928" y="1472"/>
                    <a:pt x="4455" y="1443"/>
                  </a:cubicBezTo>
                  <a:cubicBezTo>
                    <a:pt x="4162" y="1404"/>
                    <a:pt x="3881" y="1379"/>
                    <a:pt x="3600" y="1302"/>
                  </a:cubicBezTo>
                  <a:cubicBezTo>
                    <a:pt x="2439" y="1060"/>
                    <a:pt x="1342" y="626"/>
                    <a:pt x="334" y="26"/>
                  </a:cubicBezTo>
                  <a:cubicBezTo>
                    <a:pt x="303" y="9"/>
                    <a:pt x="272" y="1"/>
                    <a:pt x="2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36"/>
            <p:cNvSpPr/>
            <p:nvPr/>
          </p:nvSpPr>
          <p:spPr>
            <a:xfrm>
              <a:off x="603250" y="3121150"/>
              <a:ext cx="71950" cy="178200"/>
            </a:xfrm>
            <a:custGeom>
              <a:avLst/>
              <a:gdLst/>
              <a:ahLst/>
              <a:cxnLst/>
              <a:rect l="l" t="t" r="r" b="b"/>
              <a:pathLst>
                <a:path w="2878" h="7128" extrusionOk="0">
                  <a:moveTo>
                    <a:pt x="1727" y="0"/>
                  </a:moveTo>
                  <a:cubicBezTo>
                    <a:pt x="1707" y="0"/>
                    <a:pt x="1685" y="4"/>
                    <a:pt x="1665" y="13"/>
                  </a:cubicBezTo>
                  <a:cubicBezTo>
                    <a:pt x="1576" y="38"/>
                    <a:pt x="1525" y="128"/>
                    <a:pt x="1537" y="217"/>
                  </a:cubicBezTo>
                  <a:cubicBezTo>
                    <a:pt x="1627" y="791"/>
                    <a:pt x="1652" y="1378"/>
                    <a:pt x="1639" y="1953"/>
                  </a:cubicBezTo>
                  <a:cubicBezTo>
                    <a:pt x="1663" y="4331"/>
                    <a:pt x="109" y="6821"/>
                    <a:pt x="48" y="6886"/>
                  </a:cubicBezTo>
                  <a:lnTo>
                    <a:pt x="48" y="6886"/>
                  </a:lnTo>
                  <a:cubicBezTo>
                    <a:pt x="51" y="6879"/>
                    <a:pt x="54" y="6872"/>
                    <a:pt x="57" y="6865"/>
                  </a:cubicBezTo>
                  <a:lnTo>
                    <a:pt x="57" y="6865"/>
                  </a:lnTo>
                  <a:cubicBezTo>
                    <a:pt x="49" y="6880"/>
                    <a:pt x="45" y="6888"/>
                    <a:pt x="46" y="6888"/>
                  </a:cubicBezTo>
                  <a:cubicBezTo>
                    <a:pt x="47" y="6888"/>
                    <a:pt x="47" y="6887"/>
                    <a:pt x="48" y="6886"/>
                  </a:cubicBezTo>
                  <a:lnTo>
                    <a:pt x="48" y="6886"/>
                  </a:lnTo>
                  <a:cubicBezTo>
                    <a:pt x="1" y="7013"/>
                    <a:pt x="102" y="7127"/>
                    <a:pt x="213" y="7127"/>
                  </a:cubicBezTo>
                  <a:cubicBezTo>
                    <a:pt x="251" y="7127"/>
                    <a:pt x="290" y="7114"/>
                    <a:pt x="325" y="7082"/>
                  </a:cubicBezTo>
                  <a:cubicBezTo>
                    <a:pt x="1920" y="5538"/>
                    <a:pt x="2877" y="2718"/>
                    <a:pt x="1895" y="115"/>
                  </a:cubicBezTo>
                  <a:cubicBezTo>
                    <a:pt x="1865" y="46"/>
                    <a:pt x="1798" y="0"/>
                    <a:pt x="17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36"/>
            <p:cNvSpPr/>
            <p:nvPr/>
          </p:nvSpPr>
          <p:spPr>
            <a:xfrm>
              <a:off x="369225" y="3226625"/>
              <a:ext cx="107950" cy="38250"/>
            </a:xfrm>
            <a:custGeom>
              <a:avLst/>
              <a:gdLst/>
              <a:ahLst/>
              <a:cxnLst/>
              <a:rect l="l" t="t" r="r" b="b"/>
              <a:pathLst>
                <a:path w="4318" h="1530" extrusionOk="0">
                  <a:moveTo>
                    <a:pt x="154" y="0"/>
                  </a:moveTo>
                  <a:cubicBezTo>
                    <a:pt x="88" y="0"/>
                    <a:pt x="53" y="33"/>
                    <a:pt x="26" y="107"/>
                  </a:cubicBezTo>
                  <a:cubicBezTo>
                    <a:pt x="1" y="171"/>
                    <a:pt x="13" y="247"/>
                    <a:pt x="64" y="298"/>
                  </a:cubicBezTo>
                  <a:cubicBezTo>
                    <a:pt x="946" y="1209"/>
                    <a:pt x="2248" y="1529"/>
                    <a:pt x="3162" y="1529"/>
                  </a:cubicBezTo>
                  <a:cubicBezTo>
                    <a:pt x="3849" y="1529"/>
                    <a:pt x="4317" y="1349"/>
                    <a:pt x="4224" y="1102"/>
                  </a:cubicBezTo>
                  <a:cubicBezTo>
                    <a:pt x="4135" y="860"/>
                    <a:pt x="3714" y="1064"/>
                    <a:pt x="2604" y="783"/>
                  </a:cubicBezTo>
                  <a:cubicBezTo>
                    <a:pt x="927" y="362"/>
                    <a:pt x="373" y="0"/>
                    <a:pt x="1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36"/>
            <p:cNvSpPr/>
            <p:nvPr/>
          </p:nvSpPr>
          <p:spPr>
            <a:xfrm>
              <a:off x="532350" y="3097825"/>
              <a:ext cx="31825" cy="114575"/>
            </a:xfrm>
            <a:custGeom>
              <a:avLst/>
              <a:gdLst/>
              <a:ahLst/>
              <a:cxnLst/>
              <a:rect l="l" t="t" r="r" b="b"/>
              <a:pathLst>
                <a:path w="1273" h="4583" extrusionOk="0">
                  <a:moveTo>
                    <a:pt x="651" y="0"/>
                  </a:moveTo>
                  <a:cubicBezTo>
                    <a:pt x="570" y="0"/>
                    <a:pt x="488" y="56"/>
                    <a:pt x="481" y="155"/>
                  </a:cubicBezTo>
                  <a:cubicBezTo>
                    <a:pt x="443" y="563"/>
                    <a:pt x="405" y="1686"/>
                    <a:pt x="354" y="2286"/>
                  </a:cubicBezTo>
                  <a:cubicBezTo>
                    <a:pt x="303" y="2975"/>
                    <a:pt x="201" y="3677"/>
                    <a:pt x="35" y="4353"/>
                  </a:cubicBezTo>
                  <a:cubicBezTo>
                    <a:pt x="0" y="4483"/>
                    <a:pt x="106" y="4583"/>
                    <a:pt x="217" y="4583"/>
                  </a:cubicBezTo>
                  <a:cubicBezTo>
                    <a:pt x="270" y="4583"/>
                    <a:pt x="325" y="4560"/>
                    <a:pt x="366" y="4506"/>
                  </a:cubicBezTo>
                  <a:cubicBezTo>
                    <a:pt x="1221" y="3383"/>
                    <a:pt x="1272" y="1354"/>
                    <a:pt x="813" y="117"/>
                  </a:cubicBezTo>
                  <a:cubicBezTo>
                    <a:pt x="785" y="37"/>
                    <a:pt x="718" y="0"/>
                    <a:pt x="6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36"/>
            <p:cNvSpPr/>
            <p:nvPr/>
          </p:nvSpPr>
          <p:spPr>
            <a:xfrm>
              <a:off x="266500" y="2989975"/>
              <a:ext cx="62875" cy="35800"/>
            </a:xfrm>
            <a:custGeom>
              <a:avLst/>
              <a:gdLst/>
              <a:ahLst/>
              <a:cxnLst/>
              <a:rect l="l" t="t" r="r" b="b"/>
              <a:pathLst>
                <a:path w="2515" h="1432" extrusionOk="0">
                  <a:moveTo>
                    <a:pt x="243" y="1"/>
                  </a:moveTo>
                  <a:cubicBezTo>
                    <a:pt x="150" y="1"/>
                    <a:pt x="63" y="62"/>
                    <a:pt x="52" y="156"/>
                  </a:cubicBezTo>
                  <a:cubicBezTo>
                    <a:pt x="1" y="524"/>
                    <a:pt x="1610" y="1431"/>
                    <a:pt x="2254" y="1431"/>
                  </a:cubicBezTo>
                  <a:cubicBezTo>
                    <a:pt x="2414" y="1431"/>
                    <a:pt x="2515" y="1375"/>
                    <a:pt x="2515" y="1240"/>
                  </a:cubicBezTo>
                  <a:cubicBezTo>
                    <a:pt x="2515" y="972"/>
                    <a:pt x="1149" y="117"/>
                    <a:pt x="269" y="3"/>
                  </a:cubicBezTo>
                  <a:cubicBezTo>
                    <a:pt x="260" y="1"/>
                    <a:pt x="251" y="1"/>
                    <a:pt x="2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36"/>
            <p:cNvSpPr/>
            <p:nvPr/>
          </p:nvSpPr>
          <p:spPr>
            <a:xfrm>
              <a:off x="368275" y="2910900"/>
              <a:ext cx="31525" cy="85550"/>
            </a:xfrm>
            <a:custGeom>
              <a:avLst/>
              <a:gdLst/>
              <a:ahLst/>
              <a:cxnLst/>
              <a:rect l="l" t="t" r="r" b="b"/>
              <a:pathLst>
                <a:path w="1261" h="3422" extrusionOk="0">
                  <a:moveTo>
                    <a:pt x="531" y="1"/>
                  </a:moveTo>
                  <a:cubicBezTo>
                    <a:pt x="443" y="1"/>
                    <a:pt x="354" y="60"/>
                    <a:pt x="332" y="167"/>
                  </a:cubicBezTo>
                  <a:cubicBezTo>
                    <a:pt x="282" y="480"/>
                    <a:pt x="11" y="3245"/>
                    <a:pt x="1" y="3245"/>
                  </a:cubicBezTo>
                  <a:cubicBezTo>
                    <a:pt x="0" y="3245"/>
                    <a:pt x="0" y="3244"/>
                    <a:pt x="0" y="3242"/>
                  </a:cubicBezTo>
                  <a:lnTo>
                    <a:pt x="0" y="3242"/>
                  </a:lnTo>
                  <a:cubicBezTo>
                    <a:pt x="0" y="3344"/>
                    <a:pt x="77" y="3421"/>
                    <a:pt x="166" y="3421"/>
                  </a:cubicBezTo>
                  <a:cubicBezTo>
                    <a:pt x="169" y="3421"/>
                    <a:pt x="171" y="3421"/>
                    <a:pt x="174" y="3421"/>
                  </a:cubicBezTo>
                  <a:cubicBezTo>
                    <a:pt x="571" y="3421"/>
                    <a:pt x="1260" y="1460"/>
                    <a:pt x="702" y="116"/>
                  </a:cubicBezTo>
                  <a:cubicBezTo>
                    <a:pt x="668" y="37"/>
                    <a:pt x="600" y="1"/>
                    <a:pt x="5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36"/>
            <p:cNvSpPr/>
            <p:nvPr/>
          </p:nvSpPr>
          <p:spPr>
            <a:xfrm>
              <a:off x="225675" y="2827425"/>
              <a:ext cx="480775" cy="666025"/>
            </a:xfrm>
            <a:custGeom>
              <a:avLst/>
              <a:gdLst/>
              <a:ahLst/>
              <a:cxnLst/>
              <a:rect l="l" t="t" r="r" b="b"/>
              <a:pathLst>
                <a:path w="19231" h="26641" extrusionOk="0">
                  <a:moveTo>
                    <a:pt x="1787" y="724"/>
                  </a:moveTo>
                  <a:cubicBezTo>
                    <a:pt x="1863" y="775"/>
                    <a:pt x="1953" y="852"/>
                    <a:pt x="2029" y="903"/>
                  </a:cubicBezTo>
                  <a:cubicBezTo>
                    <a:pt x="2655" y="1439"/>
                    <a:pt x="3369" y="1834"/>
                    <a:pt x="4135" y="2102"/>
                  </a:cubicBezTo>
                  <a:cubicBezTo>
                    <a:pt x="4824" y="2332"/>
                    <a:pt x="5462" y="2510"/>
                    <a:pt x="6087" y="2676"/>
                  </a:cubicBezTo>
                  <a:cubicBezTo>
                    <a:pt x="7172" y="2970"/>
                    <a:pt x="8193" y="3251"/>
                    <a:pt x="9163" y="3735"/>
                  </a:cubicBezTo>
                  <a:cubicBezTo>
                    <a:pt x="11727" y="5037"/>
                    <a:pt x="11447" y="6594"/>
                    <a:pt x="11191" y="7972"/>
                  </a:cubicBezTo>
                  <a:cubicBezTo>
                    <a:pt x="11051" y="8763"/>
                    <a:pt x="10898" y="9567"/>
                    <a:pt x="11587" y="9988"/>
                  </a:cubicBezTo>
                  <a:cubicBezTo>
                    <a:pt x="11838" y="10145"/>
                    <a:pt x="12102" y="10197"/>
                    <a:pt x="12365" y="10197"/>
                  </a:cubicBezTo>
                  <a:cubicBezTo>
                    <a:pt x="12635" y="10197"/>
                    <a:pt x="12904" y="10142"/>
                    <a:pt x="13157" y="10090"/>
                  </a:cubicBezTo>
                  <a:cubicBezTo>
                    <a:pt x="13322" y="10065"/>
                    <a:pt x="13463" y="10039"/>
                    <a:pt x="13590" y="10027"/>
                  </a:cubicBezTo>
                  <a:cubicBezTo>
                    <a:pt x="13774" y="10006"/>
                    <a:pt x="14021" y="9987"/>
                    <a:pt x="14306" y="9987"/>
                  </a:cubicBezTo>
                  <a:cubicBezTo>
                    <a:pt x="15248" y="9987"/>
                    <a:pt x="16605" y="10191"/>
                    <a:pt x="17457" y="11200"/>
                  </a:cubicBezTo>
                  <a:cubicBezTo>
                    <a:pt x="18210" y="12107"/>
                    <a:pt x="18567" y="13446"/>
                    <a:pt x="18414" y="14876"/>
                  </a:cubicBezTo>
                  <a:cubicBezTo>
                    <a:pt x="18159" y="17377"/>
                    <a:pt x="16691" y="19852"/>
                    <a:pt x="14675" y="21205"/>
                  </a:cubicBezTo>
                  <a:cubicBezTo>
                    <a:pt x="13833" y="18589"/>
                    <a:pt x="12161" y="16649"/>
                    <a:pt x="10553" y="14773"/>
                  </a:cubicBezTo>
                  <a:cubicBezTo>
                    <a:pt x="9673" y="13804"/>
                    <a:pt x="8856" y="12770"/>
                    <a:pt x="8103" y="11711"/>
                  </a:cubicBezTo>
                  <a:cubicBezTo>
                    <a:pt x="6215" y="8942"/>
                    <a:pt x="4467" y="5713"/>
                    <a:pt x="2604" y="1528"/>
                  </a:cubicBezTo>
                  <a:cubicBezTo>
                    <a:pt x="2565" y="1464"/>
                    <a:pt x="2501" y="1400"/>
                    <a:pt x="2425" y="1375"/>
                  </a:cubicBezTo>
                  <a:lnTo>
                    <a:pt x="2425" y="1388"/>
                  </a:lnTo>
                  <a:cubicBezTo>
                    <a:pt x="2387" y="1368"/>
                    <a:pt x="2345" y="1359"/>
                    <a:pt x="2305" y="1359"/>
                  </a:cubicBezTo>
                  <a:cubicBezTo>
                    <a:pt x="2265" y="1359"/>
                    <a:pt x="2227" y="1368"/>
                    <a:pt x="2195" y="1388"/>
                  </a:cubicBezTo>
                  <a:cubicBezTo>
                    <a:pt x="2119" y="1413"/>
                    <a:pt x="2055" y="1477"/>
                    <a:pt x="2029" y="1553"/>
                  </a:cubicBezTo>
                  <a:cubicBezTo>
                    <a:pt x="2004" y="1630"/>
                    <a:pt x="2004" y="1719"/>
                    <a:pt x="2029" y="1796"/>
                  </a:cubicBezTo>
                  <a:cubicBezTo>
                    <a:pt x="3918" y="6007"/>
                    <a:pt x="5679" y="9274"/>
                    <a:pt x="7593" y="12068"/>
                  </a:cubicBezTo>
                  <a:cubicBezTo>
                    <a:pt x="8359" y="13153"/>
                    <a:pt x="9188" y="14199"/>
                    <a:pt x="10081" y="15195"/>
                  </a:cubicBezTo>
                  <a:cubicBezTo>
                    <a:pt x="11766" y="17147"/>
                    <a:pt x="13361" y="19010"/>
                    <a:pt x="14139" y="21549"/>
                  </a:cubicBezTo>
                  <a:cubicBezTo>
                    <a:pt x="13858" y="21715"/>
                    <a:pt x="13552" y="21843"/>
                    <a:pt x="13246" y="21958"/>
                  </a:cubicBezTo>
                  <a:cubicBezTo>
                    <a:pt x="12054" y="22382"/>
                    <a:pt x="10914" y="22565"/>
                    <a:pt x="9864" y="22565"/>
                  </a:cubicBezTo>
                  <a:cubicBezTo>
                    <a:pt x="7442" y="22565"/>
                    <a:pt x="5498" y="21591"/>
                    <a:pt x="4492" y="20363"/>
                  </a:cubicBezTo>
                  <a:cubicBezTo>
                    <a:pt x="3165" y="18780"/>
                    <a:pt x="3777" y="17147"/>
                    <a:pt x="4454" y="15896"/>
                  </a:cubicBezTo>
                  <a:cubicBezTo>
                    <a:pt x="4620" y="15577"/>
                    <a:pt x="4798" y="15284"/>
                    <a:pt x="4964" y="15016"/>
                  </a:cubicBezTo>
                  <a:cubicBezTo>
                    <a:pt x="5270" y="14531"/>
                    <a:pt x="5500" y="14148"/>
                    <a:pt x="5551" y="13842"/>
                  </a:cubicBezTo>
                  <a:cubicBezTo>
                    <a:pt x="5717" y="12898"/>
                    <a:pt x="4888" y="12668"/>
                    <a:pt x="4084" y="12451"/>
                  </a:cubicBezTo>
                  <a:cubicBezTo>
                    <a:pt x="3382" y="12260"/>
                    <a:pt x="2514" y="12017"/>
                    <a:pt x="1914" y="11303"/>
                  </a:cubicBezTo>
                  <a:cubicBezTo>
                    <a:pt x="664" y="9784"/>
                    <a:pt x="1174" y="7385"/>
                    <a:pt x="1621" y="5254"/>
                  </a:cubicBezTo>
                  <a:cubicBezTo>
                    <a:pt x="1863" y="4144"/>
                    <a:pt x="2080" y="3072"/>
                    <a:pt x="2017" y="2268"/>
                  </a:cubicBezTo>
                  <a:cubicBezTo>
                    <a:pt x="1978" y="1809"/>
                    <a:pt x="1914" y="1362"/>
                    <a:pt x="1812" y="915"/>
                  </a:cubicBezTo>
                  <a:cubicBezTo>
                    <a:pt x="1800" y="852"/>
                    <a:pt x="1787" y="775"/>
                    <a:pt x="1787" y="724"/>
                  </a:cubicBezTo>
                  <a:close/>
                  <a:moveTo>
                    <a:pt x="1633" y="0"/>
                  </a:moveTo>
                  <a:cubicBezTo>
                    <a:pt x="1587" y="0"/>
                    <a:pt x="1540" y="7"/>
                    <a:pt x="1493" y="22"/>
                  </a:cubicBezTo>
                  <a:cubicBezTo>
                    <a:pt x="1327" y="86"/>
                    <a:pt x="1213" y="239"/>
                    <a:pt x="1174" y="418"/>
                  </a:cubicBezTo>
                  <a:cubicBezTo>
                    <a:pt x="1136" y="622"/>
                    <a:pt x="1149" y="852"/>
                    <a:pt x="1213" y="1056"/>
                  </a:cubicBezTo>
                  <a:cubicBezTo>
                    <a:pt x="1302" y="1477"/>
                    <a:pt x="1366" y="1898"/>
                    <a:pt x="1404" y="2332"/>
                  </a:cubicBezTo>
                  <a:cubicBezTo>
                    <a:pt x="1468" y="3046"/>
                    <a:pt x="1238" y="4067"/>
                    <a:pt x="1021" y="5139"/>
                  </a:cubicBezTo>
                  <a:cubicBezTo>
                    <a:pt x="549" y="7398"/>
                    <a:pt x="0" y="9963"/>
                    <a:pt x="1442" y="11711"/>
                  </a:cubicBezTo>
                  <a:cubicBezTo>
                    <a:pt x="2170" y="12579"/>
                    <a:pt x="3152" y="12847"/>
                    <a:pt x="3931" y="13064"/>
                  </a:cubicBezTo>
                  <a:cubicBezTo>
                    <a:pt x="4849" y="13319"/>
                    <a:pt x="5003" y="13421"/>
                    <a:pt x="4951" y="13740"/>
                  </a:cubicBezTo>
                  <a:cubicBezTo>
                    <a:pt x="4913" y="13931"/>
                    <a:pt x="4684" y="14301"/>
                    <a:pt x="4441" y="14697"/>
                  </a:cubicBezTo>
                  <a:cubicBezTo>
                    <a:pt x="3586" y="16113"/>
                    <a:pt x="2131" y="18500"/>
                    <a:pt x="4020" y="20758"/>
                  </a:cubicBezTo>
                  <a:cubicBezTo>
                    <a:pt x="5447" y="22484"/>
                    <a:pt x="7658" y="23160"/>
                    <a:pt x="9840" y="23160"/>
                  </a:cubicBezTo>
                  <a:cubicBezTo>
                    <a:pt x="11112" y="23160"/>
                    <a:pt x="12373" y="22930"/>
                    <a:pt x="13463" y="22545"/>
                  </a:cubicBezTo>
                  <a:cubicBezTo>
                    <a:pt x="13756" y="22443"/>
                    <a:pt x="14050" y="22302"/>
                    <a:pt x="14318" y="22162"/>
                  </a:cubicBezTo>
                  <a:cubicBezTo>
                    <a:pt x="14637" y="23515"/>
                    <a:pt x="14726" y="24918"/>
                    <a:pt x="14586" y="26309"/>
                  </a:cubicBezTo>
                  <a:cubicBezTo>
                    <a:pt x="14573" y="26475"/>
                    <a:pt x="14688" y="26628"/>
                    <a:pt x="14867" y="26641"/>
                  </a:cubicBezTo>
                  <a:lnTo>
                    <a:pt x="14892" y="26641"/>
                  </a:lnTo>
                  <a:cubicBezTo>
                    <a:pt x="15007" y="26641"/>
                    <a:pt x="15109" y="26577"/>
                    <a:pt x="15173" y="26488"/>
                  </a:cubicBezTo>
                  <a:cubicBezTo>
                    <a:pt x="15186" y="26450"/>
                    <a:pt x="15198" y="26411"/>
                    <a:pt x="15211" y="26360"/>
                  </a:cubicBezTo>
                  <a:cubicBezTo>
                    <a:pt x="15364" y="24854"/>
                    <a:pt x="15249" y="23323"/>
                    <a:pt x="14892" y="21856"/>
                  </a:cubicBezTo>
                  <a:cubicBezTo>
                    <a:pt x="16168" y="21001"/>
                    <a:pt x="17214" y="19839"/>
                    <a:pt x="17942" y="18487"/>
                  </a:cubicBezTo>
                  <a:cubicBezTo>
                    <a:pt x="18542" y="17389"/>
                    <a:pt x="18924" y="16190"/>
                    <a:pt x="19065" y="14952"/>
                  </a:cubicBezTo>
                  <a:cubicBezTo>
                    <a:pt x="19231" y="13357"/>
                    <a:pt x="18822" y="11851"/>
                    <a:pt x="17942" y="10805"/>
                  </a:cubicBezTo>
                  <a:lnTo>
                    <a:pt x="17929" y="10818"/>
                  </a:lnTo>
                  <a:cubicBezTo>
                    <a:pt x="16909" y="9607"/>
                    <a:pt x="15332" y="9377"/>
                    <a:pt x="14274" y="9377"/>
                  </a:cubicBezTo>
                  <a:cubicBezTo>
                    <a:pt x="13982" y="9377"/>
                    <a:pt x="13730" y="9395"/>
                    <a:pt x="13539" y="9414"/>
                  </a:cubicBezTo>
                  <a:cubicBezTo>
                    <a:pt x="13374" y="9427"/>
                    <a:pt x="13195" y="9465"/>
                    <a:pt x="13042" y="9491"/>
                  </a:cubicBezTo>
                  <a:cubicBezTo>
                    <a:pt x="12814" y="9540"/>
                    <a:pt x="12587" y="9586"/>
                    <a:pt x="12377" y="9586"/>
                  </a:cubicBezTo>
                  <a:cubicBezTo>
                    <a:pt x="12210" y="9586"/>
                    <a:pt x="12055" y="9557"/>
                    <a:pt x="11919" y="9478"/>
                  </a:cubicBezTo>
                  <a:cubicBezTo>
                    <a:pt x="11625" y="9299"/>
                    <a:pt x="11664" y="8916"/>
                    <a:pt x="11817" y="8100"/>
                  </a:cubicBezTo>
                  <a:cubicBezTo>
                    <a:pt x="12072" y="6658"/>
                    <a:pt x="12429" y="4705"/>
                    <a:pt x="9443" y="3200"/>
                  </a:cubicBezTo>
                  <a:cubicBezTo>
                    <a:pt x="8422" y="2676"/>
                    <a:pt x="7376" y="2396"/>
                    <a:pt x="6253" y="2089"/>
                  </a:cubicBezTo>
                  <a:cubicBezTo>
                    <a:pt x="5653" y="1923"/>
                    <a:pt x="5015" y="1745"/>
                    <a:pt x="4339" y="1528"/>
                  </a:cubicBezTo>
                  <a:cubicBezTo>
                    <a:pt x="3637" y="1285"/>
                    <a:pt x="2986" y="903"/>
                    <a:pt x="2412" y="430"/>
                  </a:cubicBezTo>
                  <a:cubicBezTo>
                    <a:pt x="2093" y="175"/>
                    <a:pt x="1863" y="0"/>
                    <a:pt x="16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4" name="Google Shape;414;p36"/>
          <p:cNvGrpSpPr/>
          <p:nvPr/>
        </p:nvGrpSpPr>
        <p:grpSpPr>
          <a:xfrm flipH="1">
            <a:off x="5319800" y="2918069"/>
            <a:ext cx="869074" cy="1342246"/>
            <a:chOff x="1882000" y="2598050"/>
            <a:chExt cx="654325" cy="1010575"/>
          </a:xfrm>
        </p:grpSpPr>
        <p:sp>
          <p:nvSpPr>
            <p:cNvPr id="415" name="Google Shape;415;p36"/>
            <p:cNvSpPr/>
            <p:nvPr/>
          </p:nvSpPr>
          <p:spPr>
            <a:xfrm>
              <a:off x="2111700" y="3108150"/>
              <a:ext cx="340425" cy="195450"/>
            </a:xfrm>
            <a:custGeom>
              <a:avLst/>
              <a:gdLst/>
              <a:ahLst/>
              <a:cxnLst/>
              <a:rect l="l" t="t" r="r" b="b"/>
              <a:pathLst>
                <a:path w="13617" h="7818" extrusionOk="0">
                  <a:moveTo>
                    <a:pt x="497" y="1"/>
                  </a:moveTo>
                  <a:cubicBezTo>
                    <a:pt x="468" y="1"/>
                    <a:pt x="439" y="4"/>
                    <a:pt x="409" y="10"/>
                  </a:cubicBezTo>
                  <a:cubicBezTo>
                    <a:pt x="115" y="61"/>
                    <a:pt x="1" y="367"/>
                    <a:pt x="13" y="648"/>
                  </a:cubicBezTo>
                  <a:cubicBezTo>
                    <a:pt x="115" y="2434"/>
                    <a:pt x="536" y="4004"/>
                    <a:pt x="1761" y="5293"/>
                  </a:cubicBezTo>
                  <a:cubicBezTo>
                    <a:pt x="3347" y="6973"/>
                    <a:pt x="5600" y="7817"/>
                    <a:pt x="7853" y="7817"/>
                  </a:cubicBezTo>
                  <a:cubicBezTo>
                    <a:pt x="9262" y="7817"/>
                    <a:pt x="10672" y="7487"/>
                    <a:pt x="11919" y="6824"/>
                  </a:cubicBezTo>
                  <a:cubicBezTo>
                    <a:pt x="12200" y="6671"/>
                    <a:pt x="13616" y="5969"/>
                    <a:pt x="13565" y="5599"/>
                  </a:cubicBezTo>
                  <a:cubicBezTo>
                    <a:pt x="13514" y="5254"/>
                    <a:pt x="13042" y="5152"/>
                    <a:pt x="12697" y="5101"/>
                  </a:cubicBezTo>
                  <a:cubicBezTo>
                    <a:pt x="11881" y="4948"/>
                    <a:pt x="11166" y="4553"/>
                    <a:pt x="10413" y="4234"/>
                  </a:cubicBezTo>
                  <a:cubicBezTo>
                    <a:pt x="9668" y="3917"/>
                    <a:pt x="8892" y="3791"/>
                    <a:pt x="8212" y="3791"/>
                  </a:cubicBezTo>
                  <a:cubicBezTo>
                    <a:pt x="7577" y="3791"/>
                    <a:pt x="7025" y="3901"/>
                    <a:pt x="6662" y="4068"/>
                  </a:cubicBezTo>
                  <a:cubicBezTo>
                    <a:pt x="6521" y="4131"/>
                    <a:pt x="5477" y="4679"/>
                    <a:pt x="5500" y="4795"/>
                  </a:cubicBezTo>
                  <a:lnTo>
                    <a:pt x="5500" y="4795"/>
                  </a:lnTo>
                  <a:cubicBezTo>
                    <a:pt x="5334" y="4016"/>
                    <a:pt x="5003" y="3289"/>
                    <a:pt x="4531" y="2651"/>
                  </a:cubicBezTo>
                  <a:cubicBezTo>
                    <a:pt x="4071" y="2026"/>
                    <a:pt x="3484" y="1720"/>
                    <a:pt x="2795" y="1375"/>
                  </a:cubicBezTo>
                  <a:cubicBezTo>
                    <a:pt x="1139" y="577"/>
                    <a:pt x="896" y="1"/>
                    <a:pt x="4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36"/>
            <p:cNvSpPr/>
            <p:nvPr/>
          </p:nvSpPr>
          <p:spPr>
            <a:xfrm>
              <a:off x="2172675" y="3003600"/>
              <a:ext cx="339225" cy="162525"/>
            </a:xfrm>
            <a:custGeom>
              <a:avLst/>
              <a:gdLst/>
              <a:ahLst/>
              <a:cxnLst/>
              <a:rect l="l" t="t" r="r" b="b"/>
              <a:pathLst>
                <a:path w="13569" h="6501" extrusionOk="0">
                  <a:moveTo>
                    <a:pt x="553" y="1"/>
                  </a:moveTo>
                  <a:cubicBezTo>
                    <a:pt x="0" y="1"/>
                    <a:pt x="242" y="1397"/>
                    <a:pt x="331" y="1729"/>
                  </a:cubicBezTo>
                  <a:cubicBezTo>
                    <a:pt x="1151" y="4815"/>
                    <a:pt x="4071" y="6500"/>
                    <a:pt x="7074" y="6500"/>
                  </a:cubicBezTo>
                  <a:cubicBezTo>
                    <a:pt x="9349" y="6500"/>
                    <a:pt x="11672" y="5534"/>
                    <a:pt x="13168" y="3477"/>
                  </a:cubicBezTo>
                  <a:cubicBezTo>
                    <a:pt x="13569" y="2939"/>
                    <a:pt x="13497" y="2596"/>
                    <a:pt x="12887" y="2596"/>
                  </a:cubicBezTo>
                  <a:cubicBezTo>
                    <a:pt x="12818" y="2596"/>
                    <a:pt x="12741" y="2600"/>
                    <a:pt x="12657" y="2609"/>
                  </a:cubicBezTo>
                  <a:lnTo>
                    <a:pt x="12645" y="2622"/>
                  </a:lnTo>
                  <a:cubicBezTo>
                    <a:pt x="12494" y="2638"/>
                    <a:pt x="12341" y="2645"/>
                    <a:pt x="12188" y="2645"/>
                  </a:cubicBezTo>
                  <a:cubicBezTo>
                    <a:pt x="11098" y="2645"/>
                    <a:pt x="9960" y="2294"/>
                    <a:pt x="8866" y="2294"/>
                  </a:cubicBezTo>
                  <a:cubicBezTo>
                    <a:pt x="8374" y="2294"/>
                    <a:pt x="7891" y="2365"/>
                    <a:pt x="7426" y="2571"/>
                  </a:cubicBezTo>
                  <a:cubicBezTo>
                    <a:pt x="6813" y="2852"/>
                    <a:pt x="6405" y="3324"/>
                    <a:pt x="5881" y="3720"/>
                  </a:cubicBezTo>
                  <a:cubicBezTo>
                    <a:pt x="5894" y="3694"/>
                    <a:pt x="5894" y="3643"/>
                    <a:pt x="5881" y="3618"/>
                  </a:cubicBezTo>
                  <a:cubicBezTo>
                    <a:pt x="5307" y="1959"/>
                    <a:pt x="2717" y="1219"/>
                    <a:pt x="867" y="108"/>
                  </a:cubicBezTo>
                  <a:cubicBezTo>
                    <a:pt x="741" y="34"/>
                    <a:pt x="637" y="1"/>
                    <a:pt x="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36"/>
            <p:cNvSpPr/>
            <p:nvPr/>
          </p:nvSpPr>
          <p:spPr>
            <a:xfrm>
              <a:off x="2191125" y="2900300"/>
              <a:ext cx="340750" cy="136600"/>
            </a:xfrm>
            <a:custGeom>
              <a:avLst/>
              <a:gdLst/>
              <a:ahLst/>
              <a:cxnLst/>
              <a:rect l="l" t="t" r="r" b="b"/>
              <a:pathLst>
                <a:path w="13630" h="5464" extrusionOk="0">
                  <a:moveTo>
                    <a:pt x="241" y="1"/>
                  </a:moveTo>
                  <a:cubicBezTo>
                    <a:pt x="102" y="1"/>
                    <a:pt x="1" y="73"/>
                    <a:pt x="1" y="285"/>
                  </a:cubicBezTo>
                  <a:cubicBezTo>
                    <a:pt x="12" y="2366"/>
                    <a:pt x="3011" y="5463"/>
                    <a:pt x="6820" y="5463"/>
                  </a:cubicBezTo>
                  <a:cubicBezTo>
                    <a:pt x="7471" y="5463"/>
                    <a:pt x="8145" y="5373"/>
                    <a:pt x="8831" y="5172"/>
                  </a:cubicBezTo>
                  <a:lnTo>
                    <a:pt x="8844" y="5172"/>
                  </a:lnTo>
                  <a:cubicBezTo>
                    <a:pt x="10350" y="4725"/>
                    <a:pt x="11256" y="3806"/>
                    <a:pt x="13361" y="2237"/>
                  </a:cubicBezTo>
                  <a:cubicBezTo>
                    <a:pt x="13629" y="2046"/>
                    <a:pt x="13489" y="1573"/>
                    <a:pt x="13055" y="1522"/>
                  </a:cubicBezTo>
                  <a:cubicBezTo>
                    <a:pt x="12206" y="1443"/>
                    <a:pt x="11352" y="1323"/>
                    <a:pt x="10503" y="1323"/>
                  </a:cubicBezTo>
                  <a:cubicBezTo>
                    <a:pt x="9848" y="1323"/>
                    <a:pt x="9196" y="1395"/>
                    <a:pt x="8551" y="1612"/>
                  </a:cubicBezTo>
                  <a:cubicBezTo>
                    <a:pt x="6879" y="2173"/>
                    <a:pt x="6994" y="2786"/>
                    <a:pt x="6483" y="2798"/>
                  </a:cubicBezTo>
                  <a:cubicBezTo>
                    <a:pt x="6479" y="2799"/>
                    <a:pt x="6475" y="2799"/>
                    <a:pt x="6471" y="2799"/>
                  </a:cubicBezTo>
                  <a:cubicBezTo>
                    <a:pt x="6156" y="2799"/>
                    <a:pt x="5856" y="2336"/>
                    <a:pt x="5667" y="2135"/>
                  </a:cubicBezTo>
                  <a:cubicBezTo>
                    <a:pt x="4301" y="616"/>
                    <a:pt x="2502" y="1216"/>
                    <a:pt x="983" y="310"/>
                  </a:cubicBezTo>
                  <a:cubicBezTo>
                    <a:pt x="853" y="228"/>
                    <a:pt x="487" y="1"/>
                    <a:pt x="2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36"/>
            <p:cNvSpPr/>
            <p:nvPr/>
          </p:nvSpPr>
          <p:spPr>
            <a:xfrm>
              <a:off x="2213775" y="2773850"/>
              <a:ext cx="317150" cy="132275"/>
            </a:xfrm>
            <a:custGeom>
              <a:avLst/>
              <a:gdLst/>
              <a:ahLst/>
              <a:cxnLst/>
              <a:rect l="l" t="t" r="r" b="b"/>
              <a:pathLst>
                <a:path w="12686" h="5291" extrusionOk="0">
                  <a:moveTo>
                    <a:pt x="806" y="1"/>
                  </a:moveTo>
                  <a:cubicBezTo>
                    <a:pt x="1" y="1"/>
                    <a:pt x="812" y="1693"/>
                    <a:pt x="996" y="2025"/>
                  </a:cubicBezTo>
                  <a:cubicBezTo>
                    <a:pt x="1762" y="3377"/>
                    <a:pt x="2910" y="4539"/>
                    <a:pt x="4391" y="5049"/>
                  </a:cubicBezTo>
                  <a:lnTo>
                    <a:pt x="4403" y="5049"/>
                  </a:lnTo>
                  <a:cubicBezTo>
                    <a:pt x="4902" y="5215"/>
                    <a:pt x="5413" y="5291"/>
                    <a:pt x="5925" y="5291"/>
                  </a:cubicBezTo>
                  <a:cubicBezTo>
                    <a:pt x="6987" y="5291"/>
                    <a:pt x="8050" y="4966"/>
                    <a:pt x="8997" y="4449"/>
                  </a:cubicBezTo>
                  <a:cubicBezTo>
                    <a:pt x="10120" y="3837"/>
                    <a:pt x="10886" y="2892"/>
                    <a:pt x="11766" y="2012"/>
                  </a:cubicBezTo>
                  <a:cubicBezTo>
                    <a:pt x="12200" y="1591"/>
                    <a:pt x="12685" y="1208"/>
                    <a:pt x="11970" y="838"/>
                  </a:cubicBezTo>
                  <a:cubicBezTo>
                    <a:pt x="11644" y="667"/>
                    <a:pt x="11160" y="567"/>
                    <a:pt x="10600" y="567"/>
                  </a:cubicBezTo>
                  <a:cubicBezTo>
                    <a:pt x="9407" y="567"/>
                    <a:pt x="7867" y="1019"/>
                    <a:pt x="6764" y="2191"/>
                  </a:cubicBezTo>
                  <a:cubicBezTo>
                    <a:pt x="6547" y="2416"/>
                    <a:pt x="6418" y="2625"/>
                    <a:pt x="6279" y="2625"/>
                  </a:cubicBezTo>
                  <a:cubicBezTo>
                    <a:pt x="6205" y="2625"/>
                    <a:pt x="6130" y="2566"/>
                    <a:pt x="6037" y="2420"/>
                  </a:cubicBezTo>
                  <a:cubicBezTo>
                    <a:pt x="5462" y="1476"/>
                    <a:pt x="4314" y="940"/>
                    <a:pt x="3229" y="902"/>
                  </a:cubicBezTo>
                  <a:cubicBezTo>
                    <a:pt x="2030" y="864"/>
                    <a:pt x="1443" y="85"/>
                    <a:pt x="907" y="9"/>
                  </a:cubicBezTo>
                  <a:cubicBezTo>
                    <a:pt x="871" y="3"/>
                    <a:pt x="837" y="1"/>
                    <a:pt x="80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36"/>
            <p:cNvSpPr/>
            <p:nvPr/>
          </p:nvSpPr>
          <p:spPr>
            <a:xfrm>
              <a:off x="2308225" y="2604450"/>
              <a:ext cx="90975" cy="166075"/>
            </a:xfrm>
            <a:custGeom>
              <a:avLst/>
              <a:gdLst/>
              <a:ahLst/>
              <a:cxnLst/>
              <a:rect l="l" t="t" r="r" b="b"/>
              <a:pathLst>
                <a:path w="3639" h="6643" extrusionOk="0">
                  <a:moveTo>
                    <a:pt x="1111" y="1"/>
                  </a:moveTo>
                  <a:cubicBezTo>
                    <a:pt x="1069" y="1"/>
                    <a:pt x="1026" y="7"/>
                    <a:pt x="983" y="21"/>
                  </a:cubicBezTo>
                  <a:cubicBezTo>
                    <a:pt x="0" y="340"/>
                    <a:pt x="166" y="5228"/>
                    <a:pt x="1736" y="6376"/>
                  </a:cubicBezTo>
                  <a:cubicBezTo>
                    <a:pt x="1992" y="6562"/>
                    <a:pt x="2220" y="6643"/>
                    <a:pt x="2421" y="6643"/>
                  </a:cubicBezTo>
                  <a:cubicBezTo>
                    <a:pt x="3281" y="6643"/>
                    <a:pt x="3638" y="5174"/>
                    <a:pt x="3535" y="4232"/>
                  </a:cubicBezTo>
                  <a:cubicBezTo>
                    <a:pt x="3394" y="2867"/>
                    <a:pt x="2667" y="1604"/>
                    <a:pt x="1838" y="545"/>
                  </a:cubicBezTo>
                  <a:cubicBezTo>
                    <a:pt x="1670" y="332"/>
                    <a:pt x="1413" y="1"/>
                    <a:pt x="111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36"/>
            <p:cNvSpPr/>
            <p:nvPr/>
          </p:nvSpPr>
          <p:spPr>
            <a:xfrm>
              <a:off x="1993675" y="3200950"/>
              <a:ext cx="337525" cy="230250"/>
            </a:xfrm>
            <a:custGeom>
              <a:avLst/>
              <a:gdLst/>
              <a:ahLst/>
              <a:cxnLst/>
              <a:rect l="l" t="t" r="r" b="b"/>
              <a:pathLst>
                <a:path w="13501" h="9210" extrusionOk="0">
                  <a:moveTo>
                    <a:pt x="1047" y="1"/>
                  </a:moveTo>
                  <a:cubicBezTo>
                    <a:pt x="1017" y="1"/>
                    <a:pt x="987" y="4"/>
                    <a:pt x="957" y="11"/>
                  </a:cubicBezTo>
                  <a:cubicBezTo>
                    <a:pt x="0" y="215"/>
                    <a:pt x="523" y="4720"/>
                    <a:pt x="3956" y="7183"/>
                  </a:cubicBezTo>
                  <a:cubicBezTo>
                    <a:pt x="5444" y="8260"/>
                    <a:pt x="6824" y="9209"/>
                    <a:pt x="9233" y="9209"/>
                  </a:cubicBezTo>
                  <a:cubicBezTo>
                    <a:pt x="9447" y="9209"/>
                    <a:pt x="9670" y="9202"/>
                    <a:pt x="9902" y="9186"/>
                  </a:cubicBezTo>
                  <a:cubicBezTo>
                    <a:pt x="10681" y="9135"/>
                    <a:pt x="13501" y="8676"/>
                    <a:pt x="13156" y="7936"/>
                  </a:cubicBezTo>
                  <a:cubicBezTo>
                    <a:pt x="13016" y="7629"/>
                    <a:pt x="12684" y="7374"/>
                    <a:pt x="12442" y="7144"/>
                  </a:cubicBezTo>
                  <a:cubicBezTo>
                    <a:pt x="10990" y="5852"/>
                    <a:pt x="9716" y="5094"/>
                    <a:pt x="7897" y="5094"/>
                  </a:cubicBezTo>
                  <a:cubicBezTo>
                    <a:pt x="7381" y="5094"/>
                    <a:pt x="6822" y="5155"/>
                    <a:pt x="6202" y="5281"/>
                  </a:cubicBezTo>
                  <a:cubicBezTo>
                    <a:pt x="5781" y="2257"/>
                    <a:pt x="3918" y="2410"/>
                    <a:pt x="2271" y="892"/>
                  </a:cubicBezTo>
                  <a:cubicBezTo>
                    <a:pt x="1801" y="468"/>
                    <a:pt x="1406" y="1"/>
                    <a:pt x="10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36"/>
            <p:cNvSpPr/>
            <p:nvPr/>
          </p:nvSpPr>
          <p:spPr>
            <a:xfrm>
              <a:off x="1889675" y="3287075"/>
              <a:ext cx="327000" cy="271425"/>
            </a:xfrm>
            <a:custGeom>
              <a:avLst/>
              <a:gdLst/>
              <a:ahLst/>
              <a:cxnLst/>
              <a:rect l="l" t="t" r="r" b="b"/>
              <a:pathLst>
                <a:path w="13080" h="10857" extrusionOk="0">
                  <a:moveTo>
                    <a:pt x="993" y="0"/>
                  </a:moveTo>
                  <a:cubicBezTo>
                    <a:pt x="803" y="0"/>
                    <a:pt x="632" y="131"/>
                    <a:pt x="549" y="356"/>
                  </a:cubicBezTo>
                  <a:cubicBezTo>
                    <a:pt x="0" y="1760"/>
                    <a:pt x="459" y="4644"/>
                    <a:pt x="1136" y="6200"/>
                  </a:cubicBezTo>
                  <a:cubicBezTo>
                    <a:pt x="2457" y="9217"/>
                    <a:pt x="5820" y="10856"/>
                    <a:pt x="9119" y="10856"/>
                  </a:cubicBezTo>
                  <a:cubicBezTo>
                    <a:pt x="9644" y="10856"/>
                    <a:pt x="10167" y="10815"/>
                    <a:pt x="10681" y="10730"/>
                  </a:cubicBezTo>
                  <a:cubicBezTo>
                    <a:pt x="11089" y="10667"/>
                    <a:pt x="12608" y="10386"/>
                    <a:pt x="12825" y="10041"/>
                  </a:cubicBezTo>
                  <a:cubicBezTo>
                    <a:pt x="13080" y="9659"/>
                    <a:pt x="12569" y="9429"/>
                    <a:pt x="12301" y="9225"/>
                  </a:cubicBezTo>
                  <a:lnTo>
                    <a:pt x="12289" y="9225"/>
                  </a:lnTo>
                  <a:cubicBezTo>
                    <a:pt x="11625" y="8714"/>
                    <a:pt x="10961" y="8204"/>
                    <a:pt x="10413" y="7566"/>
                  </a:cubicBezTo>
                  <a:cubicBezTo>
                    <a:pt x="9626" y="6637"/>
                    <a:pt x="8647" y="6012"/>
                    <a:pt x="6978" y="6012"/>
                  </a:cubicBezTo>
                  <a:cubicBezTo>
                    <a:pt x="6537" y="6012"/>
                    <a:pt x="6047" y="6056"/>
                    <a:pt x="5500" y="6149"/>
                  </a:cubicBezTo>
                  <a:cubicBezTo>
                    <a:pt x="5500" y="6149"/>
                    <a:pt x="5755" y="5282"/>
                    <a:pt x="4734" y="3878"/>
                  </a:cubicBezTo>
                  <a:cubicBezTo>
                    <a:pt x="3790" y="2602"/>
                    <a:pt x="2310" y="1824"/>
                    <a:pt x="1544" y="420"/>
                  </a:cubicBezTo>
                  <a:cubicBezTo>
                    <a:pt x="1386" y="128"/>
                    <a:pt x="1180" y="0"/>
                    <a:pt x="99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36"/>
            <p:cNvSpPr/>
            <p:nvPr/>
          </p:nvSpPr>
          <p:spPr>
            <a:xfrm>
              <a:off x="2198475" y="3040425"/>
              <a:ext cx="97000" cy="81850"/>
            </a:xfrm>
            <a:custGeom>
              <a:avLst/>
              <a:gdLst/>
              <a:ahLst/>
              <a:cxnLst/>
              <a:rect l="l" t="t" r="r" b="b"/>
              <a:pathLst>
                <a:path w="3880" h="3274" extrusionOk="0">
                  <a:moveTo>
                    <a:pt x="205" y="1"/>
                  </a:moveTo>
                  <a:lnTo>
                    <a:pt x="205" y="14"/>
                  </a:lnTo>
                  <a:cubicBezTo>
                    <a:pt x="194" y="11"/>
                    <a:pt x="183" y="10"/>
                    <a:pt x="173" y="10"/>
                  </a:cubicBezTo>
                  <a:cubicBezTo>
                    <a:pt x="120" y="10"/>
                    <a:pt x="71" y="37"/>
                    <a:pt x="39" y="90"/>
                  </a:cubicBezTo>
                  <a:cubicBezTo>
                    <a:pt x="0" y="167"/>
                    <a:pt x="26" y="256"/>
                    <a:pt x="102" y="307"/>
                  </a:cubicBezTo>
                  <a:lnTo>
                    <a:pt x="115" y="307"/>
                  </a:lnTo>
                  <a:cubicBezTo>
                    <a:pt x="3393" y="2154"/>
                    <a:pt x="3365" y="3274"/>
                    <a:pt x="3694" y="3274"/>
                  </a:cubicBezTo>
                  <a:cubicBezTo>
                    <a:pt x="3708" y="3274"/>
                    <a:pt x="3723" y="3272"/>
                    <a:pt x="3739" y="3267"/>
                  </a:cubicBezTo>
                  <a:cubicBezTo>
                    <a:pt x="3829" y="3242"/>
                    <a:pt x="3880" y="3153"/>
                    <a:pt x="3854" y="3063"/>
                  </a:cubicBezTo>
                  <a:cubicBezTo>
                    <a:pt x="3522" y="1826"/>
                    <a:pt x="2502" y="894"/>
                    <a:pt x="1379" y="384"/>
                  </a:cubicBezTo>
                  <a:cubicBezTo>
                    <a:pt x="1009" y="205"/>
                    <a:pt x="613" y="77"/>
                    <a:pt x="2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36"/>
            <p:cNvSpPr/>
            <p:nvPr/>
          </p:nvSpPr>
          <p:spPr>
            <a:xfrm>
              <a:off x="2031300" y="3239475"/>
              <a:ext cx="87625" cy="110100"/>
            </a:xfrm>
            <a:custGeom>
              <a:avLst/>
              <a:gdLst/>
              <a:ahLst/>
              <a:cxnLst/>
              <a:rect l="l" t="t" r="r" b="b"/>
              <a:pathLst>
                <a:path w="3505" h="4404" extrusionOk="0">
                  <a:moveTo>
                    <a:pt x="176" y="1"/>
                  </a:moveTo>
                  <a:cubicBezTo>
                    <a:pt x="136" y="1"/>
                    <a:pt x="98" y="15"/>
                    <a:pt x="65" y="40"/>
                  </a:cubicBezTo>
                  <a:cubicBezTo>
                    <a:pt x="1" y="103"/>
                    <a:pt x="1" y="206"/>
                    <a:pt x="65" y="269"/>
                  </a:cubicBezTo>
                  <a:cubicBezTo>
                    <a:pt x="1341" y="1609"/>
                    <a:pt x="2247" y="2643"/>
                    <a:pt x="2757" y="4276"/>
                  </a:cubicBezTo>
                  <a:cubicBezTo>
                    <a:pt x="2783" y="4353"/>
                    <a:pt x="2846" y="4404"/>
                    <a:pt x="2923" y="4404"/>
                  </a:cubicBezTo>
                  <a:cubicBezTo>
                    <a:pt x="2925" y="4404"/>
                    <a:pt x="2928" y="4404"/>
                    <a:pt x="2930" y="4404"/>
                  </a:cubicBezTo>
                  <a:cubicBezTo>
                    <a:pt x="3504" y="4404"/>
                    <a:pt x="2798" y="1336"/>
                    <a:pt x="243" y="14"/>
                  </a:cubicBezTo>
                  <a:cubicBezTo>
                    <a:pt x="221" y="5"/>
                    <a:pt x="198" y="1"/>
                    <a:pt x="17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36"/>
            <p:cNvSpPr/>
            <p:nvPr/>
          </p:nvSpPr>
          <p:spPr>
            <a:xfrm>
              <a:off x="2139950" y="3361250"/>
              <a:ext cx="145075" cy="39825"/>
            </a:xfrm>
            <a:custGeom>
              <a:avLst/>
              <a:gdLst/>
              <a:ahLst/>
              <a:cxnLst/>
              <a:rect l="l" t="t" r="r" b="b"/>
              <a:pathLst>
                <a:path w="5803" h="1593" extrusionOk="0">
                  <a:moveTo>
                    <a:pt x="2064" y="0"/>
                  </a:moveTo>
                  <a:cubicBezTo>
                    <a:pt x="1422" y="0"/>
                    <a:pt x="783" y="122"/>
                    <a:pt x="198" y="401"/>
                  </a:cubicBezTo>
                  <a:cubicBezTo>
                    <a:pt x="0" y="459"/>
                    <a:pt x="67" y="728"/>
                    <a:pt x="234" y="728"/>
                  </a:cubicBezTo>
                  <a:cubicBezTo>
                    <a:pt x="251" y="728"/>
                    <a:pt x="269" y="725"/>
                    <a:pt x="287" y="720"/>
                  </a:cubicBezTo>
                  <a:lnTo>
                    <a:pt x="300" y="720"/>
                  </a:lnTo>
                  <a:cubicBezTo>
                    <a:pt x="862" y="641"/>
                    <a:pt x="1193" y="606"/>
                    <a:pt x="1517" y="606"/>
                  </a:cubicBezTo>
                  <a:cubicBezTo>
                    <a:pt x="1827" y="606"/>
                    <a:pt x="2130" y="638"/>
                    <a:pt x="2622" y="694"/>
                  </a:cubicBezTo>
                  <a:lnTo>
                    <a:pt x="2635" y="681"/>
                  </a:lnTo>
                  <a:cubicBezTo>
                    <a:pt x="3617" y="924"/>
                    <a:pt x="4587" y="1230"/>
                    <a:pt x="5544" y="1587"/>
                  </a:cubicBezTo>
                  <a:cubicBezTo>
                    <a:pt x="5558" y="1591"/>
                    <a:pt x="5571" y="1592"/>
                    <a:pt x="5584" y="1592"/>
                  </a:cubicBezTo>
                  <a:cubicBezTo>
                    <a:pt x="5716" y="1592"/>
                    <a:pt x="5802" y="1424"/>
                    <a:pt x="5697" y="1319"/>
                  </a:cubicBezTo>
                  <a:cubicBezTo>
                    <a:pt x="4796" y="548"/>
                    <a:pt x="3423" y="0"/>
                    <a:pt x="20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36"/>
            <p:cNvSpPr/>
            <p:nvPr/>
          </p:nvSpPr>
          <p:spPr>
            <a:xfrm>
              <a:off x="2379025" y="2804225"/>
              <a:ext cx="113600" cy="71875"/>
            </a:xfrm>
            <a:custGeom>
              <a:avLst/>
              <a:gdLst/>
              <a:ahLst/>
              <a:cxnLst/>
              <a:rect l="l" t="t" r="r" b="b"/>
              <a:pathLst>
                <a:path w="4544" h="2875" extrusionOk="0">
                  <a:moveTo>
                    <a:pt x="4003" y="1"/>
                  </a:moveTo>
                  <a:cubicBezTo>
                    <a:pt x="3259" y="1"/>
                    <a:pt x="2483" y="321"/>
                    <a:pt x="1864" y="733"/>
                  </a:cubicBezTo>
                  <a:cubicBezTo>
                    <a:pt x="1315" y="1091"/>
                    <a:pt x="830" y="1550"/>
                    <a:pt x="435" y="2086"/>
                  </a:cubicBezTo>
                  <a:cubicBezTo>
                    <a:pt x="129" y="2532"/>
                    <a:pt x="1" y="2686"/>
                    <a:pt x="103" y="2813"/>
                  </a:cubicBezTo>
                  <a:cubicBezTo>
                    <a:pt x="138" y="2855"/>
                    <a:pt x="185" y="2874"/>
                    <a:pt x="230" y="2874"/>
                  </a:cubicBezTo>
                  <a:cubicBezTo>
                    <a:pt x="268" y="2874"/>
                    <a:pt x="304" y="2862"/>
                    <a:pt x="333" y="2839"/>
                  </a:cubicBezTo>
                  <a:lnTo>
                    <a:pt x="333" y="2839"/>
                  </a:lnTo>
                  <a:cubicBezTo>
                    <a:pt x="333" y="2839"/>
                    <a:pt x="333" y="2839"/>
                    <a:pt x="333" y="2839"/>
                  </a:cubicBezTo>
                  <a:cubicBezTo>
                    <a:pt x="347" y="2839"/>
                    <a:pt x="1387" y="1864"/>
                    <a:pt x="1979" y="1448"/>
                  </a:cubicBezTo>
                  <a:cubicBezTo>
                    <a:pt x="2374" y="1154"/>
                    <a:pt x="2808" y="912"/>
                    <a:pt x="3255" y="695"/>
                  </a:cubicBezTo>
                  <a:cubicBezTo>
                    <a:pt x="3625" y="555"/>
                    <a:pt x="4008" y="427"/>
                    <a:pt x="4391" y="338"/>
                  </a:cubicBezTo>
                  <a:cubicBezTo>
                    <a:pt x="4544" y="287"/>
                    <a:pt x="4544" y="70"/>
                    <a:pt x="4391" y="31"/>
                  </a:cubicBezTo>
                  <a:cubicBezTo>
                    <a:pt x="4263" y="10"/>
                    <a:pt x="4133" y="1"/>
                    <a:pt x="40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36"/>
            <p:cNvSpPr/>
            <p:nvPr/>
          </p:nvSpPr>
          <p:spPr>
            <a:xfrm>
              <a:off x="2250150" y="2807875"/>
              <a:ext cx="99000" cy="69050"/>
            </a:xfrm>
            <a:custGeom>
              <a:avLst/>
              <a:gdLst/>
              <a:ahLst/>
              <a:cxnLst/>
              <a:rect l="l" t="t" r="r" b="b"/>
              <a:pathLst>
                <a:path w="3960" h="2762" extrusionOk="0">
                  <a:moveTo>
                    <a:pt x="192" y="0"/>
                  </a:moveTo>
                  <a:lnTo>
                    <a:pt x="205" y="13"/>
                  </a:lnTo>
                  <a:cubicBezTo>
                    <a:pt x="196" y="11"/>
                    <a:pt x="188" y="11"/>
                    <a:pt x="180" y="11"/>
                  </a:cubicBezTo>
                  <a:cubicBezTo>
                    <a:pt x="125" y="11"/>
                    <a:pt x="72" y="45"/>
                    <a:pt x="39" y="90"/>
                  </a:cubicBezTo>
                  <a:cubicBezTo>
                    <a:pt x="1" y="166"/>
                    <a:pt x="26" y="255"/>
                    <a:pt x="103" y="306"/>
                  </a:cubicBezTo>
                  <a:lnTo>
                    <a:pt x="115" y="306"/>
                  </a:lnTo>
                  <a:cubicBezTo>
                    <a:pt x="2247" y="1455"/>
                    <a:pt x="2489" y="1736"/>
                    <a:pt x="3599" y="2693"/>
                  </a:cubicBezTo>
                  <a:cubicBezTo>
                    <a:pt x="3634" y="2742"/>
                    <a:pt x="3679" y="2762"/>
                    <a:pt x="3724" y="2762"/>
                  </a:cubicBezTo>
                  <a:cubicBezTo>
                    <a:pt x="3844" y="2762"/>
                    <a:pt x="3960" y="2618"/>
                    <a:pt x="3867" y="2489"/>
                  </a:cubicBezTo>
                  <a:cubicBezTo>
                    <a:pt x="3153" y="1123"/>
                    <a:pt x="1506" y="153"/>
                    <a:pt x="1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36"/>
            <p:cNvSpPr/>
            <p:nvPr/>
          </p:nvSpPr>
          <p:spPr>
            <a:xfrm>
              <a:off x="2325750" y="3086650"/>
              <a:ext cx="145500" cy="47700"/>
            </a:xfrm>
            <a:custGeom>
              <a:avLst/>
              <a:gdLst/>
              <a:ahLst/>
              <a:cxnLst/>
              <a:rect l="l" t="t" r="r" b="b"/>
              <a:pathLst>
                <a:path w="5820" h="1908" extrusionOk="0">
                  <a:moveTo>
                    <a:pt x="4724" y="1"/>
                  </a:moveTo>
                  <a:cubicBezTo>
                    <a:pt x="3073" y="1"/>
                    <a:pt x="1260" y="643"/>
                    <a:pt x="77" y="1623"/>
                  </a:cubicBezTo>
                  <a:cubicBezTo>
                    <a:pt x="14" y="1674"/>
                    <a:pt x="1" y="1750"/>
                    <a:pt x="26" y="1827"/>
                  </a:cubicBezTo>
                  <a:cubicBezTo>
                    <a:pt x="51" y="1882"/>
                    <a:pt x="94" y="1907"/>
                    <a:pt x="158" y="1907"/>
                  </a:cubicBezTo>
                  <a:cubicBezTo>
                    <a:pt x="525" y="1907"/>
                    <a:pt x="1606" y="1112"/>
                    <a:pt x="4263" y="602"/>
                  </a:cubicBezTo>
                  <a:cubicBezTo>
                    <a:pt x="5616" y="347"/>
                    <a:pt x="5769" y="461"/>
                    <a:pt x="5807" y="257"/>
                  </a:cubicBezTo>
                  <a:cubicBezTo>
                    <a:pt x="5820" y="168"/>
                    <a:pt x="5769" y="91"/>
                    <a:pt x="5679" y="79"/>
                  </a:cubicBezTo>
                  <a:cubicBezTo>
                    <a:pt x="5371" y="26"/>
                    <a:pt x="5051" y="1"/>
                    <a:pt x="472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36"/>
            <p:cNvSpPr/>
            <p:nvPr/>
          </p:nvSpPr>
          <p:spPr>
            <a:xfrm>
              <a:off x="2219225" y="2935475"/>
              <a:ext cx="104325" cy="68450"/>
            </a:xfrm>
            <a:custGeom>
              <a:avLst/>
              <a:gdLst/>
              <a:ahLst/>
              <a:cxnLst/>
              <a:rect l="l" t="t" r="r" b="b"/>
              <a:pathLst>
                <a:path w="4173" h="2738" extrusionOk="0">
                  <a:moveTo>
                    <a:pt x="204" y="0"/>
                  </a:moveTo>
                  <a:cubicBezTo>
                    <a:pt x="207" y="0"/>
                    <a:pt x="211" y="0"/>
                    <a:pt x="214" y="1"/>
                  </a:cubicBezTo>
                  <a:lnTo>
                    <a:pt x="214" y="1"/>
                  </a:lnTo>
                  <a:cubicBezTo>
                    <a:pt x="215" y="0"/>
                    <a:pt x="216" y="0"/>
                    <a:pt x="217" y="0"/>
                  </a:cubicBezTo>
                  <a:close/>
                  <a:moveTo>
                    <a:pt x="214" y="1"/>
                  </a:moveTo>
                  <a:cubicBezTo>
                    <a:pt x="38" y="3"/>
                    <a:pt x="1" y="243"/>
                    <a:pt x="153" y="307"/>
                  </a:cubicBezTo>
                  <a:cubicBezTo>
                    <a:pt x="2936" y="1394"/>
                    <a:pt x="3617" y="2738"/>
                    <a:pt x="3986" y="2738"/>
                  </a:cubicBezTo>
                  <a:cubicBezTo>
                    <a:pt x="4011" y="2738"/>
                    <a:pt x="4035" y="2732"/>
                    <a:pt x="4058" y="2719"/>
                  </a:cubicBezTo>
                  <a:cubicBezTo>
                    <a:pt x="4147" y="2667"/>
                    <a:pt x="4173" y="2565"/>
                    <a:pt x="4134" y="2489"/>
                  </a:cubicBezTo>
                  <a:cubicBezTo>
                    <a:pt x="3522" y="1430"/>
                    <a:pt x="2552" y="613"/>
                    <a:pt x="1404" y="205"/>
                  </a:cubicBezTo>
                  <a:cubicBezTo>
                    <a:pt x="1024" y="78"/>
                    <a:pt x="619" y="2"/>
                    <a:pt x="21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36"/>
            <p:cNvSpPr/>
            <p:nvPr/>
          </p:nvSpPr>
          <p:spPr>
            <a:xfrm>
              <a:off x="2365825" y="2960500"/>
              <a:ext cx="125100" cy="50175"/>
            </a:xfrm>
            <a:custGeom>
              <a:avLst/>
              <a:gdLst/>
              <a:ahLst/>
              <a:cxnLst/>
              <a:rect l="l" t="t" r="r" b="b"/>
              <a:pathLst>
                <a:path w="5004" h="2007" extrusionOk="0">
                  <a:moveTo>
                    <a:pt x="4231" y="1"/>
                  </a:moveTo>
                  <a:cubicBezTo>
                    <a:pt x="2768" y="1"/>
                    <a:pt x="1127" y="653"/>
                    <a:pt x="108" y="1718"/>
                  </a:cubicBezTo>
                  <a:cubicBezTo>
                    <a:pt x="1" y="1835"/>
                    <a:pt x="100" y="2006"/>
                    <a:pt x="233" y="2006"/>
                  </a:cubicBezTo>
                  <a:cubicBezTo>
                    <a:pt x="258" y="2006"/>
                    <a:pt x="285" y="2000"/>
                    <a:pt x="312" y="1985"/>
                  </a:cubicBezTo>
                  <a:cubicBezTo>
                    <a:pt x="1358" y="1398"/>
                    <a:pt x="2469" y="952"/>
                    <a:pt x="3617" y="620"/>
                  </a:cubicBezTo>
                  <a:lnTo>
                    <a:pt x="3617" y="633"/>
                  </a:lnTo>
                  <a:cubicBezTo>
                    <a:pt x="4051" y="518"/>
                    <a:pt x="4485" y="429"/>
                    <a:pt x="4804" y="352"/>
                  </a:cubicBezTo>
                  <a:cubicBezTo>
                    <a:pt x="5004" y="340"/>
                    <a:pt x="4996" y="33"/>
                    <a:pt x="4791" y="33"/>
                  </a:cubicBezTo>
                  <a:cubicBezTo>
                    <a:pt x="4787" y="33"/>
                    <a:pt x="4783" y="33"/>
                    <a:pt x="4778" y="33"/>
                  </a:cubicBezTo>
                  <a:cubicBezTo>
                    <a:pt x="4600" y="12"/>
                    <a:pt x="4417" y="1"/>
                    <a:pt x="42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36"/>
            <p:cNvSpPr/>
            <p:nvPr/>
          </p:nvSpPr>
          <p:spPr>
            <a:xfrm>
              <a:off x="2128925" y="3143150"/>
              <a:ext cx="99250" cy="98975"/>
            </a:xfrm>
            <a:custGeom>
              <a:avLst/>
              <a:gdLst/>
              <a:ahLst/>
              <a:cxnLst/>
              <a:rect l="l" t="t" r="r" b="b"/>
              <a:pathLst>
                <a:path w="3970" h="3959" extrusionOk="0">
                  <a:moveTo>
                    <a:pt x="218" y="1"/>
                  </a:moveTo>
                  <a:lnTo>
                    <a:pt x="230" y="13"/>
                  </a:lnTo>
                  <a:cubicBezTo>
                    <a:pt x="213" y="7"/>
                    <a:pt x="195" y="3"/>
                    <a:pt x="177" y="3"/>
                  </a:cubicBezTo>
                  <a:cubicBezTo>
                    <a:pt x="128" y="3"/>
                    <a:pt x="80" y="27"/>
                    <a:pt x="52" y="64"/>
                  </a:cubicBezTo>
                  <a:cubicBezTo>
                    <a:pt x="1" y="128"/>
                    <a:pt x="13" y="230"/>
                    <a:pt x="77" y="281"/>
                  </a:cubicBezTo>
                  <a:cubicBezTo>
                    <a:pt x="1455" y="1379"/>
                    <a:pt x="2731" y="2400"/>
                    <a:pt x="3369" y="3854"/>
                  </a:cubicBezTo>
                  <a:cubicBezTo>
                    <a:pt x="3392" y="3912"/>
                    <a:pt x="3446" y="3958"/>
                    <a:pt x="3512" y="3958"/>
                  </a:cubicBezTo>
                  <a:cubicBezTo>
                    <a:pt x="3519" y="3958"/>
                    <a:pt x="3527" y="3958"/>
                    <a:pt x="3535" y="3956"/>
                  </a:cubicBezTo>
                  <a:cubicBezTo>
                    <a:pt x="3969" y="3931"/>
                    <a:pt x="3535" y="2004"/>
                    <a:pt x="1391" y="613"/>
                  </a:cubicBezTo>
                  <a:cubicBezTo>
                    <a:pt x="1034" y="358"/>
                    <a:pt x="639" y="167"/>
                    <a:pt x="2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36"/>
            <p:cNvSpPr/>
            <p:nvPr/>
          </p:nvSpPr>
          <p:spPr>
            <a:xfrm>
              <a:off x="2254475" y="3240900"/>
              <a:ext cx="144375" cy="24350"/>
            </a:xfrm>
            <a:custGeom>
              <a:avLst/>
              <a:gdLst/>
              <a:ahLst/>
              <a:cxnLst/>
              <a:rect l="l" t="t" r="r" b="b"/>
              <a:pathLst>
                <a:path w="5775" h="974" extrusionOk="0">
                  <a:moveTo>
                    <a:pt x="3537" y="0"/>
                  </a:moveTo>
                  <a:cubicBezTo>
                    <a:pt x="2386" y="0"/>
                    <a:pt x="1158" y="201"/>
                    <a:pt x="198" y="646"/>
                  </a:cubicBezTo>
                  <a:cubicBezTo>
                    <a:pt x="0" y="704"/>
                    <a:pt x="56" y="974"/>
                    <a:pt x="232" y="974"/>
                  </a:cubicBezTo>
                  <a:cubicBezTo>
                    <a:pt x="249" y="974"/>
                    <a:pt x="267" y="971"/>
                    <a:pt x="287" y="965"/>
                  </a:cubicBezTo>
                  <a:lnTo>
                    <a:pt x="300" y="965"/>
                  </a:lnTo>
                  <a:cubicBezTo>
                    <a:pt x="3222" y="595"/>
                    <a:pt x="3528" y="672"/>
                    <a:pt x="5583" y="557"/>
                  </a:cubicBezTo>
                  <a:cubicBezTo>
                    <a:pt x="5749" y="531"/>
                    <a:pt x="5774" y="302"/>
                    <a:pt x="5621" y="251"/>
                  </a:cubicBezTo>
                  <a:cubicBezTo>
                    <a:pt x="5027" y="88"/>
                    <a:pt x="4299" y="0"/>
                    <a:pt x="35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36"/>
            <p:cNvSpPr/>
            <p:nvPr/>
          </p:nvSpPr>
          <p:spPr>
            <a:xfrm>
              <a:off x="1918375" y="3337950"/>
              <a:ext cx="81700" cy="123075"/>
            </a:xfrm>
            <a:custGeom>
              <a:avLst/>
              <a:gdLst/>
              <a:ahLst/>
              <a:cxnLst/>
              <a:rect l="l" t="t" r="r" b="b"/>
              <a:pathLst>
                <a:path w="3268" h="4923" extrusionOk="0">
                  <a:moveTo>
                    <a:pt x="323" y="0"/>
                  </a:moveTo>
                  <a:cubicBezTo>
                    <a:pt x="294" y="0"/>
                    <a:pt x="266" y="7"/>
                    <a:pt x="243" y="18"/>
                  </a:cubicBezTo>
                  <a:cubicBezTo>
                    <a:pt x="1" y="171"/>
                    <a:pt x="281" y="286"/>
                    <a:pt x="1659" y="2481"/>
                  </a:cubicBezTo>
                  <a:cubicBezTo>
                    <a:pt x="2668" y="4000"/>
                    <a:pt x="2795" y="4727"/>
                    <a:pt x="2821" y="4791"/>
                  </a:cubicBezTo>
                  <a:cubicBezTo>
                    <a:pt x="2839" y="4880"/>
                    <a:pt x="2906" y="4922"/>
                    <a:pt x="2975" y="4922"/>
                  </a:cubicBezTo>
                  <a:cubicBezTo>
                    <a:pt x="3053" y="4922"/>
                    <a:pt x="3133" y="4867"/>
                    <a:pt x="3140" y="4765"/>
                  </a:cubicBezTo>
                  <a:cubicBezTo>
                    <a:pt x="3267" y="3259"/>
                    <a:pt x="1596" y="1014"/>
                    <a:pt x="422" y="31"/>
                  </a:cubicBezTo>
                  <a:cubicBezTo>
                    <a:pt x="394" y="10"/>
                    <a:pt x="358" y="0"/>
                    <a:pt x="3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36"/>
            <p:cNvSpPr/>
            <p:nvPr/>
          </p:nvSpPr>
          <p:spPr>
            <a:xfrm>
              <a:off x="2027475" y="3474850"/>
              <a:ext cx="149650" cy="56475"/>
            </a:xfrm>
            <a:custGeom>
              <a:avLst/>
              <a:gdLst/>
              <a:ahLst/>
              <a:cxnLst/>
              <a:rect l="l" t="t" r="r" b="b"/>
              <a:pathLst>
                <a:path w="5986" h="2259" extrusionOk="0">
                  <a:moveTo>
                    <a:pt x="656" y="1"/>
                  </a:moveTo>
                  <a:cubicBezTo>
                    <a:pt x="508" y="1"/>
                    <a:pt x="362" y="6"/>
                    <a:pt x="218" y="17"/>
                  </a:cubicBezTo>
                  <a:cubicBezTo>
                    <a:pt x="141" y="17"/>
                    <a:pt x="77" y="68"/>
                    <a:pt x="52" y="144"/>
                  </a:cubicBezTo>
                  <a:cubicBezTo>
                    <a:pt x="1" y="399"/>
                    <a:pt x="243" y="310"/>
                    <a:pt x="1634" y="667"/>
                  </a:cubicBezTo>
                  <a:cubicBezTo>
                    <a:pt x="4443" y="1401"/>
                    <a:pt x="5501" y="2258"/>
                    <a:pt x="5844" y="2258"/>
                  </a:cubicBezTo>
                  <a:cubicBezTo>
                    <a:pt x="5883" y="2258"/>
                    <a:pt x="5912" y="2247"/>
                    <a:pt x="5934" y="2224"/>
                  </a:cubicBezTo>
                  <a:cubicBezTo>
                    <a:pt x="5985" y="2160"/>
                    <a:pt x="5985" y="2058"/>
                    <a:pt x="5922" y="1994"/>
                  </a:cubicBezTo>
                  <a:cubicBezTo>
                    <a:pt x="4587" y="790"/>
                    <a:pt x="2488" y="1"/>
                    <a:pt x="6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36"/>
            <p:cNvSpPr/>
            <p:nvPr/>
          </p:nvSpPr>
          <p:spPr>
            <a:xfrm>
              <a:off x="2327675" y="2628200"/>
              <a:ext cx="35800" cy="97150"/>
            </a:xfrm>
            <a:custGeom>
              <a:avLst/>
              <a:gdLst/>
              <a:ahLst/>
              <a:cxnLst/>
              <a:rect l="l" t="t" r="r" b="b"/>
              <a:pathLst>
                <a:path w="1432" h="3886" extrusionOk="0">
                  <a:moveTo>
                    <a:pt x="708" y="1"/>
                  </a:moveTo>
                  <a:cubicBezTo>
                    <a:pt x="651" y="1"/>
                    <a:pt x="594" y="29"/>
                    <a:pt x="562" y="92"/>
                  </a:cubicBezTo>
                  <a:cubicBezTo>
                    <a:pt x="0" y="1215"/>
                    <a:pt x="256" y="2912"/>
                    <a:pt x="1111" y="3831"/>
                  </a:cubicBezTo>
                  <a:cubicBezTo>
                    <a:pt x="1149" y="3869"/>
                    <a:pt x="1194" y="3886"/>
                    <a:pt x="1237" y="3886"/>
                  </a:cubicBezTo>
                  <a:cubicBezTo>
                    <a:pt x="1338" y="3886"/>
                    <a:pt x="1431" y="3794"/>
                    <a:pt x="1404" y="3678"/>
                  </a:cubicBezTo>
                  <a:lnTo>
                    <a:pt x="1404" y="3678"/>
                  </a:lnTo>
                  <a:cubicBezTo>
                    <a:pt x="1404" y="3678"/>
                    <a:pt x="1404" y="3678"/>
                    <a:pt x="1404" y="3678"/>
                  </a:cubicBezTo>
                  <a:cubicBezTo>
                    <a:pt x="1400" y="3678"/>
                    <a:pt x="1224" y="3163"/>
                    <a:pt x="1136" y="2810"/>
                  </a:cubicBezTo>
                  <a:lnTo>
                    <a:pt x="1136" y="2798"/>
                  </a:lnTo>
                  <a:cubicBezTo>
                    <a:pt x="868" y="1751"/>
                    <a:pt x="855" y="1113"/>
                    <a:pt x="868" y="156"/>
                  </a:cubicBezTo>
                  <a:cubicBezTo>
                    <a:pt x="868" y="59"/>
                    <a:pt x="789" y="1"/>
                    <a:pt x="7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36"/>
            <p:cNvSpPr/>
            <p:nvPr/>
          </p:nvSpPr>
          <p:spPr>
            <a:xfrm>
              <a:off x="1882000" y="2598050"/>
              <a:ext cx="654325" cy="1010575"/>
            </a:xfrm>
            <a:custGeom>
              <a:avLst/>
              <a:gdLst/>
              <a:ahLst/>
              <a:cxnLst/>
              <a:rect l="l" t="t" r="r" b="b"/>
              <a:pathLst>
                <a:path w="26173" h="40423" extrusionOk="0">
                  <a:moveTo>
                    <a:pt x="18185" y="520"/>
                  </a:moveTo>
                  <a:cubicBezTo>
                    <a:pt x="18338" y="545"/>
                    <a:pt x="18504" y="737"/>
                    <a:pt x="18657" y="941"/>
                  </a:cubicBezTo>
                  <a:lnTo>
                    <a:pt x="18682" y="967"/>
                  </a:lnTo>
                  <a:cubicBezTo>
                    <a:pt x="19678" y="2230"/>
                    <a:pt x="20214" y="3391"/>
                    <a:pt x="20329" y="4527"/>
                  </a:cubicBezTo>
                  <a:cubicBezTo>
                    <a:pt x="20405" y="5203"/>
                    <a:pt x="20226" y="6096"/>
                    <a:pt x="19844" y="6479"/>
                  </a:cubicBezTo>
                  <a:cubicBezTo>
                    <a:pt x="19844" y="6147"/>
                    <a:pt x="19831" y="5854"/>
                    <a:pt x="19818" y="5599"/>
                  </a:cubicBezTo>
                  <a:cubicBezTo>
                    <a:pt x="19818" y="5535"/>
                    <a:pt x="19793" y="5471"/>
                    <a:pt x="19742" y="5420"/>
                  </a:cubicBezTo>
                  <a:cubicBezTo>
                    <a:pt x="19691" y="5369"/>
                    <a:pt x="19627" y="5356"/>
                    <a:pt x="19563" y="5356"/>
                  </a:cubicBezTo>
                  <a:cubicBezTo>
                    <a:pt x="19423" y="5356"/>
                    <a:pt x="19308" y="5471"/>
                    <a:pt x="19320" y="5611"/>
                  </a:cubicBezTo>
                  <a:cubicBezTo>
                    <a:pt x="19333" y="5930"/>
                    <a:pt x="19333" y="6275"/>
                    <a:pt x="19346" y="6632"/>
                  </a:cubicBezTo>
                  <a:cubicBezTo>
                    <a:pt x="19193" y="6594"/>
                    <a:pt x="19053" y="6517"/>
                    <a:pt x="18925" y="6428"/>
                  </a:cubicBezTo>
                  <a:cubicBezTo>
                    <a:pt x="17853" y="5650"/>
                    <a:pt x="17508" y="2893"/>
                    <a:pt x="17738" y="1400"/>
                  </a:cubicBezTo>
                  <a:cubicBezTo>
                    <a:pt x="17840" y="762"/>
                    <a:pt x="18019" y="545"/>
                    <a:pt x="18108" y="520"/>
                  </a:cubicBezTo>
                  <a:close/>
                  <a:moveTo>
                    <a:pt x="14078" y="7291"/>
                  </a:moveTo>
                  <a:cubicBezTo>
                    <a:pt x="14098" y="7291"/>
                    <a:pt x="14123" y="7292"/>
                    <a:pt x="14152" y="7296"/>
                  </a:cubicBezTo>
                  <a:cubicBezTo>
                    <a:pt x="14344" y="7347"/>
                    <a:pt x="14535" y="7449"/>
                    <a:pt x="14701" y="7564"/>
                  </a:cubicBezTo>
                  <a:cubicBezTo>
                    <a:pt x="15109" y="7819"/>
                    <a:pt x="15684" y="8164"/>
                    <a:pt x="16488" y="8189"/>
                  </a:cubicBezTo>
                  <a:cubicBezTo>
                    <a:pt x="17572" y="8227"/>
                    <a:pt x="18593" y="8763"/>
                    <a:pt x="19104" y="9580"/>
                  </a:cubicBezTo>
                  <a:cubicBezTo>
                    <a:pt x="19142" y="9657"/>
                    <a:pt x="19206" y="9720"/>
                    <a:pt x="19269" y="9784"/>
                  </a:cubicBezTo>
                  <a:cubicBezTo>
                    <a:pt x="19218" y="10537"/>
                    <a:pt x="19155" y="11303"/>
                    <a:pt x="19065" y="12056"/>
                  </a:cubicBezTo>
                  <a:cubicBezTo>
                    <a:pt x="18619" y="12056"/>
                    <a:pt x="18172" y="11979"/>
                    <a:pt x="17751" y="11839"/>
                  </a:cubicBezTo>
                  <a:cubicBezTo>
                    <a:pt x="16092" y="11277"/>
                    <a:pt x="15058" y="9950"/>
                    <a:pt x="14484" y="8929"/>
                  </a:cubicBezTo>
                  <a:cubicBezTo>
                    <a:pt x="14165" y="8355"/>
                    <a:pt x="13872" y="7500"/>
                    <a:pt x="14012" y="7309"/>
                  </a:cubicBezTo>
                  <a:cubicBezTo>
                    <a:pt x="14012" y="7300"/>
                    <a:pt x="14031" y="7291"/>
                    <a:pt x="14078" y="7291"/>
                  </a:cubicBezTo>
                  <a:close/>
                  <a:moveTo>
                    <a:pt x="23867" y="7849"/>
                  </a:moveTo>
                  <a:cubicBezTo>
                    <a:pt x="24404" y="7849"/>
                    <a:pt x="24856" y="7941"/>
                    <a:pt x="25139" y="8087"/>
                  </a:cubicBezTo>
                  <a:cubicBezTo>
                    <a:pt x="25305" y="8176"/>
                    <a:pt x="25356" y="8253"/>
                    <a:pt x="25356" y="8278"/>
                  </a:cubicBezTo>
                  <a:cubicBezTo>
                    <a:pt x="25369" y="8380"/>
                    <a:pt x="25127" y="8623"/>
                    <a:pt x="24973" y="8776"/>
                  </a:cubicBezTo>
                  <a:lnTo>
                    <a:pt x="24871" y="8865"/>
                  </a:lnTo>
                  <a:cubicBezTo>
                    <a:pt x="24667" y="9057"/>
                    <a:pt x="24489" y="9248"/>
                    <a:pt x="24297" y="9452"/>
                  </a:cubicBezTo>
                  <a:cubicBezTo>
                    <a:pt x="23621" y="10141"/>
                    <a:pt x="22996" y="10792"/>
                    <a:pt x="22141" y="11264"/>
                  </a:cubicBezTo>
                  <a:cubicBezTo>
                    <a:pt x="21349" y="11698"/>
                    <a:pt x="20482" y="11979"/>
                    <a:pt x="19576" y="12056"/>
                  </a:cubicBezTo>
                  <a:cubicBezTo>
                    <a:pt x="19665" y="11315"/>
                    <a:pt x="19729" y="10575"/>
                    <a:pt x="19767" y="9848"/>
                  </a:cubicBezTo>
                  <a:cubicBezTo>
                    <a:pt x="19882" y="9771"/>
                    <a:pt x="19984" y="9682"/>
                    <a:pt x="20073" y="9567"/>
                  </a:cubicBezTo>
                  <a:lnTo>
                    <a:pt x="20073" y="9554"/>
                  </a:lnTo>
                  <a:cubicBezTo>
                    <a:pt x="20124" y="9503"/>
                    <a:pt x="20163" y="9452"/>
                    <a:pt x="20214" y="9389"/>
                  </a:cubicBezTo>
                  <a:cubicBezTo>
                    <a:pt x="21289" y="8245"/>
                    <a:pt x="22758" y="7849"/>
                    <a:pt x="23867" y="7849"/>
                  </a:cubicBezTo>
                  <a:close/>
                  <a:moveTo>
                    <a:pt x="12621" y="12349"/>
                  </a:moveTo>
                  <a:cubicBezTo>
                    <a:pt x="12685" y="12349"/>
                    <a:pt x="12838" y="12387"/>
                    <a:pt x="13195" y="12617"/>
                  </a:cubicBezTo>
                  <a:lnTo>
                    <a:pt x="13221" y="12617"/>
                  </a:lnTo>
                  <a:cubicBezTo>
                    <a:pt x="13897" y="13025"/>
                    <a:pt x="14599" y="13153"/>
                    <a:pt x="15288" y="13255"/>
                  </a:cubicBezTo>
                  <a:cubicBezTo>
                    <a:pt x="16220" y="13421"/>
                    <a:pt x="17100" y="13574"/>
                    <a:pt x="17840" y="14391"/>
                  </a:cubicBezTo>
                  <a:cubicBezTo>
                    <a:pt x="17879" y="14429"/>
                    <a:pt x="17917" y="14480"/>
                    <a:pt x="17968" y="14531"/>
                  </a:cubicBezTo>
                  <a:cubicBezTo>
                    <a:pt x="18121" y="14761"/>
                    <a:pt x="18338" y="14952"/>
                    <a:pt x="18580" y="15093"/>
                  </a:cubicBezTo>
                  <a:cubicBezTo>
                    <a:pt x="18440" y="15794"/>
                    <a:pt x="18274" y="16509"/>
                    <a:pt x="18083" y="17211"/>
                  </a:cubicBezTo>
                  <a:cubicBezTo>
                    <a:pt x="16921" y="17019"/>
                    <a:pt x="15824" y="16547"/>
                    <a:pt x="14880" y="15845"/>
                  </a:cubicBezTo>
                  <a:cubicBezTo>
                    <a:pt x="13540" y="14837"/>
                    <a:pt x="12634" y="13446"/>
                    <a:pt x="12621" y="12387"/>
                  </a:cubicBezTo>
                  <a:cubicBezTo>
                    <a:pt x="12621" y="12375"/>
                    <a:pt x="12621" y="12362"/>
                    <a:pt x="12621" y="12349"/>
                  </a:cubicBezTo>
                  <a:close/>
                  <a:moveTo>
                    <a:pt x="22874" y="13660"/>
                  </a:moveTo>
                  <a:cubicBezTo>
                    <a:pt x="23509" y="13660"/>
                    <a:pt x="24150" y="13727"/>
                    <a:pt x="24782" y="13791"/>
                  </a:cubicBezTo>
                  <a:lnTo>
                    <a:pt x="24871" y="13791"/>
                  </a:lnTo>
                  <a:cubicBezTo>
                    <a:pt x="25050" y="13817"/>
                    <a:pt x="25216" y="13829"/>
                    <a:pt x="25395" y="13855"/>
                  </a:cubicBezTo>
                  <a:cubicBezTo>
                    <a:pt x="25497" y="13855"/>
                    <a:pt x="25586" y="13906"/>
                    <a:pt x="25612" y="13995"/>
                  </a:cubicBezTo>
                  <a:cubicBezTo>
                    <a:pt x="25624" y="14033"/>
                    <a:pt x="25612" y="14084"/>
                    <a:pt x="25586" y="14110"/>
                  </a:cubicBezTo>
                  <a:cubicBezTo>
                    <a:pt x="25101" y="14467"/>
                    <a:pt x="24680" y="14786"/>
                    <a:pt x="24310" y="15080"/>
                  </a:cubicBezTo>
                  <a:lnTo>
                    <a:pt x="24284" y="15093"/>
                  </a:lnTo>
                  <a:cubicBezTo>
                    <a:pt x="23008" y="16075"/>
                    <a:pt x="22255" y="16662"/>
                    <a:pt x="21133" y="16994"/>
                  </a:cubicBezTo>
                  <a:cubicBezTo>
                    <a:pt x="20496" y="17180"/>
                    <a:pt x="19837" y="17276"/>
                    <a:pt x="19179" y="17276"/>
                  </a:cubicBezTo>
                  <a:cubicBezTo>
                    <a:pt x="18984" y="17276"/>
                    <a:pt x="18790" y="17267"/>
                    <a:pt x="18596" y="17251"/>
                  </a:cubicBezTo>
                  <a:lnTo>
                    <a:pt x="18596" y="17251"/>
                  </a:lnTo>
                  <a:cubicBezTo>
                    <a:pt x="18786" y="16514"/>
                    <a:pt x="18964" y="15791"/>
                    <a:pt x="19104" y="15093"/>
                  </a:cubicBezTo>
                  <a:cubicBezTo>
                    <a:pt x="19244" y="15016"/>
                    <a:pt x="19384" y="14914"/>
                    <a:pt x="19486" y="14799"/>
                  </a:cubicBezTo>
                  <a:cubicBezTo>
                    <a:pt x="19716" y="14582"/>
                    <a:pt x="20048" y="14250"/>
                    <a:pt x="21005" y="13931"/>
                  </a:cubicBezTo>
                  <a:cubicBezTo>
                    <a:pt x="21611" y="13727"/>
                    <a:pt x="22239" y="13660"/>
                    <a:pt x="22874" y="13660"/>
                  </a:cubicBezTo>
                  <a:close/>
                  <a:moveTo>
                    <a:pt x="12187" y="16483"/>
                  </a:moveTo>
                  <a:cubicBezTo>
                    <a:pt x="12251" y="16509"/>
                    <a:pt x="12302" y="16522"/>
                    <a:pt x="12353" y="16560"/>
                  </a:cubicBezTo>
                  <a:cubicBezTo>
                    <a:pt x="12864" y="16866"/>
                    <a:pt x="13451" y="17147"/>
                    <a:pt x="14012" y="17428"/>
                  </a:cubicBezTo>
                  <a:cubicBezTo>
                    <a:pt x="15390" y="18091"/>
                    <a:pt x="16807" y="18780"/>
                    <a:pt x="17228" y="19840"/>
                  </a:cubicBezTo>
                  <a:lnTo>
                    <a:pt x="17215" y="19891"/>
                  </a:lnTo>
                  <a:cubicBezTo>
                    <a:pt x="17189" y="19916"/>
                    <a:pt x="17177" y="19954"/>
                    <a:pt x="17177" y="19993"/>
                  </a:cubicBezTo>
                  <a:cubicBezTo>
                    <a:pt x="16896" y="20707"/>
                    <a:pt x="16590" y="21422"/>
                    <a:pt x="16258" y="22085"/>
                  </a:cubicBezTo>
                  <a:cubicBezTo>
                    <a:pt x="14203" y="21396"/>
                    <a:pt x="12723" y="19865"/>
                    <a:pt x="12200" y="17900"/>
                  </a:cubicBezTo>
                  <a:cubicBezTo>
                    <a:pt x="12060" y="17351"/>
                    <a:pt x="12034" y="16586"/>
                    <a:pt x="12162" y="16483"/>
                  </a:cubicBezTo>
                  <a:close/>
                  <a:moveTo>
                    <a:pt x="20502" y="18775"/>
                  </a:moveTo>
                  <a:cubicBezTo>
                    <a:pt x="21020" y="18775"/>
                    <a:pt x="21557" y="18859"/>
                    <a:pt x="22115" y="18946"/>
                  </a:cubicBezTo>
                  <a:lnTo>
                    <a:pt x="22115" y="18934"/>
                  </a:lnTo>
                  <a:cubicBezTo>
                    <a:pt x="22679" y="19024"/>
                    <a:pt x="23258" y="19123"/>
                    <a:pt x="23835" y="19123"/>
                  </a:cubicBezTo>
                  <a:cubicBezTo>
                    <a:pt x="23989" y="19123"/>
                    <a:pt x="24144" y="19116"/>
                    <a:pt x="24297" y="19099"/>
                  </a:cubicBezTo>
                  <a:cubicBezTo>
                    <a:pt x="24379" y="19092"/>
                    <a:pt x="24447" y="19089"/>
                    <a:pt x="24504" y="19089"/>
                  </a:cubicBezTo>
                  <a:cubicBezTo>
                    <a:pt x="24733" y="19089"/>
                    <a:pt x="24782" y="19138"/>
                    <a:pt x="24782" y="19138"/>
                  </a:cubicBezTo>
                  <a:cubicBezTo>
                    <a:pt x="24782" y="19138"/>
                    <a:pt x="24820" y="19253"/>
                    <a:pt x="24591" y="19572"/>
                  </a:cubicBezTo>
                  <a:cubicBezTo>
                    <a:pt x="23240" y="21422"/>
                    <a:pt x="21022" y="22483"/>
                    <a:pt x="18688" y="22483"/>
                  </a:cubicBezTo>
                  <a:cubicBezTo>
                    <a:pt x="18221" y="22483"/>
                    <a:pt x="17749" y="22441"/>
                    <a:pt x="17279" y="22353"/>
                  </a:cubicBezTo>
                  <a:cubicBezTo>
                    <a:pt x="17126" y="22315"/>
                    <a:pt x="16947" y="22290"/>
                    <a:pt x="16756" y="22226"/>
                  </a:cubicBezTo>
                  <a:cubicBezTo>
                    <a:pt x="17075" y="21575"/>
                    <a:pt x="17368" y="20899"/>
                    <a:pt x="17636" y="20197"/>
                  </a:cubicBezTo>
                  <a:cubicBezTo>
                    <a:pt x="17662" y="20171"/>
                    <a:pt x="17674" y="20146"/>
                    <a:pt x="17700" y="20120"/>
                  </a:cubicBezTo>
                  <a:cubicBezTo>
                    <a:pt x="17853" y="20005"/>
                    <a:pt x="17993" y="19878"/>
                    <a:pt x="18134" y="19750"/>
                  </a:cubicBezTo>
                  <a:cubicBezTo>
                    <a:pt x="18440" y="19469"/>
                    <a:pt x="18785" y="19227"/>
                    <a:pt x="19155" y="19036"/>
                  </a:cubicBezTo>
                  <a:cubicBezTo>
                    <a:pt x="19589" y="18843"/>
                    <a:pt x="20038" y="18775"/>
                    <a:pt x="20502" y="18775"/>
                  </a:cubicBezTo>
                  <a:close/>
                  <a:moveTo>
                    <a:pt x="9689" y="20663"/>
                  </a:moveTo>
                  <a:cubicBezTo>
                    <a:pt x="9765" y="20663"/>
                    <a:pt x="9857" y="20728"/>
                    <a:pt x="10095" y="20911"/>
                  </a:cubicBezTo>
                  <a:cubicBezTo>
                    <a:pt x="10643" y="21345"/>
                    <a:pt x="11243" y="21715"/>
                    <a:pt x="11881" y="22009"/>
                  </a:cubicBezTo>
                  <a:cubicBezTo>
                    <a:pt x="12519" y="22315"/>
                    <a:pt x="13081" y="22621"/>
                    <a:pt x="13514" y="23208"/>
                  </a:cubicBezTo>
                  <a:cubicBezTo>
                    <a:pt x="13948" y="23795"/>
                    <a:pt x="14267" y="24472"/>
                    <a:pt x="14433" y="25186"/>
                  </a:cubicBezTo>
                  <a:cubicBezTo>
                    <a:pt x="13987" y="25799"/>
                    <a:pt x="13514" y="26386"/>
                    <a:pt x="13004" y="26934"/>
                  </a:cubicBezTo>
                  <a:cubicBezTo>
                    <a:pt x="12315" y="26564"/>
                    <a:pt x="11677" y="26092"/>
                    <a:pt x="11141" y="25518"/>
                  </a:cubicBezTo>
                  <a:lnTo>
                    <a:pt x="11141" y="25531"/>
                  </a:lnTo>
                  <a:cubicBezTo>
                    <a:pt x="10095" y="24421"/>
                    <a:pt x="9571" y="23030"/>
                    <a:pt x="9456" y="21039"/>
                  </a:cubicBezTo>
                  <a:cubicBezTo>
                    <a:pt x="9456" y="20937"/>
                    <a:pt x="9482" y="20695"/>
                    <a:pt x="9648" y="20669"/>
                  </a:cubicBezTo>
                  <a:cubicBezTo>
                    <a:pt x="9662" y="20665"/>
                    <a:pt x="9675" y="20663"/>
                    <a:pt x="9689" y="20663"/>
                  </a:cubicBezTo>
                  <a:close/>
                  <a:moveTo>
                    <a:pt x="17392" y="24448"/>
                  </a:moveTo>
                  <a:cubicBezTo>
                    <a:pt x="18049" y="24448"/>
                    <a:pt x="18797" y="24570"/>
                    <a:pt x="19499" y="24867"/>
                  </a:cubicBezTo>
                  <a:lnTo>
                    <a:pt x="19499" y="24880"/>
                  </a:lnTo>
                  <a:cubicBezTo>
                    <a:pt x="19691" y="24957"/>
                    <a:pt x="19882" y="25033"/>
                    <a:pt x="20061" y="25122"/>
                  </a:cubicBezTo>
                  <a:cubicBezTo>
                    <a:pt x="20622" y="25416"/>
                    <a:pt x="21222" y="25633"/>
                    <a:pt x="21847" y="25760"/>
                  </a:cubicBezTo>
                  <a:cubicBezTo>
                    <a:pt x="22026" y="25799"/>
                    <a:pt x="22460" y="25875"/>
                    <a:pt x="22498" y="26028"/>
                  </a:cubicBezTo>
                  <a:cubicBezTo>
                    <a:pt x="22485" y="26080"/>
                    <a:pt x="22332" y="26322"/>
                    <a:pt x="21081" y="26973"/>
                  </a:cubicBezTo>
                  <a:lnTo>
                    <a:pt x="20992" y="27011"/>
                  </a:lnTo>
                  <a:cubicBezTo>
                    <a:pt x="19793" y="27644"/>
                    <a:pt x="18431" y="27964"/>
                    <a:pt x="17061" y="27964"/>
                  </a:cubicBezTo>
                  <a:cubicBezTo>
                    <a:pt x="15835" y="27964"/>
                    <a:pt x="14603" y="27708"/>
                    <a:pt x="13476" y="27190"/>
                  </a:cubicBezTo>
                  <a:cubicBezTo>
                    <a:pt x="14038" y="26577"/>
                    <a:pt x="14548" y="25914"/>
                    <a:pt x="15020" y="25237"/>
                  </a:cubicBezTo>
                  <a:cubicBezTo>
                    <a:pt x="15314" y="25033"/>
                    <a:pt x="15633" y="24867"/>
                    <a:pt x="15952" y="24701"/>
                  </a:cubicBezTo>
                  <a:cubicBezTo>
                    <a:pt x="16294" y="24545"/>
                    <a:pt x="16807" y="24448"/>
                    <a:pt x="17392" y="24448"/>
                  </a:cubicBezTo>
                  <a:close/>
                  <a:moveTo>
                    <a:pt x="5539" y="24370"/>
                  </a:moveTo>
                  <a:cubicBezTo>
                    <a:pt x="5730" y="24395"/>
                    <a:pt x="6024" y="24676"/>
                    <a:pt x="6292" y="24931"/>
                  </a:cubicBezTo>
                  <a:cubicBezTo>
                    <a:pt x="6381" y="25020"/>
                    <a:pt x="6470" y="25110"/>
                    <a:pt x="6560" y="25199"/>
                  </a:cubicBezTo>
                  <a:cubicBezTo>
                    <a:pt x="7045" y="25620"/>
                    <a:pt x="7581" y="25990"/>
                    <a:pt x="8142" y="26296"/>
                  </a:cubicBezTo>
                  <a:cubicBezTo>
                    <a:pt x="9240" y="26934"/>
                    <a:pt x="10107" y="27432"/>
                    <a:pt x="10388" y="29308"/>
                  </a:cubicBezTo>
                  <a:cubicBezTo>
                    <a:pt x="9699" y="29831"/>
                    <a:pt x="9010" y="30380"/>
                    <a:pt x="8359" y="30929"/>
                  </a:cubicBezTo>
                  <a:cubicBezTo>
                    <a:pt x="5858" y="29002"/>
                    <a:pt x="5041" y="25914"/>
                    <a:pt x="5296" y="24727"/>
                  </a:cubicBezTo>
                  <a:cubicBezTo>
                    <a:pt x="5335" y="24497"/>
                    <a:pt x="5411" y="24382"/>
                    <a:pt x="5475" y="24370"/>
                  </a:cubicBezTo>
                  <a:close/>
                  <a:moveTo>
                    <a:pt x="12376" y="29470"/>
                  </a:moveTo>
                  <a:cubicBezTo>
                    <a:pt x="14137" y="29470"/>
                    <a:pt x="15349" y="30209"/>
                    <a:pt x="16743" y="31452"/>
                  </a:cubicBezTo>
                  <a:lnTo>
                    <a:pt x="16845" y="31541"/>
                  </a:lnTo>
                  <a:cubicBezTo>
                    <a:pt x="17062" y="31707"/>
                    <a:pt x="17253" y="31924"/>
                    <a:pt x="17394" y="32166"/>
                  </a:cubicBezTo>
                  <a:cubicBezTo>
                    <a:pt x="17394" y="32179"/>
                    <a:pt x="17406" y="32179"/>
                    <a:pt x="17394" y="32205"/>
                  </a:cubicBezTo>
                  <a:cubicBezTo>
                    <a:pt x="17164" y="32600"/>
                    <a:pt x="15263" y="32996"/>
                    <a:pt x="14369" y="33060"/>
                  </a:cubicBezTo>
                  <a:cubicBezTo>
                    <a:pt x="14086" y="33078"/>
                    <a:pt x="13801" y="33097"/>
                    <a:pt x="13501" y="33097"/>
                  </a:cubicBezTo>
                  <a:cubicBezTo>
                    <a:pt x="12353" y="33097"/>
                    <a:pt x="10996" y="32826"/>
                    <a:pt x="8780" y="31248"/>
                  </a:cubicBezTo>
                  <a:lnTo>
                    <a:pt x="8767" y="31248"/>
                  </a:lnTo>
                  <a:cubicBezTo>
                    <a:pt x="9431" y="30686"/>
                    <a:pt x="10120" y="30137"/>
                    <a:pt x="10796" y="29640"/>
                  </a:cubicBezTo>
                  <a:cubicBezTo>
                    <a:pt x="11374" y="29525"/>
                    <a:pt x="11895" y="29470"/>
                    <a:pt x="12376" y="29470"/>
                  </a:cubicBezTo>
                  <a:close/>
                  <a:moveTo>
                    <a:pt x="1290" y="27815"/>
                  </a:moveTo>
                  <a:cubicBezTo>
                    <a:pt x="1392" y="27815"/>
                    <a:pt x="1519" y="27930"/>
                    <a:pt x="1621" y="28108"/>
                  </a:cubicBezTo>
                  <a:cubicBezTo>
                    <a:pt x="2068" y="28925"/>
                    <a:pt x="2757" y="29538"/>
                    <a:pt x="3421" y="30137"/>
                  </a:cubicBezTo>
                  <a:cubicBezTo>
                    <a:pt x="3931" y="30571"/>
                    <a:pt x="4416" y="31056"/>
                    <a:pt x="4837" y="31592"/>
                  </a:cubicBezTo>
                  <a:cubicBezTo>
                    <a:pt x="5552" y="32575"/>
                    <a:pt x="5590" y="33251"/>
                    <a:pt x="5577" y="33519"/>
                  </a:cubicBezTo>
                  <a:cubicBezTo>
                    <a:pt x="4812" y="34310"/>
                    <a:pt x="4071" y="35127"/>
                    <a:pt x="3395" y="35969"/>
                  </a:cubicBezTo>
                  <a:cubicBezTo>
                    <a:pt x="2655" y="35331"/>
                    <a:pt x="2068" y="34540"/>
                    <a:pt x="1672" y="33659"/>
                  </a:cubicBezTo>
                  <a:cubicBezTo>
                    <a:pt x="983" y="32103"/>
                    <a:pt x="588" y="29295"/>
                    <a:pt x="1085" y="28006"/>
                  </a:cubicBezTo>
                  <a:cubicBezTo>
                    <a:pt x="1124" y="27892"/>
                    <a:pt x="1200" y="27828"/>
                    <a:pt x="1277" y="27815"/>
                  </a:cubicBezTo>
                  <a:close/>
                  <a:moveTo>
                    <a:pt x="7265" y="33835"/>
                  </a:moveTo>
                  <a:cubicBezTo>
                    <a:pt x="8994" y="33835"/>
                    <a:pt x="9858" y="34525"/>
                    <a:pt x="10516" y="35305"/>
                  </a:cubicBezTo>
                  <a:cubicBezTo>
                    <a:pt x="11077" y="35956"/>
                    <a:pt x="11766" y="36492"/>
                    <a:pt x="12430" y="37003"/>
                  </a:cubicBezTo>
                  <a:cubicBezTo>
                    <a:pt x="12481" y="37041"/>
                    <a:pt x="12545" y="37079"/>
                    <a:pt x="12596" y="37118"/>
                  </a:cubicBezTo>
                  <a:cubicBezTo>
                    <a:pt x="12978" y="37373"/>
                    <a:pt x="12940" y="37411"/>
                    <a:pt x="12902" y="37475"/>
                  </a:cubicBezTo>
                  <a:cubicBezTo>
                    <a:pt x="12813" y="37615"/>
                    <a:pt x="12009" y="37870"/>
                    <a:pt x="10937" y="38049"/>
                  </a:cubicBezTo>
                  <a:cubicBezTo>
                    <a:pt x="10425" y="38133"/>
                    <a:pt x="9908" y="38175"/>
                    <a:pt x="9393" y="38175"/>
                  </a:cubicBezTo>
                  <a:cubicBezTo>
                    <a:pt x="7339" y="38175"/>
                    <a:pt x="5313" y="37517"/>
                    <a:pt x="3752" y="36314"/>
                  </a:cubicBezTo>
                  <a:lnTo>
                    <a:pt x="3765" y="36314"/>
                  </a:lnTo>
                  <a:cubicBezTo>
                    <a:pt x="4416" y="35510"/>
                    <a:pt x="5118" y="34718"/>
                    <a:pt x="5845" y="33966"/>
                  </a:cubicBezTo>
                  <a:cubicBezTo>
                    <a:pt x="6376" y="33876"/>
                    <a:pt x="6846" y="33835"/>
                    <a:pt x="7265" y="33835"/>
                  </a:cubicBezTo>
                  <a:close/>
                  <a:moveTo>
                    <a:pt x="18179" y="1"/>
                  </a:moveTo>
                  <a:cubicBezTo>
                    <a:pt x="18111" y="1"/>
                    <a:pt x="18041" y="11"/>
                    <a:pt x="17968" y="35"/>
                  </a:cubicBezTo>
                  <a:cubicBezTo>
                    <a:pt x="17611" y="150"/>
                    <a:pt x="17381" y="584"/>
                    <a:pt x="17253" y="1311"/>
                  </a:cubicBezTo>
                  <a:cubicBezTo>
                    <a:pt x="16998" y="2957"/>
                    <a:pt x="17406" y="5918"/>
                    <a:pt x="18644" y="6824"/>
                  </a:cubicBezTo>
                  <a:cubicBezTo>
                    <a:pt x="18848" y="6977"/>
                    <a:pt x="19078" y="7079"/>
                    <a:pt x="19320" y="7130"/>
                  </a:cubicBezTo>
                  <a:lnTo>
                    <a:pt x="19359" y="7130"/>
                  </a:lnTo>
                  <a:cubicBezTo>
                    <a:pt x="19359" y="7755"/>
                    <a:pt x="19346" y="8393"/>
                    <a:pt x="19320" y="9006"/>
                  </a:cubicBezTo>
                  <a:cubicBezTo>
                    <a:pt x="18619" y="8189"/>
                    <a:pt x="17598" y="7704"/>
                    <a:pt x="16513" y="7691"/>
                  </a:cubicBezTo>
                  <a:cubicBezTo>
                    <a:pt x="15837" y="7666"/>
                    <a:pt x="15352" y="7372"/>
                    <a:pt x="14969" y="7130"/>
                  </a:cubicBezTo>
                  <a:lnTo>
                    <a:pt x="14931" y="7117"/>
                  </a:lnTo>
                  <a:cubicBezTo>
                    <a:pt x="14714" y="6964"/>
                    <a:pt x="14471" y="6849"/>
                    <a:pt x="14216" y="6798"/>
                  </a:cubicBezTo>
                  <a:cubicBezTo>
                    <a:pt x="14164" y="6784"/>
                    <a:pt x="14112" y="6778"/>
                    <a:pt x="14062" y="6778"/>
                  </a:cubicBezTo>
                  <a:cubicBezTo>
                    <a:pt x="13875" y="6778"/>
                    <a:pt x="13701" y="6867"/>
                    <a:pt x="13591" y="7028"/>
                  </a:cubicBezTo>
                  <a:cubicBezTo>
                    <a:pt x="13183" y="7628"/>
                    <a:pt x="14012" y="9121"/>
                    <a:pt x="14050" y="9184"/>
                  </a:cubicBezTo>
                  <a:cubicBezTo>
                    <a:pt x="14676" y="10269"/>
                    <a:pt x="15786" y="11698"/>
                    <a:pt x="17585" y="12324"/>
                  </a:cubicBezTo>
                  <a:cubicBezTo>
                    <a:pt x="17840" y="12400"/>
                    <a:pt x="18108" y="12464"/>
                    <a:pt x="18376" y="12515"/>
                  </a:cubicBezTo>
                  <a:cubicBezTo>
                    <a:pt x="18580" y="12540"/>
                    <a:pt x="18797" y="12566"/>
                    <a:pt x="19014" y="12566"/>
                  </a:cubicBezTo>
                  <a:cubicBezTo>
                    <a:pt x="18925" y="13230"/>
                    <a:pt x="18823" y="13906"/>
                    <a:pt x="18695" y="14569"/>
                  </a:cubicBezTo>
                  <a:cubicBezTo>
                    <a:pt x="18580" y="14467"/>
                    <a:pt x="18466" y="14352"/>
                    <a:pt x="18376" y="14225"/>
                  </a:cubicBezTo>
                  <a:lnTo>
                    <a:pt x="18363" y="14212"/>
                  </a:lnTo>
                  <a:cubicBezTo>
                    <a:pt x="18312" y="14148"/>
                    <a:pt x="18274" y="14097"/>
                    <a:pt x="18223" y="14059"/>
                  </a:cubicBezTo>
                  <a:cubicBezTo>
                    <a:pt x="17368" y="13102"/>
                    <a:pt x="16360" y="12936"/>
                    <a:pt x="15377" y="12770"/>
                  </a:cubicBezTo>
                  <a:cubicBezTo>
                    <a:pt x="14714" y="12655"/>
                    <a:pt x="14076" y="12540"/>
                    <a:pt x="13489" y="12183"/>
                  </a:cubicBezTo>
                  <a:lnTo>
                    <a:pt x="13463" y="12170"/>
                  </a:lnTo>
                  <a:cubicBezTo>
                    <a:pt x="13185" y="12007"/>
                    <a:pt x="12877" y="11844"/>
                    <a:pt x="12612" y="11844"/>
                  </a:cubicBezTo>
                  <a:cubicBezTo>
                    <a:pt x="12524" y="11844"/>
                    <a:pt x="12442" y="11861"/>
                    <a:pt x="12366" y="11902"/>
                  </a:cubicBezTo>
                  <a:cubicBezTo>
                    <a:pt x="12200" y="12004"/>
                    <a:pt x="12098" y="12196"/>
                    <a:pt x="12123" y="12387"/>
                  </a:cubicBezTo>
                  <a:cubicBezTo>
                    <a:pt x="12123" y="13625"/>
                    <a:pt x="13093" y="15144"/>
                    <a:pt x="14586" y="16241"/>
                  </a:cubicBezTo>
                  <a:cubicBezTo>
                    <a:pt x="15569" y="16994"/>
                    <a:pt x="16730" y="17492"/>
                    <a:pt x="17955" y="17709"/>
                  </a:cubicBezTo>
                  <a:cubicBezTo>
                    <a:pt x="17866" y="18002"/>
                    <a:pt x="17776" y="18296"/>
                    <a:pt x="17687" y="18576"/>
                  </a:cubicBezTo>
                  <a:cubicBezTo>
                    <a:pt x="17623" y="18780"/>
                    <a:pt x="17547" y="18972"/>
                    <a:pt x="17470" y="19214"/>
                  </a:cubicBezTo>
                  <a:cubicBezTo>
                    <a:pt x="16819" y="18232"/>
                    <a:pt x="15454" y="17568"/>
                    <a:pt x="14242" y="16981"/>
                  </a:cubicBezTo>
                  <a:lnTo>
                    <a:pt x="14229" y="16981"/>
                  </a:lnTo>
                  <a:cubicBezTo>
                    <a:pt x="13680" y="16713"/>
                    <a:pt x="13119" y="16432"/>
                    <a:pt x="12621" y="16139"/>
                  </a:cubicBezTo>
                  <a:cubicBezTo>
                    <a:pt x="12446" y="16030"/>
                    <a:pt x="12300" y="15990"/>
                    <a:pt x="12179" y="15990"/>
                  </a:cubicBezTo>
                  <a:cubicBezTo>
                    <a:pt x="12045" y="15990"/>
                    <a:pt x="11942" y="16040"/>
                    <a:pt x="11868" y="16101"/>
                  </a:cubicBezTo>
                  <a:cubicBezTo>
                    <a:pt x="11332" y="16496"/>
                    <a:pt x="11702" y="17976"/>
                    <a:pt x="11702" y="18040"/>
                  </a:cubicBezTo>
                  <a:cubicBezTo>
                    <a:pt x="12277" y="20159"/>
                    <a:pt x="13846" y="21805"/>
                    <a:pt x="16041" y="22558"/>
                  </a:cubicBezTo>
                  <a:cubicBezTo>
                    <a:pt x="15671" y="23285"/>
                    <a:pt x="15250" y="23987"/>
                    <a:pt x="14803" y="24663"/>
                  </a:cubicBezTo>
                  <a:cubicBezTo>
                    <a:pt x="14599" y="24038"/>
                    <a:pt x="14306" y="23451"/>
                    <a:pt x="13910" y="22928"/>
                  </a:cubicBezTo>
                  <a:cubicBezTo>
                    <a:pt x="13412" y="22251"/>
                    <a:pt x="12800" y="21920"/>
                    <a:pt x="12098" y="21588"/>
                  </a:cubicBezTo>
                  <a:cubicBezTo>
                    <a:pt x="11485" y="21307"/>
                    <a:pt x="10924" y="20950"/>
                    <a:pt x="10401" y="20541"/>
                  </a:cubicBezTo>
                  <a:cubicBezTo>
                    <a:pt x="10132" y="20329"/>
                    <a:pt x="9932" y="20175"/>
                    <a:pt x="9663" y="20175"/>
                  </a:cubicBezTo>
                  <a:cubicBezTo>
                    <a:pt x="9625" y="20175"/>
                    <a:pt x="9586" y="20178"/>
                    <a:pt x="9546" y="20184"/>
                  </a:cubicBezTo>
                  <a:cubicBezTo>
                    <a:pt x="9112" y="20273"/>
                    <a:pt x="8933" y="20707"/>
                    <a:pt x="8946" y="21090"/>
                  </a:cubicBezTo>
                  <a:cubicBezTo>
                    <a:pt x="9074" y="23221"/>
                    <a:pt x="9635" y="24701"/>
                    <a:pt x="10771" y="25901"/>
                  </a:cubicBezTo>
                  <a:cubicBezTo>
                    <a:pt x="11320" y="26475"/>
                    <a:pt x="11945" y="26960"/>
                    <a:pt x="12647" y="27356"/>
                  </a:cubicBezTo>
                  <a:cubicBezTo>
                    <a:pt x="12085" y="27943"/>
                    <a:pt x="11473" y="28479"/>
                    <a:pt x="10835" y="28976"/>
                  </a:cubicBezTo>
                  <a:cubicBezTo>
                    <a:pt x="10465" y="27088"/>
                    <a:pt x="9456" y="26501"/>
                    <a:pt x="8397" y="25875"/>
                  </a:cubicBezTo>
                  <a:cubicBezTo>
                    <a:pt x="7861" y="25595"/>
                    <a:pt x="7364" y="25250"/>
                    <a:pt x="6904" y="24842"/>
                  </a:cubicBezTo>
                  <a:cubicBezTo>
                    <a:pt x="6815" y="24765"/>
                    <a:pt x="6726" y="24676"/>
                    <a:pt x="6636" y="24599"/>
                  </a:cubicBezTo>
                  <a:cubicBezTo>
                    <a:pt x="6241" y="24215"/>
                    <a:pt x="5895" y="23880"/>
                    <a:pt x="5510" y="23880"/>
                  </a:cubicBezTo>
                  <a:cubicBezTo>
                    <a:pt x="5461" y="23880"/>
                    <a:pt x="5411" y="23886"/>
                    <a:pt x="5360" y="23897"/>
                  </a:cubicBezTo>
                  <a:cubicBezTo>
                    <a:pt x="5156" y="23936"/>
                    <a:pt x="4901" y="24102"/>
                    <a:pt x="4786" y="24638"/>
                  </a:cubicBezTo>
                  <a:cubicBezTo>
                    <a:pt x="4633" y="25429"/>
                    <a:pt x="4837" y="26654"/>
                    <a:pt x="5348" y="27853"/>
                  </a:cubicBezTo>
                  <a:cubicBezTo>
                    <a:pt x="5922" y="29193"/>
                    <a:pt x="6815" y="30380"/>
                    <a:pt x="7963" y="31286"/>
                  </a:cubicBezTo>
                  <a:cubicBezTo>
                    <a:pt x="7300" y="31860"/>
                    <a:pt x="6649" y="32460"/>
                    <a:pt x="6049" y="33072"/>
                  </a:cubicBezTo>
                  <a:cubicBezTo>
                    <a:pt x="5909" y="32422"/>
                    <a:pt x="5641" y="31822"/>
                    <a:pt x="5233" y="31311"/>
                  </a:cubicBezTo>
                  <a:cubicBezTo>
                    <a:pt x="4799" y="30750"/>
                    <a:pt x="4301" y="30239"/>
                    <a:pt x="3752" y="29780"/>
                  </a:cubicBezTo>
                  <a:cubicBezTo>
                    <a:pt x="3089" y="29180"/>
                    <a:pt x="2476" y="28619"/>
                    <a:pt x="2055" y="27879"/>
                  </a:cubicBezTo>
                  <a:cubicBezTo>
                    <a:pt x="1863" y="27529"/>
                    <a:pt x="1590" y="27328"/>
                    <a:pt x="1292" y="27328"/>
                  </a:cubicBezTo>
                  <a:cubicBezTo>
                    <a:pt x="1274" y="27328"/>
                    <a:pt x="1256" y="27329"/>
                    <a:pt x="1239" y="27330"/>
                  </a:cubicBezTo>
                  <a:cubicBezTo>
                    <a:pt x="945" y="27356"/>
                    <a:pt x="690" y="27560"/>
                    <a:pt x="601" y="27840"/>
                  </a:cubicBezTo>
                  <a:cubicBezTo>
                    <a:pt x="1" y="29385"/>
                    <a:pt x="550" y="32396"/>
                    <a:pt x="1200" y="33876"/>
                  </a:cubicBezTo>
                  <a:cubicBezTo>
                    <a:pt x="1634" y="34846"/>
                    <a:pt x="2259" y="35688"/>
                    <a:pt x="3063" y="36377"/>
                  </a:cubicBezTo>
                  <a:cubicBezTo>
                    <a:pt x="2132" y="37539"/>
                    <a:pt x="1277" y="38776"/>
                    <a:pt x="524" y="40052"/>
                  </a:cubicBezTo>
                  <a:cubicBezTo>
                    <a:pt x="486" y="40104"/>
                    <a:pt x="473" y="40180"/>
                    <a:pt x="486" y="40244"/>
                  </a:cubicBezTo>
                  <a:cubicBezTo>
                    <a:pt x="511" y="40333"/>
                    <a:pt x="601" y="40410"/>
                    <a:pt x="690" y="40423"/>
                  </a:cubicBezTo>
                  <a:lnTo>
                    <a:pt x="741" y="40423"/>
                  </a:lnTo>
                  <a:cubicBezTo>
                    <a:pt x="830" y="40423"/>
                    <a:pt x="907" y="40384"/>
                    <a:pt x="958" y="40308"/>
                  </a:cubicBezTo>
                  <a:cubicBezTo>
                    <a:pt x="1698" y="39044"/>
                    <a:pt x="2540" y="37845"/>
                    <a:pt x="3446" y="36696"/>
                  </a:cubicBezTo>
                  <a:cubicBezTo>
                    <a:pt x="4722" y="37679"/>
                    <a:pt x="6215" y="38304"/>
                    <a:pt x="7798" y="38547"/>
                  </a:cubicBezTo>
                  <a:cubicBezTo>
                    <a:pt x="8327" y="38636"/>
                    <a:pt x="8866" y="38681"/>
                    <a:pt x="9405" y="38681"/>
                  </a:cubicBezTo>
                  <a:cubicBezTo>
                    <a:pt x="9945" y="38681"/>
                    <a:pt x="10484" y="38636"/>
                    <a:pt x="11013" y="38547"/>
                  </a:cubicBezTo>
                  <a:cubicBezTo>
                    <a:pt x="11932" y="38394"/>
                    <a:pt x="13081" y="38138"/>
                    <a:pt x="13336" y="37756"/>
                  </a:cubicBezTo>
                  <a:cubicBezTo>
                    <a:pt x="13668" y="37232"/>
                    <a:pt x="13144" y="36875"/>
                    <a:pt x="12876" y="36696"/>
                  </a:cubicBezTo>
                  <a:cubicBezTo>
                    <a:pt x="12825" y="36671"/>
                    <a:pt x="12787" y="36633"/>
                    <a:pt x="12736" y="36607"/>
                  </a:cubicBezTo>
                  <a:cubicBezTo>
                    <a:pt x="12098" y="36109"/>
                    <a:pt x="11434" y="35599"/>
                    <a:pt x="10898" y="34974"/>
                  </a:cubicBezTo>
                  <a:cubicBezTo>
                    <a:pt x="9948" y="33859"/>
                    <a:pt x="8801" y="33334"/>
                    <a:pt x="7250" y="33334"/>
                  </a:cubicBezTo>
                  <a:cubicBezTo>
                    <a:pt x="6989" y="33334"/>
                    <a:pt x="6717" y="33349"/>
                    <a:pt x="6432" y="33379"/>
                  </a:cubicBezTo>
                  <a:cubicBezTo>
                    <a:pt x="7057" y="32766"/>
                    <a:pt x="7708" y="32166"/>
                    <a:pt x="8372" y="31592"/>
                  </a:cubicBezTo>
                  <a:cubicBezTo>
                    <a:pt x="9418" y="32358"/>
                    <a:pt x="10630" y="33200"/>
                    <a:pt x="12391" y="33493"/>
                  </a:cubicBezTo>
                  <a:cubicBezTo>
                    <a:pt x="12834" y="33562"/>
                    <a:pt x="13276" y="33596"/>
                    <a:pt x="13719" y="33596"/>
                  </a:cubicBezTo>
                  <a:cubicBezTo>
                    <a:pt x="13940" y="33596"/>
                    <a:pt x="14161" y="33587"/>
                    <a:pt x="14382" y="33570"/>
                  </a:cubicBezTo>
                  <a:cubicBezTo>
                    <a:pt x="14408" y="33570"/>
                    <a:pt x="17330" y="33302"/>
                    <a:pt x="17815" y="32473"/>
                  </a:cubicBezTo>
                  <a:cubicBezTo>
                    <a:pt x="17917" y="32319"/>
                    <a:pt x="17930" y="32128"/>
                    <a:pt x="17853" y="31962"/>
                  </a:cubicBezTo>
                  <a:cubicBezTo>
                    <a:pt x="17674" y="31656"/>
                    <a:pt x="17445" y="31388"/>
                    <a:pt x="17164" y="31171"/>
                  </a:cubicBezTo>
                  <a:lnTo>
                    <a:pt x="17062" y="31082"/>
                  </a:lnTo>
                  <a:cubicBezTo>
                    <a:pt x="15623" y="29802"/>
                    <a:pt x="14285" y="28974"/>
                    <a:pt x="12351" y="28974"/>
                  </a:cubicBezTo>
                  <a:cubicBezTo>
                    <a:pt x="12106" y="28974"/>
                    <a:pt x="11852" y="28987"/>
                    <a:pt x="11588" y="29014"/>
                  </a:cubicBezTo>
                  <a:cubicBezTo>
                    <a:pt x="12123" y="28568"/>
                    <a:pt x="12621" y="28096"/>
                    <a:pt x="13106" y="27598"/>
                  </a:cubicBezTo>
                  <a:cubicBezTo>
                    <a:pt x="13884" y="27981"/>
                    <a:pt x="14714" y="28236"/>
                    <a:pt x="15569" y="28376"/>
                  </a:cubicBezTo>
                  <a:cubicBezTo>
                    <a:pt x="16051" y="28456"/>
                    <a:pt x="16536" y="28495"/>
                    <a:pt x="17019" y="28495"/>
                  </a:cubicBezTo>
                  <a:cubicBezTo>
                    <a:pt x="18477" y="28495"/>
                    <a:pt x="19918" y="28138"/>
                    <a:pt x="21222" y="27458"/>
                  </a:cubicBezTo>
                  <a:lnTo>
                    <a:pt x="21311" y="27407"/>
                  </a:lnTo>
                  <a:cubicBezTo>
                    <a:pt x="22587" y="26743"/>
                    <a:pt x="23047" y="26347"/>
                    <a:pt x="22996" y="25977"/>
                  </a:cubicBezTo>
                  <a:cubicBezTo>
                    <a:pt x="22919" y="25441"/>
                    <a:pt x="22268" y="25327"/>
                    <a:pt x="21924" y="25263"/>
                  </a:cubicBezTo>
                  <a:cubicBezTo>
                    <a:pt x="21349" y="25135"/>
                    <a:pt x="20788" y="24944"/>
                    <a:pt x="20265" y="24676"/>
                  </a:cubicBezTo>
                  <a:cubicBezTo>
                    <a:pt x="20073" y="24587"/>
                    <a:pt x="19882" y="24497"/>
                    <a:pt x="19691" y="24408"/>
                  </a:cubicBezTo>
                  <a:cubicBezTo>
                    <a:pt x="18922" y="24083"/>
                    <a:pt x="18113" y="23948"/>
                    <a:pt x="17395" y="23948"/>
                  </a:cubicBezTo>
                  <a:cubicBezTo>
                    <a:pt x="16728" y="23948"/>
                    <a:pt x="16140" y="24064"/>
                    <a:pt x="15735" y="24255"/>
                  </a:cubicBezTo>
                  <a:lnTo>
                    <a:pt x="15620" y="24306"/>
                  </a:lnTo>
                  <a:cubicBezTo>
                    <a:pt x="15939" y="23795"/>
                    <a:pt x="16245" y="23247"/>
                    <a:pt x="16526" y="22698"/>
                  </a:cubicBezTo>
                  <a:cubicBezTo>
                    <a:pt x="16768" y="22762"/>
                    <a:pt x="16985" y="22813"/>
                    <a:pt x="17189" y="22851"/>
                  </a:cubicBezTo>
                  <a:cubicBezTo>
                    <a:pt x="17253" y="22864"/>
                    <a:pt x="17317" y="22877"/>
                    <a:pt x="17394" y="22889"/>
                  </a:cubicBezTo>
                  <a:cubicBezTo>
                    <a:pt x="17821" y="22958"/>
                    <a:pt x="18250" y="22992"/>
                    <a:pt x="18676" y="22992"/>
                  </a:cubicBezTo>
                  <a:cubicBezTo>
                    <a:pt x="21171" y="22992"/>
                    <a:pt x="23558" y="21838"/>
                    <a:pt x="24986" y="19865"/>
                  </a:cubicBezTo>
                  <a:cubicBezTo>
                    <a:pt x="25280" y="19469"/>
                    <a:pt x="25356" y="19138"/>
                    <a:pt x="25216" y="18895"/>
                  </a:cubicBezTo>
                  <a:cubicBezTo>
                    <a:pt x="25099" y="18693"/>
                    <a:pt x="24859" y="18589"/>
                    <a:pt x="24487" y="18589"/>
                  </a:cubicBezTo>
                  <a:cubicBezTo>
                    <a:pt x="24412" y="18589"/>
                    <a:pt x="24332" y="18593"/>
                    <a:pt x="24246" y="18602"/>
                  </a:cubicBezTo>
                  <a:cubicBezTo>
                    <a:pt x="24105" y="18615"/>
                    <a:pt x="23961" y="18621"/>
                    <a:pt x="23815" y="18621"/>
                  </a:cubicBezTo>
                  <a:cubicBezTo>
                    <a:pt x="23279" y="18621"/>
                    <a:pt x="22721" y="18539"/>
                    <a:pt x="22179" y="18449"/>
                  </a:cubicBezTo>
                  <a:cubicBezTo>
                    <a:pt x="21622" y="18362"/>
                    <a:pt x="21055" y="18273"/>
                    <a:pt x="20490" y="18273"/>
                  </a:cubicBezTo>
                  <a:cubicBezTo>
                    <a:pt x="19967" y="18273"/>
                    <a:pt x="19446" y="18349"/>
                    <a:pt x="18938" y="18576"/>
                  </a:cubicBezTo>
                  <a:cubicBezTo>
                    <a:pt x="18593" y="18742"/>
                    <a:pt x="18274" y="18959"/>
                    <a:pt x="17981" y="19214"/>
                  </a:cubicBezTo>
                  <a:cubicBezTo>
                    <a:pt x="18044" y="19061"/>
                    <a:pt x="18095" y="18895"/>
                    <a:pt x="18147" y="18742"/>
                  </a:cubicBezTo>
                  <a:cubicBezTo>
                    <a:pt x="18249" y="18436"/>
                    <a:pt x="18338" y="18117"/>
                    <a:pt x="18440" y="17772"/>
                  </a:cubicBezTo>
                  <a:lnTo>
                    <a:pt x="18453" y="17760"/>
                  </a:lnTo>
                  <a:cubicBezTo>
                    <a:pt x="18695" y="17786"/>
                    <a:pt x="18938" y="17798"/>
                    <a:pt x="19182" y="17798"/>
                  </a:cubicBezTo>
                  <a:cubicBezTo>
                    <a:pt x="19890" y="17798"/>
                    <a:pt x="20599" y="17691"/>
                    <a:pt x="21273" y="17492"/>
                  </a:cubicBezTo>
                  <a:cubicBezTo>
                    <a:pt x="22485" y="17134"/>
                    <a:pt x="23327" y="16496"/>
                    <a:pt x="24591" y="15514"/>
                  </a:cubicBezTo>
                  <a:lnTo>
                    <a:pt x="24642" y="15475"/>
                  </a:lnTo>
                  <a:cubicBezTo>
                    <a:pt x="25012" y="15195"/>
                    <a:pt x="25420" y="14876"/>
                    <a:pt x="25879" y="14531"/>
                  </a:cubicBezTo>
                  <a:cubicBezTo>
                    <a:pt x="26084" y="14378"/>
                    <a:pt x="26173" y="14123"/>
                    <a:pt x="26096" y="13880"/>
                  </a:cubicBezTo>
                  <a:cubicBezTo>
                    <a:pt x="26007" y="13587"/>
                    <a:pt x="25752" y="13383"/>
                    <a:pt x="25446" y="13357"/>
                  </a:cubicBezTo>
                  <a:cubicBezTo>
                    <a:pt x="25241" y="13344"/>
                    <a:pt x="25037" y="13319"/>
                    <a:pt x="24833" y="13293"/>
                  </a:cubicBezTo>
                  <a:cubicBezTo>
                    <a:pt x="24190" y="13225"/>
                    <a:pt x="23538" y="13156"/>
                    <a:pt x="22885" y="13156"/>
                  </a:cubicBezTo>
                  <a:cubicBezTo>
                    <a:pt x="22202" y="13156"/>
                    <a:pt x="21517" y="13231"/>
                    <a:pt x="20839" y="13459"/>
                  </a:cubicBezTo>
                  <a:cubicBezTo>
                    <a:pt x="19907" y="13778"/>
                    <a:pt x="19499" y="14097"/>
                    <a:pt x="19244" y="14352"/>
                  </a:cubicBezTo>
                  <a:cubicBezTo>
                    <a:pt x="19359" y="13753"/>
                    <a:pt x="19448" y="13153"/>
                    <a:pt x="19525" y="12566"/>
                  </a:cubicBezTo>
                  <a:cubicBezTo>
                    <a:pt x="20533" y="12502"/>
                    <a:pt x="21515" y="12209"/>
                    <a:pt x="22396" y="11711"/>
                  </a:cubicBezTo>
                  <a:cubicBezTo>
                    <a:pt x="23315" y="11213"/>
                    <a:pt x="24004" y="10499"/>
                    <a:pt x="24667" y="9797"/>
                  </a:cubicBezTo>
                  <a:cubicBezTo>
                    <a:pt x="24859" y="9605"/>
                    <a:pt x="25037" y="9414"/>
                    <a:pt x="25229" y="9223"/>
                  </a:cubicBezTo>
                  <a:lnTo>
                    <a:pt x="25331" y="9133"/>
                  </a:lnTo>
                  <a:cubicBezTo>
                    <a:pt x="25637" y="8827"/>
                    <a:pt x="25918" y="8559"/>
                    <a:pt x="25867" y="8202"/>
                  </a:cubicBezTo>
                  <a:cubicBezTo>
                    <a:pt x="25841" y="7985"/>
                    <a:pt x="25675" y="7793"/>
                    <a:pt x="25382" y="7640"/>
                  </a:cubicBezTo>
                  <a:cubicBezTo>
                    <a:pt x="25002" y="7446"/>
                    <a:pt x="24469" y="7345"/>
                    <a:pt x="23882" y="7345"/>
                  </a:cubicBezTo>
                  <a:cubicBezTo>
                    <a:pt x="23543" y="7345"/>
                    <a:pt x="23185" y="7379"/>
                    <a:pt x="22830" y="7449"/>
                  </a:cubicBezTo>
                  <a:cubicBezTo>
                    <a:pt x="21694" y="7666"/>
                    <a:pt x="20660" y="8215"/>
                    <a:pt x="19856" y="9044"/>
                  </a:cubicBezTo>
                  <a:lnTo>
                    <a:pt x="19818" y="9082"/>
                  </a:lnTo>
                  <a:cubicBezTo>
                    <a:pt x="19844" y="8406"/>
                    <a:pt x="19856" y="7730"/>
                    <a:pt x="19856" y="7066"/>
                  </a:cubicBezTo>
                  <a:cubicBezTo>
                    <a:pt x="19895" y="7053"/>
                    <a:pt x="19933" y="7028"/>
                    <a:pt x="19971" y="7015"/>
                  </a:cubicBezTo>
                  <a:cubicBezTo>
                    <a:pt x="20711" y="6581"/>
                    <a:pt x="20928" y="5254"/>
                    <a:pt x="20839" y="4463"/>
                  </a:cubicBezTo>
                  <a:cubicBezTo>
                    <a:pt x="20711" y="3238"/>
                    <a:pt x="20137" y="1987"/>
                    <a:pt x="19091" y="647"/>
                  </a:cubicBezTo>
                  <a:lnTo>
                    <a:pt x="19065" y="622"/>
                  </a:lnTo>
                  <a:cubicBezTo>
                    <a:pt x="18879" y="381"/>
                    <a:pt x="18581" y="1"/>
                    <a:pt x="181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6" name="Google Shape;436;p36"/>
          <p:cNvGrpSpPr/>
          <p:nvPr/>
        </p:nvGrpSpPr>
        <p:grpSpPr>
          <a:xfrm>
            <a:off x="6679703" y="1086216"/>
            <a:ext cx="239221" cy="487147"/>
            <a:chOff x="1925725" y="1035100"/>
            <a:chExt cx="174525" cy="355400"/>
          </a:xfrm>
        </p:grpSpPr>
        <p:sp>
          <p:nvSpPr>
            <p:cNvPr id="437" name="Google Shape;437;p36"/>
            <p:cNvSpPr/>
            <p:nvPr/>
          </p:nvSpPr>
          <p:spPr>
            <a:xfrm>
              <a:off x="1932400" y="1041150"/>
              <a:ext cx="163375" cy="343300"/>
            </a:xfrm>
            <a:custGeom>
              <a:avLst/>
              <a:gdLst/>
              <a:ahLst/>
              <a:cxnLst/>
              <a:rect l="l" t="t" r="r" b="b"/>
              <a:pathLst>
                <a:path w="6535" h="13732" extrusionOk="0">
                  <a:moveTo>
                    <a:pt x="3829" y="1"/>
                  </a:moveTo>
                  <a:cubicBezTo>
                    <a:pt x="3740" y="1"/>
                    <a:pt x="3651" y="52"/>
                    <a:pt x="3612" y="141"/>
                  </a:cubicBezTo>
                  <a:lnTo>
                    <a:pt x="690" y="6700"/>
                  </a:lnTo>
                  <a:cubicBezTo>
                    <a:pt x="614" y="6866"/>
                    <a:pt x="728" y="7044"/>
                    <a:pt x="907" y="7044"/>
                  </a:cubicBezTo>
                  <a:lnTo>
                    <a:pt x="2400" y="7044"/>
                  </a:lnTo>
                  <a:lnTo>
                    <a:pt x="52" y="13412"/>
                  </a:lnTo>
                  <a:cubicBezTo>
                    <a:pt x="1" y="13527"/>
                    <a:pt x="52" y="13655"/>
                    <a:pt x="167" y="13718"/>
                  </a:cubicBezTo>
                  <a:cubicBezTo>
                    <a:pt x="205" y="13731"/>
                    <a:pt x="231" y="13731"/>
                    <a:pt x="269" y="13731"/>
                  </a:cubicBezTo>
                  <a:cubicBezTo>
                    <a:pt x="358" y="13731"/>
                    <a:pt x="435" y="13693"/>
                    <a:pt x="473" y="13616"/>
                  </a:cubicBezTo>
                  <a:lnTo>
                    <a:pt x="5667" y="4773"/>
                  </a:lnTo>
                  <a:cubicBezTo>
                    <a:pt x="5756" y="4620"/>
                    <a:pt x="5641" y="4416"/>
                    <a:pt x="5463" y="4416"/>
                  </a:cubicBezTo>
                  <a:lnTo>
                    <a:pt x="4289" y="4416"/>
                  </a:lnTo>
                  <a:lnTo>
                    <a:pt x="6458" y="358"/>
                  </a:lnTo>
                  <a:cubicBezTo>
                    <a:pt x="6534" y="192"/>
                    <a:pt x="6420" y="1"/>
                    <a:pt x="624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36"/>
            <p:cNvSpPr/>
            <p:nvPr/>
          </p:nvSpPr>
          <p:spPr>
            <a:xfrm>
              <a:off x="1925725" y="1035100"/>
              <a:ext cx="174525" cy="355400"/>
            </a:xfrm>
            <a:custGeom>
              <a:avLst/>
              <a:gdLst/>
              <a:ahLst/>
              <a:cxnLst/>
              <a:rect l="l" t="t" r="r" b="b"/>
              <a:pathLst>
                <a:path w="6981" h="14216" extrusionOk="0">
                  <a:moveTo>
                    <a:pt x="6508" y="472"/>
                  </a:moveTo>
                  <a:lnTo>
                    <a:pt x="6508" y="485"/>
                  </a:lnTo>
                  <a:lnTo>
                    <a:pt x="4160" y="4900"/>
                  </a:lnTo>
                  <a:lnTo>
                    <a:pt x="5730" y="4900"/>
                  </a:lnTo>
                  <a:lnTo>
                    <a:pt x="536" y="13743"/>
                  </a:lnTo>
                  <a:lnTo>
                    <a:pt x="2999" y="7044"/>
                  </a:lnTo>
                  <a:lnTo>
                    <a:pt x="1174" y="7044"/>
                  </a:lnTo>
                  <a:lnTo>
                    <a:pt x="4096" y="472"/>
                  </a:lnTo>
                  <a:close/>
                  <a:moveTo>
                    <a:pt x="4096" y="0"/>
                  </a:moveTo>
                  <a:cubicBezTo>
                    <a:pt x="3918" y="0"/>
                    <a:pt x="3739" y="115"/>
                    <a:pt x="3662" y="281"/>
                  </a:cubicBezTo>
                  <a:lnTo>
                    <a:pt x="740" y="6840"/>
                  </a:lnTo>
                  <a:cubicBezTo>
                    <a:pt x="600" y="7159"/>
                    <a:pt x="829" y="7516"/>
                    <a:pt x="1174" y="7516"/>
                  </a:cubicBezTo>
                  <a:lnTo>
                    <a:pt x="2322" y="7516"/>
                  </a:lnTo>
                  <a:lnTo>
                    <a:pt x="89" y="13565"/>
                  </a:lnTo>
                  <a:cubicBezTo>
                    <a:pt x="0" y="13794"/>
                    <a:pt x="102" y="14062"/>
                    <a:pt x="332" y="14164"/>
                  </a:cubicBezTo>
                  <a:cubicBezTo>
                    <a:pt x="396" y="14190"/>
                    <a:pt x="459" y="14216"/>
                    <a:pt x="536" y="14216"/>
                  </a:cubicBezTo>
                  <a:cubicBezTo>
                    <a:pt x="702" y="14216"/>
                    <a:pt x="868" y="14113"/>
                    <a:pt x="944" y="13973"/>
                  </a:cubicBezTo>
                  <a:lnTo>
                    <a:pt x="6125" y="5143"/>
                  </a:lnTo>
                  <a:cubicBezTo>
                    <a:pt x="6317" y="4811"/>
                    <a:pt x="6087" y="4415"/>
                    <a:pt x="5717" y="4415"/>
                  </a:cubicBezTo>
                  <a:lnTo>
                    <a:pt x="4951" y="4415"/>
                  </a:lnTo>
                  <a:lnTo>
                    <a:pt x="6916" y="715"/>
                  </a:lnTo>
                  <a:cubicBezTo>
                    <a:pt x="6955" y="638"/>
                    <a:pt x="6980" y="562"/>
                    <a:pt x="6980" y="472"/>
                  </a:cubicBezTo>
                  <a:cubicBezTo>
                    <a:pt x="6980" y="217"/>
                    <a:pt x="6763" y="0"/>
                    <a:pt x="650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9" name="Google Shape;439;p36"/>
          <p:cNvGrpSpPr/>
          <p:nvPr/>
        </p:nvGrpSpPr>
        <p:grpSpPr>
          <a:xfrm>
            <a:off x="6641971" y="930781"/>
            <a:ext cx="418034" cy="269443"/>
            <a:chOff x="1087650" y="1031275"/>
            <a:chExt cx="298000" cy="192075"/>
          </a:xfrm>
        </p:grpSpPr>
        <p:sp>
          <p:nvSpPr>
            <p:cNvPr id="440" name="Google Shape;440;p36"/>
            <p:cNvSpPr/>
            <p:nvPr/>
          </p:nvSpPr>
          <p:spPr>
            <a:xfrm>
              <a:off x="1094350" y="1037650"/>
              <a:ext cx="284275" cy="179975"/>
            </a:xfrm>
            <a:custGeom>
              <a:avLst/>
              <a:gdLst/>
              <a:ahLst/>
              <a:cxnLst/>
              <a:rect l="l" t="t" r="r" b="b"/>
              <a:pathLst>
                <a:path w="11371" h="7199" extrusionOk="0">
                  <a:moveTo>
                    <a:pt x="5615" y="0"/>
                  </a:moveTo>
                  <a:cubicBezTo>
                    <a:pt x="4518" y="0"/>
                    <a:pt x="3574" y="664"/>
                    <a:pt x="2885" y="1902"/>
                  </a:cubicBezTo>
                  <a:cubicBezTo>
                    <a:pt x="2655" y="2297"/>
                    <a:pt x="2476" y="2603"/>
                    <a:pt x="2106" y="2795"/>
                  </a:cubicBezTo>
                  <a:cubicBezTo>
                    <a:pt x="1979" y="2871"/>
                    <a:pt x="1838" y="2935"/>
                    <a:pt x="1698" y="2999"/>
                  </a:cubicBezTo>
                  <a:cubicBezTo>
                    <a:pt x="1404" y="3114"/>
                    <a:pt x="1124" y="3267"/>
                    <a:pt x="868" y="3458"/>
                  </a:cubicBezTo>
                  <a:cubicBezTo>
                    <a:pt x="256" y="3918"/>
                    <a:pt x="1" y="4734"/>
                    <a:pt x="230" y="5475"/>
                  </a:cubicBezTo>
                  <a:cubicBezTo>
                    <a:pt x="447" y="6074"/>
                    <a:pt x="983" y="6495"/>
                    <a:pt x="1621" y="6559"/>
                  </a:cubicBezTo>
                  <a:lnTo>
                    <a:pt x="1749" y="6559"/>
                  </a:lnTo>
                  <a:cubicBezTo>
                    <a:pt x="2017" y="6546"/>
                    <a:pt x="2272" y="6508"/>
                    <a:pt x="2527" y="6432"/>
                  </a:cubicBezTo>
                  <a:cubicBezTo>
                    <a:pt x="2731" y="6381"/>
                    <a:pt x="2948" y="6342"/>
                    <a:pt x="3178" y="6330"/>
                  </a:cubicBezTo>
                  <a:cubicBezTo>
                    <a:pt x="3255" y="6330"/>
                    <a:pt x="3344" y="6342"/>
                    <a:pt x="3421" y="6355"/>
                  </a:cubicBezTo>
                  <a:cubicBezTo>
                    <a:pt x="3625" y="6432"/>
                    <a:pt x="3803" y="6521"/>
                    <a:pt x="3969" y="6649"/>
                  </a:cubicBezTo>
                  <a:cubicBezTo>
                    <a:pt x="4059" y="6712"/>
                    <a:pt x="4148" y="6763"/>
                    <a:pt x="4224" y="6814"/>
                  </a:cubicBezTo>
                  <a:cubicBezTo>
                    <a:pt x="4652" y="7059"/>
                    <a:pt x="5127" y="7198"/>
                    <a:pt x="5615" y="7198"/>
                  </a:cubicBezTo>
                  <a:cubicBezTo>
                    <a:pt x="5636" y="7198"/>
                    <a:pt x="5658" y="7198"/>
                    <a:pt x="5679" y="7197"/>
                  </a:cubicBezTo>
                  <a:cubicBezTo>
                    <a:pt x="5704" y="7198"/>
                    <a:pt x="5729" y="7198"/>
                    <a:pt x="5754" y="7198"/>
                  </a:cubicBezTo>
                  <a:cubicBezTo>
                    <a:pt x="6174" y="7198"/>
                    <a:pt x="6582" y="7097"/>
                    <a:pt x="6955" y="6917"/>
                  </a:cubicBezTo>
                  <a:cubicBezTo>
                    <a:pt x="7032" y="6878"/>
                    <a:pt x="7096" y="6840"/>
                    <a:pt x="7159" y="6802"/>
                  </a:cubicBezTo>
                  <a:cubicBezTo>
                    <a:pt x="7274" y="6738"/>
                    <a:pt x="7389" y="6674"/>
                    <a:pt x="7504" y="6636"/>
                  </a:cubicBezTo>
                  <a:cubicBezTo>
                    <a:pt x="7642" y="6583"/>
                    <a:pt x="7789" y="6556"/>
                    <a:pt x="7938" y="6556"/>
                  </a:cubicBezTo>
                  <a:cubicBezTo>
                    <a:pt x="7968" y="6556"/>
                    <a:pt x="7997" y="6557"/>
                    <a:pt x="8027" y="6559"/>
                  </a:cubicBezTo>
                  <a:cubicBezTo>
                    <a:pt x="8180" y="6559"/>
                    <a:pt x="8346" y="6572"/>
                    <a:pt x="8525" y="6585"/>
                  </a:cubicBezTo>
                  <a:cubicBezTo>
                    <a:pt x="8703" y="6598"/>
                    <a:pt x="8895" y="6623"/>
                    <a:pt x="9074" y="6623"/>
                  </a:cubicBezTo>
                  <a:cubicBezTo>
                    <a:pt x="9176" y="6623"/>
                    <a:pt x="9278" y="6610"/>
                    <a:pt x="9367" y="6598"/>
                  </a:cubicBezTo>
                  <a:cubicBezTo>
                    <a:pt x="10324" y="6495"/>
                    <a:pt x="11090" y="5755"/>
                    <a:pt x="11230" y="4798"/>
                  </a:cubicBezTo>
                  <a:cubicBezTo>
                    <a:pt x="11370" y="3841"/>
                    <a:pt x="10847" y="2910"/>
                    <a:pt x="9967" y="2527"/>
                  </a:cubicBezTo>
                  <a:cubicBezTo>
                    <a:pt x="9737" y="2438"/>
                    <a:pt x="9507" y="2361"/>
                    <a:pt x="9265" y="2323"/>
                  </a:cubicBezTo>
                  <a:cubicBezTo>
                    <a:pt x="8984" y="2272"/>
                    <a:pt x="8703" y="2170"/>
                    <a:pt x="8448" y="2029"/>
                  </a:cubicBezTo>
                  <a:cubicBezTo>
                    <a:pt x="8193" y="1825"/>
                    <a:pt x="7976" y="1583"/>
                    <a:pt x="7810" y="1289"/>
                  </a:cubicBezTo>
                  <a:cubicBezTo>
                    <a:pt x="7644" y="1021"/>
                    <a:pt x="7453" y="779"/>
                    <a:pt x="7223" y="562"/>
                  </a:cubicBezTo>
                  <a:cubicBezTo>
                    <a:pt x="6891" y="281"/>
                    <a:pt x="6483" y="102"/>
                    <a:pt x="6049" y="39"/>
                  </a:cubicBezTo>
                  <a:cubicBezTo>
                    <a:pt x="5909" y="13"/>
                    <a:pt x="5756" y="0"/>
                    <a:pt x="561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36"/>
            <p:cNvSpPr/>
            <p:nvPr/>
          </p:nvSpPr>
          <p:spPr>
            <a:xfrm>
              <a:off x="1087650" y="1031275"/>
              <a:ext cx="298000" cy="192075"/>
            </a:xfrm>
            <a:custGeom>
              <a:avLst/>
              <a:gdLst/>
              <a:ahLst/>
              <a:cxnLst/>
              <a:rect l="l" t="t" r="r" b="b"/>
              <a:pathLst>
                <a:path w="11920" h="7683" extrusionOk="0">
                  <a:moveTo>
                    <a:pt x="5883" y="485"/>
                  </a:moveTo>
                  <a:lnTo>
                    <a:pt x="5883" y="498"/>
                  </a:lnTo>
                  <a:cubicBezTo>
                    <a:pt x="5921" y="494"/>
                    <a:pt x="5958" y="493"/>
                    <a:pt x="5994" y="493"/>
                  </a:cubicBezTo>
                  <a:cubicBezTo>
                    <a:pt x="6093" y="493"/>
                    <a:pt x="6189" y="505"/>
                    <a:pt x="6292" y="523"/>
                  </a:cubicBezTo>
                  <a:cubicBezTo>
                    <a:pt x="6675" y="574"/>
                    <a:pt x="7045" y="740"/>
                    <a:pt x="7338" y="995"/>
                  </a:cubicBezTo>
                  <a:cubicBezTo>
                    <a:pt x="7823" y="1416"/>
                    <a:pt x="8040" y="2118"/>
                    <a:pt x="8576" y="2476"/>
                  </a:cubicBezTo>
                  <a:cubicBezTo>
                    <a:pt x="9035" y="2782"/>
                    <a:pt x="9635" y="2782"/>
                    <a:pt x="10133" y="2986"/>
                  </a:cubicBezTo>
                  <a:cubicBezTo>
                    <a:pt x="11919" y="3752"/>
                    <a:pt x="11536" y="6393"/>
                    <a:pt x="9609" y="6610"/>
                  </a:cubicBezTo>
                  <a:cubicBezTo>
                    <a:pt x="9520" y="6623"/>
                    <a:pt x="9431" y="6623"/>
                    <a:pt x="9342" y="6623"/>
                  </a:cubicBezTo>
                  <a:cubicBezTo>
                    <a:pt x="8984" y="6623"/>
                    <a:pt x="8627" y="6559"/>
                    <a:pt x="8282" y="6559"/>
                  </a:cubicBezTo>
                  <a:cubicBezTo>
                    <a:pt x="8078" y="6559"/>
                    <a:pt x="7887" y="6585"/>
                    <a:pt x="7695" y="6648"/>
                  </a:cubicBezTo>
                  <a:cubicBezTo>
                    <a:pt x="7491" y="6738"/>
                    <a:pt x="7300" y="6840"/>
                    <a:pt x="7108" y="6942"/>
                  </a:cubicBezTo>
                  <a:cubicBezTo>
                    <a:pt x="6740" y="7126"/>
                    <a:pt x="6342" y="7216"/>
                    <a:pt x="5943" y="7216"/>
                  </a:cubicBezTo>
                  <a:cubicBezTo>
                    <a:pt x="5486" y="7216"/>
                    <a:pt x="5029" y="7097"/>
                    <a:pt x="4620" y="6865"/>
                  </a:cubicBezTo>
                  <a:cubicBezTo>
                    <a:pt x="4327" y="6687"/>
                    <a:pt x="4071" y="6470"/>
                    <a:pt x="3752" y="6380"/>
                  </a:cubicBezTo>
                  <a:cubicBezTo>
                    <a:pt x="3650" y="6355"/>
                    <a:pt x="3548" y="6342"/>
                    <a:pt x="3446" y="6342"/>
                  </a:cubicBezTo>
                  <a:cubicBezTo>
                    <a:pt x="2974" y="6342"/>
                    <a:pt x="2502" y="6572"/>
                    <a:pt x="2017" y="6572"/>
                  </a:cubicBezTo>
                  <a:lnTo>
                    <a:pt x="1902" y="6572"/>
                  </a:lnTo>
                  <a:cubicBezTo>
                    <a:pt x="1366" y="6508"/>
                    <a:pt x="907" y="6151"/>
                    <a:pt x="728" y="5640"/>
                  </a:cubicBezTo>
                  <a:cubicBezTo>
                    <a:pt x="524" y="5002"/>
                    <a:pt x="741" y="4288"/>
                    <a:pt x="1290" y="3892"/>
                  </a:cubicBezTo>
                  <a:cubicBezTo>
                    <a:pt x="1660" y="3599"/>
                    <a:pt x="2093" y="3471"/>
                    <a:pt x="2489" y="3254"/>
                  </a:cubicBezTo>
                  <a:cubicBezTo>
                    <a:pt x="2897" y="3024"/>
                    <a:pt x="3127" y="2667"/>
                    <a:pt x="3357" y="2259"/>
                  </a:cubicBezTo>
                  <a:cubicBezTo>
                    <a:pt x="3918" y="1263"/>
                    <a:pt x="4748" y="485"/>
                    <a:pt x="5883" y="485"/>
                  </a:cubicBezTo>
                  <a:close/>
                  <a:moveTo>
                    <a:pt x="5896" y="0"/>
                  </a:moveTo>
                  <a:lnTo>
                    <a:pt x="5883" y="13"/>
                  </a:lnTo>
                  <a:cubicBezTo>
                    <a:pt x="4697" y="13"/>
                    <a:pt x="3676" y="702"/>
                    <a:pt x="2948" y="2029"/>
                  </a:cubicBezTo>
                  <a:cubicBezTo>
                    <a:pt x="2731" y="2399"/>
                    <a:pt x="2566" y="2667"/>
                    <a:pt x="2272" y="2833"/>
                  </a:cubicBezTo>
                  <a:cubicBezTo>
                    <a:pt x="2144" y="2897"/>
                    <a:pt x="2004" y="2960"/>
                    <a:pt x="1864" y="3024"/>
                  </a:cubicBezTo>
                  <a:cubicBezTo>
                    <a:pt x="1558" y="3139"/>
                    <a:pt x="1264" y="3305"/>
                    <a:pt x="996" y="3509"/>
                  </a:cubicBezTo>
                  <a:cubicBezTo>
                    <a:pt x="294" y="4032"/>
                    <a:pt x="1" y="4951"/>
                    <a:pt x="269" y="5793"/>
                  </a:cubicBezTo>
                  <a:cubicBezTo>
                    <a:pt x="524" y="6482"/>
                    <a:pt x="1136" y="6967"/>
                    <a:pt x="1864" y="7031"/>
                  </a:cubicBezTo>
                  <a:lnTo>
                    <a:pt x="2030" y="7031"/>
                  </a:lnTo>
                  <a:cubicBezTo>
                    <a:pt x="2310" y="7031"/>
                    <a:pt x="2591" y="6980"/>
                    <a:pt x="2859" y="6916"/>
                  </a:cubicBezTo>
                  <a:cubicBezTo>
                    <a:pt x="3051" y="6853"/>
                    <a:pt x="3255" y="6827"/>
                    <a:pt x="3446" y="6814"/>
                  </a:cubicBezTo>
                  <a:cubicBezTo>
                    <a:pt x="3510" y="6814"/>
                    <a:pt x="3574" y="6814"/>
                    <a:pt x="3637" y="6840"/>
                  </a:cubicBezTo>
                  <a:cubicBezTo>
                    <a:pt x="3816" y="6891"/>
                    <a:pt x="3969" y="6980"/>
                    <a:pt x="4122" y="7095"/>
                  </a:cubicBezTo>
                  <a:cubicBezTo>
                    <a:pt x="4199" y="7146"/>
                    <a:pt x="4288" y="7210"/>
                    <a:pt x="4378" y="7261"/>
                  </a:cubicBezTo>
                  <a:cubicBezTo>
                    <a:pt x="4863" y="7541"/>
                    <a:pt x="5407" y="7682"/>
                    <a:pt x="5953" y="7682"/>
                  </a:cubicBezTo>
                  <a:cubicBezTo>
                    <a:pt x="6425" y="7682"/>
                    <a:pt x="6900" y="7576"/>
                    <a:pt x="7338" y="7363"/>
                  </a:cubicBezTo>
                  <a:cubicBezTo>
                    <a:pt x="7415" y="7325"/>
                    <a:pt x="7478" y="7286"/>
                    <a:pt x="7542" y="7248"/>
                  </a:cubicBezTo>
                  <a:cubicBezTo>
                    <a:pt x="7644" y="7184"/>
                    <a:pt x="7759" y="7133"/>
                    <a:pt x="7861" y="7095"/>
                  </a:cubicBezTo>
                  <a:cubicBezTo>
                    <a:pt x="7978" y="7053"/>
                    <a:pt x="8103" y="7028"/>
                    <a:pt x="8222" y="7028"/>
                  </a:cubicBezTo>
                  <a:cubicBezTo>
                    <a:pt x="8247" y="7028"/>
                    <a:pt x="8271" y="7029"/>
                    <a:pt x="8295" y="7031"/>
                  </a:cubicBezTo>
                  <a:cubicBezTo>
                    <a:pt x="8448" y="7031"/>
                    <a:pt x="8614" y="7044"/>
                    <a:pt x="8780" y="7057"/>
                  </a:cubicBezTo>
                  <a:cubicBezTo>
                    <a:pt x="8946" y="7069"/>
                    <a:pt x="9150" y="7095"/>
                    <a:pt x="9354" y="7095"/>
                  </a:cubicBezTo>
                  <a:cubicBezTo>
                    <a:pt x="9456" y="7095"/>
                    <a:pt x="9571" y="7082"/>
                    <a:pt x="9673" y="7069"/>
                  </a:cubicBezTo>
                  <a:cubicBezTo>
                    <a:pt x="10745" y="6955"/>
                    <a:pt x="11587" y="6125"/>
                    <a:pt x="11741" y="5066"/>
                  </a:cubicBezTo>
                  <a:cubicBezTo>
                    <a:pt x="11906" y="3994"/>
                    <a:pt x="11319" y="2960"/>
                    <a:pt x="10337" y="2539"/>
                  </a:cubicBezTo>
                  <a:cubicBezTo>
                    <a:pt x="10094" y="2437"/>
                    <a:pt x="9852" y="2374"/>
                    <a:pt x="9597" y="2322"/>
                  </a:cubicBezTo>
                  <a:cubicBezTo>
                    <a:pt x="9342" y="2271"/>
                    <a:pt x="9086" y="2195"/>
                    <a:pt x="8857" y="2067"/>
                  </a:cubicBezTo>
                  <a:cubicBezTo>
                    <a:pt x="8627" y="1876"/>
                    <a:pt x="8436" y="1646"/>
                    <a:pt x="8295" y="1391"/>
                  </a:cubicBezTo>
                  <a:cubicBezTo>
                    <a:pt x="8116" y="1110"/>
                    <a:pt x="7912" y="842"/>
                    <a:pt x="7670" y="613"/>
                  </a:cubicBezTo>
                  <a:cubicBezTo>
                    <a:pt x="7300" y="306"/>
                    <a:pt x="6853" y="102"/>
                    <a:pt x="6368" y="38"/>
                  </a:cubicBezTo>
                  <a:cubicBezTo>
                    <a:pt x="6215" y="13"/>
                    <a:pt x="6049" y="0"/>
                    <a:pt x="58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42" name="Google Shape;442;p36"/>
          <p:cNvSpPr/>
          <p:nvPr/>
        </p:nvSpPr>
        <p:spPr>
          <a:xfrm>
            <a:off x="7549655" y="1331828"/>
            <a:ext cx="529124" cy="355525"/>
          </a:xfrm>
          <a:custGeom>
            <a:avLst/>
            <a:gdLst/>
            <a:ahLst/>
            <a:cxnLst/>
            <a:rect l="l" t="t" r="r" b="b"/>
            <a:pathLst>
              <a:path w="15441" h="10375" extrusionOk="0">
                <a:moveTo>
                  <a:pt x="8416" y="485"/>
                </a:moveTo>
                <a:lnTo>
                  <a:pt x="8416" y="485"/>
                </a:lnTo>
                <a:cubicBezTo>
                  <a:pt x="9128" y="487"/>
                  <a:pt x="9827" y="844"/>
                  <a:pt x="10145" y="1468"/>
                </a:cubicBezTo>
                <a:cubicBezTo>
                  <a:pt x="10209" y="1608"/>
                  <a:pt x="10272" y="1735"/>
                  <a:pt x="10349" y="1863"/>
                </a:cubicBezTo>
                <a:cubicBezTo>
                  <a:pt x="10732" y="2399"/>
                  <a:pt x="11561" y="2259"/>
                  <a:pt x="12161" y="2501"/>
                </a:cubicBezTo>
                <a:cubicBezTo>
                  <a:pt x="12773" y="2756"/>
                  <a:pt x="13118" y="3407"/>
                  <a:pt x="13246" y="4058"/>
                </a:cubicBezTo>
                <a:cubicBezTo>
                  <a:pt x="13271" y="4326"/>
                  <a:pt x="13322" y="4581"/>
                  <a:pt x="13386" y="4849"/>
                </a:cubicBezTo>
                <a:cubicBezTo>
                  <a:pt x="13654" y="5717"/>
                  <a:pt x="14586" y="6304"/>
                  <a:pt x="14739" y="7197"/>
                </a:cubicBezTo>
                <a:cubicBezTo>
                  <a:pt x="14892" y="8001"/>
                  <a:pt x="14611" y="8843"/>
                  <a:pt x="13731" y="9277"/>
                </a:cubicBezTo>
                <a:cubicBezTo>
                  <a:pt x="13003" y="9647"/>
                  <a:pt x="12072" y="9736"/>
                  <a:pt x="11255" y="9787"/>
                </a:cubicBezTo>
                <a:cubicBezTo>
                  <a:pt x="10285" y="9864"/>
                  <a:pt x="9443" y="9877"/>
                  <a:pt x="8460" y="9877"/>
                </a:cubicBezTo>
                <a:lnTo>
                  <a:pt x="8422" y="9877"/>
                </a:lnTo>
                <a:cubicBezTo>
                  <a:pt x="8097" y="9881"/>
                  <a:pt x="7773" y="9882"/>
                  <a:pt x="7449" y="9882"/>
                </a:cubicBezTo>
                <a:cubicBezTo>
                  <a:pt x="6668" y="9882"/>
                  <a:pt x="5889" y="9873"/>
                  <a:pt x="5104" y="9864"/>
                </a:cubicBezTo>
                <a:cubicBezTo>
                  <a:pt x="4959" y="9868"/>
                  <a:pt x="4814" y="9870"/>
                  <a:pt x="4669" y="9870"/>
                </a:cubicBezTo>
                <a:cubicBezTo>
                  <a:pt x="3822" y="9870"/>
                  <a:pt x="2983" y="9807"/>
                  <a:pt x="2144" y="9698"/>
                </a:cubicBezTo>
                <a:cubicBezTo>
                  <a:pt x="1761" y="9660"/>
                  <a:pt x="1404" y="9545"/>
                  <a:pt x="1072" y="9366"/>
                </a:cubicBezTo>
                <a:cubicBezTo>
                  <a:pt x="740" y="9175"/>
                  <a:pt x="523" y="8843"/>
                  <a:pt x="498" y="8460"/>
                </a:cubicBezTo>
                <a:cubicBezTo>
                  <a:pt x="498" y="8001"/>
                  <a:pt x="932" y="7618"/>
                  <a:pt x="1289" y="7337"/>
                </a:cubicBezTo>
                <a:cubicBezTo>
                  <a:pt x="1557" y="7133"/>
                  <a:pt x="1850" y="6929"/>
                  <a:pt x="2042" y="6636"/>
                </a:cubicBezTo>
                <a:cubicBezTo>
                  <a:pt x="2374" y="6151"/>
                  <a:pt x="2348" y="5474"/>
                  <a:pt x="2731" y="5015"/>
                </a:cubicBezTo>
                <a:cubicBezTo>
                  <a:pt x="3165" y="4492"/>
                  <a:pt x="3943" y="4454"/>
                  <a:pt x="4568" y="4186"/>
                </a:cubicBezTo>
                <a:cubicBezTo>
                  <a:pt x="4964" y="3994"/>
                  <a:pt x="5296" y="3713"/>
                  <a:pt x="5538" y="3343"/>
                </a:cubicBezTo>
                <a:cubicBezTo>
                  <a:pt x="5806" y="2935"/>
                  <a:pt x="5947" y="2463"/>
                  <a:pt x="6163" y="2029"/>
                </a:cubicBezTo>
                <a:cubicBezTo>
                  <a:pt x="6546" y="1289"/>
                  <a:pt x="7223" y="676"/>
                  <a:pt x="8039" y="523"/>
                </a:cubicBezTo>
                <a:cubicBezTo>
                  <a:pt x="8165" y="498"/>
                  <a:pt x="8290" y="485"/>
                  <a:pt x="8416" y="485"/>
                </a:cubicBezTo>
                <a:close/>
                <a:moveTo>
                  <a:pt x="8409" y="0"/>
                </a:moveTo>
                <a:lnTo>
                  <a:pt x="8422" y="13"/>
                </a:lnTo>
                <a:cubicBezTo>
                  <a:pt x="8392" y="10"/>
                  <a:pt x="8362" y="9"/>
                  <a:pt x="8332" y="9"/>
                </a:cubicBezTo>
                <a:cubicBezTo>
                  <a:pt x="8200" y="9"/>
                  <a:pt x="8073" y="30"/>
                  <a:pt x="7937" y="51"/>
                </a:cubicBezTo>
                <a:cubicBezTo>
                  <a:pt x="7031" y="230"/>
                  <a:pt x="6202" y="881"/>
                  <a:pt x="5730" y="1812"/>
                </a:cubicBezTo>
                <a:cubicBezTo>
                  <a:pt x="5628" y="1991"/>
                  <a:pt x="5551" y="2195"/>
                  <a:pt x="5474" y="2374"/>
                </a:cubicBezTo>
                <a:cubicBezTo>
                  <a:pt x="5385" y="2616"/>
                  <a:pt x="5270" y="2858"/>
                  <a:pt x="5130" y="3088"/>
                </a:cubicBezTo>
                <a:cubicBezTo>
                  <a:pt x="4938" y="3369"/>
                  <a:pt x="4670" y="3599"/>
                  <a:pt x="4351" y="3739"/>
                </a:cubicBezTo>
                <a:cubicBezTo>
                  <a:pt x="4160" y="3828"/>
                  <a:pt x="3969" y="3892"/>
                  <a:pt x="3764" y="3943"/>
                </a:cubicBezTo>
                <a:cubicBezTo>
                  <a:pt x="3292" y="4083"/>
                  <a:pt x="2744" y="4249"/>
                  <a:pt x="2361" y="4709"/>
                </a:cubicBezTo>
                <a:cubicBezTo>
                  <a:pt x="2131" y="5015"/>
                  <a:pt x="1965" y="5372"/>
                  <a:pt x="1876" y="5742"/>
                </a:cubicBezTo>
                <a:cubicBezTo>
                  <a:pt x="1825" y="5959"/>
                  <a:pt x="1748" y="6176"/>
                  <a:pt x="1633" y="6380"/>
                </a:cubicBezTo>
                <a:cubicBezTo>
                  <a:pt x="1493" y="6559"/>
                  <a:pt x="1314" y="6725"/>
                  <a:pt x="1123" y="6853"/>
                </a:cubicBezTo>
                <a:cubicBezTo>
                  <a:pt x="1072" y="6891"/>
                  <a:pt x="1021" y="6929"/>
                  <a:pt x="970" y="6980"/>
                </a:cubicBezTo>
                <a:cubicBezTo>
                  <a:pt x="651" y="7223"/>
                  <a:pt x="0" y="7746"/>
                  <a:pt x="13" y="8473"/>
                </a:cubicBezTo>
                <a:cubicBezTo>
                  <a:pt x="38" y="9022"/>
                  <a:pt x="345" y="9507"/>
                  <a:pt x="817" y="9787"/>
                </a:cubicBezTo>
                <a:cubicBezTo>
                  <a:pt x="1200" y="10004"/>
                  <a:pt x="1621" y="10145"/>
                  <a:pt x="2055" y="10183"/>
                </a:cubicBezTo>
                <a:cubicBezTo>
                  <a:pt x="2964" y="10310"/>
                  <a:pt x="3883" y="10364"/>
                  <a:pt x="4804" y="10364"/>
                </a:cubicBezTo>
                <a:cubicBezTo>
                  <a:pt x="4904" y="10364"/>
                  <a:pt x="5004" y="10363"/>
                  <a:pt x="5104" y="10362"/>
                </a:cubicBezTo>
                <a:cubicBezTo>
                  <a:pt x="6202" y="10374"/>
                  <a:pt x="7325" y="10374"/>
                  <a:pt x="8422" y="10374"/>
                </a:cubicBezTo>
                <a:lnTo>
                  <a:pt x="8460" y="10374"/>
                </a:lnTo>
                <a:cubicBezTo>
                  <a:pt x="9417" y="10374"/>
                  <a:pt x="10272" y="10362"/>
                  <a:pt x="11293" y="10285"/>
                </a:cubicBezTo>
                <a:cubicBezTo>
                  <a:pt x="12059" y="10234"/>
                  <a:pt x="13105" y="10145"/>
                  <a:pt x="13947" y="9724"/>
                </a:cubicBezTo>
                <a:cubicBezTo>
                  <a:pt x="14917" y="9252"/>
                  <a:pt x="15440" y="8167"/>
                  <a:pt x="15224" y="7120"/>
                </a:cubicBezTo>
                <a:cubicBezTo>
                  <a:pt x="15109" y="6521"/>
                  <a:pt x="14739" y="6049"/>
                  <a:pt x="14420" y="5653"/>
                </a:cubicBezTo>
                <a:cubicBezTo>
                  <a:pt x="14177" y="5372"/>
                  <a:pt x="13973" y="5053"/>
                  <a:pt x="13833" y="4709"/>
                </a:cubicBezTo>
                <a:cubicBezTo>
                  <a:pt x="13794" y="4568"/>
                  <a:pt x="13769" y="4415"/>
                  <a:pt x="13756" y="4262"/>
                </a:cubicBezTo>
                <a:cubicBezTo>
                  <a:pt x="13743" y="4160"/>
                  <a:pt x="13731" y="4071"/>
                  <a:pt x="13705" y="3969"/>
                </a:cubicBezTo>
                <a:cubicBezTo>
                  <a:pt x="13552" y="3063"/>
                  <a:pt x="13041" y="2348"/>
                  <a:pt x="12352" y="2067"/>
                </a:cubicBezTo>
                <a:cubicBezTo>
                  <a:pt x="12084" y="1965"/>
                  <a:pt x="11804" y="1901"/>
                  <a:pt x="11523" y="1863"/>
                </a:cubicBezTo>
                <a:cubicBezTo>
                  <a:pt x="11115" y="1799"/>
                  <a:pt x="10859" y="1748"/>
                  <a:pt x="10745" y="1595"/>
                </a:cubicBezTo>
                <a:cubicBezTo>
                  <a:pt x="10706" y="1531"/>
                  <a:pt x="10668" y="1468"/>
                  <a:pt x="10642" y="1404"/>
                </a:cubicBezTo>
                <a:cubicBezTo>
                  <a:pt x="10617" y="1353"/>
                  <a:pt x="10591" y="1302"/>
                  <a:pt x="10566" y="1251"/>
                </a:cubicBezTo>
                <a:cubicBezTo>
                  <a:pt x="10183" y="485"/>
                  <a:pt x="9341" y="0"/>
                  <a:pt x="840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43" name="Google Shape;443;p36"/>
          <p:cNvGrpSpPr/>
          <p:nvPr/>
        </p:nvGrpSpPr>
        <p:grpSpPr>
          <a:xfrm>
            <a:off x="7939317" y="1919970"/>
            <a:ext cx="408469" cy="263277"/>
            <a:chOff x="1087650" y="1031275"/>
            <a:chExt cx="298000" cy="192075"/>
          </a:xfrm>
        </p:grpSpPr>
        <p:sp>
          <p:nvSpPr>
            <p:cNvPr id="444" name="Google Shape;444;p36"/>
            <p:cNvSpPr/>
            <p:nvPr/>
          </p:nvSpPr>
          <p:spPr>
            <a:xfrm>
              <a:off x="1094350" y="1037650"/>
              <a:ext cx="284275" cy="179975"/>
            </a:xfrm>
            <a:custGeom>
              <a:avLst/>
              <a:gdLst/>
              <a:ahLst/>
              <a:cxnLst/>
              <a:rect l="l" t="t" r="r" b="b"/>
              <a:pathLst>
                <a:path w="11371" h="7199" extrusionOk="0">
                  <a:moveTo>
                    <a:pt x="5615" y="0"/>
                  </a:moveTo>
                  <a:cubicBezTo>
                    <a:pt x="4518" y="0"/>
                    <a:pt x="3574" y="664"/>
                    <a:pt x="2885" y="1902"/>
                  </a:cubicBezTo>
                  <a:cubicBezTo>
                    <a:pt x="2655" y="2297"/>
                    <a:pt x="2476" y="2603"/>
                    <a:pt x="2106" y="2795"/>
                  </a:cubicBezTo>
                  <a:cubicBezTo>
                    <a:pt x="1979" y="2871"/>
                    <a:pt x="1838" y="2935"/>
                    <a:pt x="1698" y="2999"/>
                  </a:cubicBezTo>
                  <a:cubicBezTo>
                    <a:pt x="1404" y="3114"/>
                    <a:pt x="1124" y="3267"/>
                    <a:pt x="868" y="3458"/>
                  </a:cubicBezTo>
                  <a:cubicBezTo>
                    <a:pt x="256" y="3918"/>
                    <a:pt x="1" y="4734"/>
                    <a:pt x="230" y="5475"/>
                  </a:cubicBezTo>
                  <a:cubicBezTo>
                    <a:pt x="447" y="6074"/>
                    <a:pt x="983" y="6495"/>
                    <a:pt x="1621" y="6559"/>
                  </a:cubicBezTo>
                  <a:lnTo>
                    <a:pt x="1749" y="6559"/>
                  </a:lnTo>
                  <a:cubicBezTo>
                    <a:pt x="2017" y="6546"/>
                    <a:pt x="2272" y="6508"/>
                    <a:pt x="2527" y="6432"/>
                  </a:cubicBezTo>
                  <a:cubicBezTo>
                    <a:pt x="2731" y="6381"/>
                    <a:pt x="2948" y="6342"/>
                    <a:pt x="3178" y="6330"/>
                  </a:cubicBezTo>
                  <a:cubicBezTo>
                    <a:pt x="3255" y="6330"/>
                    <a:pt x="3344" y="6342"/>
                    <a:pt x="3421" y="6355"/>
                  </a:cubicBezTo>
                  <a:cubicBezTo>
                    <a:pt x="3625" y="6432"/>
                    <a:pt x="3803" y="6521"/>
                    <a:pt x="3969" y="6649"/>
                  </a:cubicBezTo>
                  <a:cubicBezTo>
                    <a:pt x="4059" y="6712"/>
                    <a:pt x="4148" y="6763"/>
                    <a:pt x="4224" y="6814"/>
                  </a:cubicBezTo>
                  <a:cubicBezTo>
                    <a:pt x="4652" y="7059"/>
                    <a:pt x="5127" y="7198"/>
                    <a:pt x="5615" y="7198"/>
                  </a:cubicBezTo>
                  <a:cubicBezTo>
                    <a:pt x="5636" y="7198"/>
                    <a:pt x="5658" y="7198"/>
                    <a:pt x="5679" y="7197"/>
                  </a:cubicBezTo>
                  <a:cubicBezTo>
                    <a:pt x="5704" y="7198"/>
                    <a:pt x="5729" y="7198"/>
                    <a:pt x="5754" y="7198"/>
                  </a:cubicBezTo>
                  <a:cubicBezTo>
                    <a:pt x="6174" y="7198"/>
                    <a:pt x="6582" y="7097"/>
                    <a:pt x="6955" y="6917"/>
                  </a:cubicBezTo>
                  <a:cubicBezTo>
                    <a:pt x="7032" y="6878"/>
                    <a:pt x="7096" y="6840"/>
                    <a:pt x="7159" y="6802"/>
                  </a:cubicBezTo>
                  <a:cubicBezTo>
                    <a:pt x="7274" y="6738"/>
                    <a:pt x="7389" y="6674"/>
                    <a:pt x="7504" y="6636"/>
                  </a:cubicBezTo>
                  <a:cubicBezTo>
                    <a:pt x="7642" y="6583"/>
                    <a:pt x="7789" y="6556"/>
                    <a:pt x="7938" y="6556"/>
                  </a:cubicBezTo>
                  <a:cubicBezTo>
                    <a:pt x="7968" y="6556"/>
                    <a:pt x="7997" y="6557"/>
                    <a:pt x="8027" y="6559"/>
                  </a:cubicBezTo>
                  <a:cubicBezTo>
                    <a:pt x="8180" y="6559"/>
                    <a:pt x="8346" y="6572"/>
                    <a:pt x="8525" y="6585"/>
                  </a:cubicBezTo>
                  <a:cubicBezTo>
                    <a:pt x="8703" y="6598"/>
                    <a:pt x="8895" y="6623"/>
                    <a:pt x="9074" y="6623"/>
                  </a:cubicBezTo>
                  <a:cubicBezTo>
                    <a:pt x="9176" y="6623"/>
                    <a:pt x="9278" y="6610"/>
                    <a:pt x="9367" y="6598"/>
                  </a:cubicBezTo>
                  <a:cubicBezTo>
                    <a:pt x="10324" y="6495"/>
                    <a:pt x="11090" y="5755"/>
                    <a:pt x="11230" y="4798"/>
                  </a:cubicBezTo>
                  <a:cubicBezTo>
                    <a:pt x="11370" y="3841"/>
                    <a:pt x="10847" y="2910"/>
                    <a:pt x="9967" y="2527"/>
                  </a:cubicBezTo>
                  <a:cubicBezTo>
                    <a:pt x="9737" y="2438"/>
                    <a:pt x="9507" y="2361"/>
                    <a:pt x="9265" y="2323"/>
                  </a:cubicBezTo>
                  <a:cubicBezTo>
                    <a:pt x="8984" y="2272"/>
                    <a:pt x="8703" y="2170"/>
                    <a:pt x="8448" y="2029"/>
                  </a:cubicBezTo>
                  <a:cubicBezTo>
                    <a:pt x="8193" y="1825"/>
                    <a:pt x="7976" y="1583"/>
                    <a:pt x="7810" y="1289"/>
                  </a:cubicBezTo>
                  <a:cubicBezTo>
                    <a:pt x="7644" y="1021"/>
                    <a:pt x="7453" y="779"/>
                    <a:pt x="7223" y="562"/>
                  </a:cubicBezTo>
                  <a:cubicBezTo>
                    <a:pt x="6891" y="281"/>
                    <a:pt x="6483" y="102"/>
                    <a:pt x="6049" y="39"/>
                  </a:cubicBezTo>
                  <a:cubicBezTo>
                    <a:pt x="5909" y="13"/>
                    <a:pt x="5756" y="0"/>
                    <a:pt x="561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36"/>
            <p:cNvSpPr/>
            <p:nvPr/>
          </p:nvSpPr>
          <p:spPr>
            <a:xfrm>
              <a:off x="1087650" y="1031275"/>
              <a:ext cx="298000" cy="192075"/>
            </a:xfrm>
            <a:custGeom>
              <a:avLst/>
              <a:gdLst/>
              <a:ahLst/>
              <a:cxnLst/>
              <a:rect l="l" t="t" r="r" b="b"/>
              <a:pathLst>
                <a:path w="11920" h="7683" extrusionOk="0">
                  <a:moveTo>
                    <a:pt x="5883" y="485"/>
                  </a:moveTo>
                  <a:lnTo>
                    <a:pt x="5883" y="498"/>
                  </a:lnTo>
                  <a:cubicBezTo>
                    <a:pt x="5921" y="494"/>
                    <a:pt x="5958" y="493"/>
                    <a:pt x="5994" y="493"/>
                  </a:cubicBezTo>
                  <a:cubicBezTo>
                    <a:pt x="6093" y="493"/>
                    <a:pt x="6189" y="505"/>
                    <a:pt x="6292" y="523"/>
                  </a:cubicBezTo>
                  <a:cubicBezTo>
                    <a:pt x="6675" y="574"/>
                    <a:pt x="7045" y="740"/>
                    <a:pt x="7338" y="995"/>
                  </a:cubicBezTo>
                  <a:cubicBezTo>
                    <a:pt x="7823" y="1416"/>
                    <a:pt x="8040" y="2118"/>
                    <a:pt x="8576" y="2476"/>
                  </a:cubicBezTo>
                  <a:cubicBezTo>
                    <a:pt x="9035" y="2782"/>
                    <a:pt x="9635" y="2782"/>
                    <a:pt x="10133" y="2986"/>
                  </a:cubicBezTo>
                  <a:cubicBezTo>
                    <a:pt x="11919" y="3752"/>
                    <a:pt x="11536" y="6393"/>
                    <a:pt x="9609" y="6610"/>
                  </a:cubicBezTo>
                  <a:cubicBezTo>
                    <a:pt x="9520" y="6623"/>
                    <a:pt x="9431" y="6623"/>
                    <a:pt x="9342" y="6623"/>
                  </a:cubicBezTo>
                  <a:cubicBezTo>
                    <a:pt x="8984" y="6623"/>
                    <a:pt x="8627" y="6559"/>
                    <a:pt x="8282" y="6559"/>
                  </a:cubicBezTo>
                  <a:cubicBezTo>
                    <a:pt x="8078" y="6559"/>
                    <a:pt x="7887" y="6585"/>
                    <a:pt x="7695" y="6648"/>
                  </a:cubicBezTo>
                  <a:cubicBezTo>
                    <a:pt x="7491" y="6738"/>
                    <a:pt x="7300" y="6840"/>
                    <a:pt x="7108" y="6942"/>
                  </a:cubicBezTo>
                  <a:cubicBezTo>
                    <a:pt x="6740" y="7126"/>
                    <a:pt x="6342" y="7216"/>
                    <a:pt x="5943" y="7216"/>
                  </a:cubicBezTo>
                  <a:cubicBezTo>
                    <a:pt x="5486" y="7216"/>
                    <a:pt x="5029" y="7097"/>
                    <a:pt x="4620" y="6865"/>
                  </a:cubicBezTo>
                  <a:cubicBezTo>
                    <a:pt x="4327" y="6687"/>
                    <a:pt x="4071" y="6470"/>
                    <a:pt x="3752" y="6380"/>
                  </a:cubicBezTo>
                  <a:cubicBezTo>
                    <a:pt x="3650" y="6355"/>
                    <a:pt x="3548" y="6342"/>
                    <a:pt x="3446" y="6342"/>
                  </a:cubicBezTo>
                  <a:cubicBezTo>
                    <a:pt x="2974" y="6342"/>
                    <a:pt x="2502" y="6572"/>
                    <a:pt x="2017" y="6572"/>
                  </a:cubicBezTo>
                  <a:lnTo>
                    <a:pt x="1902" y="6572"/>
                  </a:lnTo>
                  <a:cubicBezTo>
                    <a:pt x="1366" y="6508"/>
                    <a:pt x="907" y="6151"/>
                    <a:pt x="728" y="5640"/>
                  </a:cubicBezTo>
                  <a:cubicBezTo>
                    <a:pt x="524" y="5002"/>
                    <a:pt x="741" y="4288"/>
                    <a:pt x="1290" y="3892"/>
                  </a:cubicBezTo>
                  <a:cubicBezTo>
                    <a:pt x="1660" y="3599"/>
                    <a:pt x="2093" y="3471"/>
                    <a:pt x="2489" y="3254"/>
                  </a:cubicBezTo>
                  <a:cubicBezTo>
                    <a:pt x="2897" y="3024"/>
                    <a:pt x="3127" y="2667"/>
                    <a:pt x="3357" y="2259"/>
                  </a:cubicBezTo>
                  <a:cubicBezTo>
                    <a:pt x="3918" y="1263"/>
                    <a:pt x="4748" y="485"/>
                    <a:pt x="5883" y="485"/>
                  </a:cubicBezTo>
                  <a:close/>
                  <a:moveTo>
                    <a:pt x="5896" y="0"/>
                  </a:moveTo>
                  <a:lnTo>
                    <a:pt x="5883" y="13"/>
                  </a:lnTo>
                  <a:cubicBezTo>
                    <a:pt x="4697" y="13"/>
                    <a:pt x="3676" y="702"/>
                    <a:pt x="2948" y="2029"/>
                  </a:cubicBezTo>
                  <a:cubicBezTo>
                    <a:pt x="2731" y="2399"/>
                    <a:pt x="2566" y="2667"/>
                    <a:pt x="2272" y="2833"/>
                  </a:cubicBezTo>
                  <a:cubicBezTo>
                    <a:pt x="2144" y="2897"/>
                    <a:pt x="2004" y="2960"/>
                    <a:pt x="1864" y="3024"/>
                  </a:cubicBezTo>
                  <a:cubicBezTo>
                    <a:pt x="1558" y="3139"/>
                    <a:pt x="1264" y="3305"/>
                    <a:pt x="996" y="3509"/>
                  </a:cubicBezTo>
                  <a:cubicBezTo>
                    <a:pt x="294" y="4032"/>
                    <a:pt x="1" y="4951"/>
                    <a:pt x="269" y="5793"/>
                  </a:cubicBezTo>
                  <a:cubicBezTo>
                    <a:pt x="524" y="6482"/>
                    <a:pt x="1136" y="6967"/>
                    <a:pt x="1864" y="7031"/>
                  </a:cubicBezTo>
                  <a:lnTo>
                    <a:pt x="2030" y="7031"/>
                  </a:lnTo>
                  <a:cubicBezTo>
                    <a:pt x="2310" y="7031"/>
                    <a:pt x="2591" y="6980"/>
                    <a:pt x="2859" y="6916"/>
                  </a:cubicBezTo>
                  <a:cubicBezTo>
                    <a:pt x="3051" y="6853"/>
                    <a:pt x="3255" y="6827"/>
                    <a:pt x="3446" y="6814"/>
                  </a:cubicBezTo>
                  <a:cubicBezTo>
                    <a:pt x="3510" y="6814"/>
                    <a:pt x="3574" y="6814"/>
                    <a:pt x="3637" y="6840"/>
                  </a:cubicBezTo>
                  <a:cubicBezTo>
                    <a:pt x="3816" y="6891"/>
                    <a:pt x="3969" y="6980"/>
                    <a:pt x="4122" y="7095"/>
                  </a:cubicBezTo>
                  <a:cubicBezTo>
                    <a:pt x="4199" y="7146"/>
                    <a:pt x="4288" y="7210"/>
                    <a:pt x="4378" y="7261"/>
                  </a:cubicBezTo>
                  <a:cubicBezTo>
                    <a:pt x="4863" y="7541"/>
                    <a:pt x="5407" y="7682"/>
                    <a:pt x="5953" y="7682"/>
                  </a:cubicBezTo>
                  <a:cubicBezTo>
                    <a:pt x="6425" y="7682"/>
                    <a:pt x="6900" y="7576"/>
                    <a:pt x="7338" y="7363"/>
                  </a:cubicBezTo>
                  <a:cubicBezTo>
                    <a:pt x="7415" y="7325"/>
                    <a:pt x="7478" y="7286"/>
                    <a:pt x="7542" y="7248"/>
                  </a:cubicBezTo>
                  <a:cubicBezTo>
                    <a:pt x="7644" y="7184"/>
                    <a:pt x="7759" y="7133"/>
                    <a:pt x="7861" y="7095"/>
                  </a:cubicBezTo>
                  <a:cubicBezTo>
                    <a:pt x="7978" y="7053"/>
                    <a:pt x="8103" y="7028"/>
                    <a:pt x="8222" y="7028"/>
                  </a:cubicBezTo>
                  <a:cubicBezTo>
                    <a:pt x="8247" y="7028"/>
                    <a:pt x="8271" y="7029"/>
                    <a:pt x="8295" y="7031"/>
                  </a:cubicBezTo>
                  <a:cubicBezTo>
                    <a:pt x="8448" y="7031"/>
                    <a:pt x="8614" y="7044"/>
                    <a:pt x="8780" y="7057"/>
                  </a:cubicBezTo>
                  <a:cubicBezTo>
                    <a:pt x="8946" y="7069"/>
                    <a:pt x="9150" y="7095"/>
                    <a:pt x="9354" y="7095"/>
                  </a:cubicBezTo>
                  <a:cubicBezTo>
                    <a:pt x="9456" y="7095"/>
                    <a:pt x="9571" y="7082"/>
                    <a:pt x="9673" y="7069"/>
                  </a:cubicBezTo>
                  <a:cubicBezTo>
                    <a:pt x="10745" y="6955"/>
                    <a:pt x="11587" y="6125"/>
                    <a:pt x="11741" y="5066"/>
                  </a:cubicBezTo>
                  <a:cubicBezTo>
                    <a:pt x="11906" y="3994"/>
                    <a:pt x="11319" y="2960"/>
                    <a:pt x="10337" y="2539"/>
                  </a:cubicBezTo>
                  <a:cubicBezTo>
                    <a:pt x="10094" y="2437"/>
                    <a:pt x="9852" y="2374"/>
                    <a:pt x="9597" y="2322"/>
                  </a:cubicBezTo>
                  <a:cubicBezTo>
                    <a:pt x="9342" y="2271"/>
                    <a:pt x="9086" y="2195"/>
                    <a:pt x="8857" y="2067"/>
                  </a:cubicBezTo>
                  <a:cubicBezTo>
                    <a:pt x="8627" y="1876"/>
                    <a:pt x="8436" y="1646"/>
                    <a:pt x="8295" y="1391"/>
                  </a:cubicBezTo>
                  <a:cubicBezTo>
                    <a:pt x="8116" y="1110"/>
                    <a:pt x="7912" y="842"/>
                    <a:pt x="7670" y="613"/>
                  </a:cubicBezTo>
                  <a:cubicBezTo>
                    <a:pt x="7300" y="306"/>
                    <a:pt x="6853" y="102"/>
                    <a:pt x="6368" y="38"/>
                  </a:cubicBezTo>
                  <a:cubicBezTo>
                    <a:pt x="6215" y="13"/>
                    <a:pt x="6049" y="0"/>
                    <a:pt x="58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6" name="Google Shape;446;p36"/>
          <p:cNvGrpSpPr/>
          <p:nvPr/>
        </p:nvGrpSpPr>
        <p:grpSpPr>
          <a:xfrm>
            <a:off x="5718257" y="1331828"/>
            <a:ext cx="529124" cy="355525"/>
            <a:chOff x="2493575" y="1248525"/>
            <a:chExt cx="386025" cy="259375"/>
          </a:xfrm>
        </p:grpSpPr>
        <p:sp>
          <p:nvSpPr>
            <p:cNvPr id="447" name="Google Shape;447;p36"/>
            <p:cNvSpPr/>
            <p:nvPr/>
          </p:nvSpPr>
          <p:spPr>
            <a:xfrm>
              <a:off x="2499950" y="1254550"/>
              <a:ext cx="372625" cy="246975"/>
            </a:xfrm>
            <a:custGeom>
              <a:avLst/>
              <a:gdLst/>
              <a:ahLst/>
              <a:cxnLst/>
              <a:rect l="l" t="t" r="r" b="b"/>
              <a:pathLst>
                <a:path w="14905" h="9879" extrusionOk="0">
                  <a:moveTo>
                    <a:pt x="8222" y="0"/>
                  </a:moveTo>
                  <a:cubicBezTo>
                    <a:pt x="8199" y="0"/>
                    <a:pt x="8177" y="1"/>
                    <a:pt x="8154" y="1"/>
                  </a:cubicBezTo>
                  <a:cubicBezTo>
                    <a:pt x="8014" y="1"/>
                    <a:pt x="7874" y="14"/>
                    <a:pt x="7733" y="40"/>
                  </a:cubicBezTo>
                  <a:cubicBezTo>
                    <a:pt x="6891" y="206"/>
                    <a:pt x="6125" y="805"/>
                    <a:pt x="5692" y="1673"/>
                  </a:cubicBezTo>
                  <a:cubicBezTo>
                    <a:pt x="5602" y="1852"/>
                    <a:pt x="5513" y="2043"/>
                    <a:pt x="5436" y="2222"/>
                  </a:cubicBezTo>
                  <a:cubicBezTo>
                    <a:pt x="5347" y="2477"/>
                    <a:pt x="5219" y="2732"/>
                    <a:pt x="5079" y="2962"/>
                  </a:cubicBezTo>
                  <a:cubicBezTo>
                    <a:pt x="4862" y="3294"/>
                    <a:pt x="4556" y="3549"/>
                    <a:pt x="4199" y="3715"/>
                  </a:cubicBezTo>
                  <a:cubicBezTo>
                    <a:pt x="3994" y="3804"/>
                    <a:pt x="3790" y="3868"/>
                    <a:pt x="3586" y="3932"/>
                  </a:cubicBezTo>
                  <a:cubicBezTo>
                    <a:pt x="3114" y="4059"/>
                    <a:pt x="2616" y="4213"/>
                    <a:pt x="2284" y="4608"/>
                  </a:cubicBezTo>
                  <a:cubicBezTo>
                    <a:pt x="2080" y="4889"/>
                    <a:pt x="1927" y="5221"/>
                    <a:pt x="1863" y="5565"/>
                  </a:cubicBezTo>
                  <a:cubicBezTo>
                    <a:pt x="1800" y="5808"/>
                    <a:pt x="1710" y="6037"/>
                    <a:pt x="1583" y="6267"/>
                  </a:cubicBezTo>
                  <a:cubicBezTo>
                    <a:pt x="1429" y="6471"/>
                    <a:pt x="1238" y="6650"/>
                    <a:pt x="1021" y="6790"/>
                  </a:cubicBezTo>
                  <a:lnTo>
                    <a:pt x="868" y="6905"/>
                  </a:lnTo>
                  <a:cubicBezTo>
                    <a:pt x="421" y="7262"/>
                    <a:pt x="0" y="7683"/>
                    <a:pt x="0" y="8219"/>
                  </a:cubicBezTo>
                  <a:cubicBezTo>
                    <a:pt x="26" y="8679"/>
                    <a:pt x="281" y="9100"/>
                    <a:pt x="689" y="9330"/>
                  </a:cubicBezTo>
                  <a:cubicBezTo>
                    <a:pt x="1047" y="9534"/>
                    <a:pt x="1429" y="9649"/>
                    <a:pt x="1838" y="9700"/>
                  </a:cubicBezTo>
                  <a:cubicBezTo>
                    <a:pt x="2735" y="9815"/>
                    <a:pt x="3642" y="9867"/>
                    <a:pt x="4550" y="9867"/>
                  </a:cubicBezTo>
                  <a:cubicBezTo>
                    <a:pt x="4650" y="9867"/>
                    <a:pt x="4749" y="9867"/>
                    <a:pt x="4849" y="9865"/>
                  </a:cubicBezTo>
                  <a:cubicBezTo>
                    <a:pt x="5959" y="9878"/>
                    <a:pt x="7070" y="9878"/>
                    <a:pt x="8167" y="9878"/>
                  </a:cubicBezTo>
                  <a:lnTo>
                    <a:pt x="8205" y="9878"/>
                  </a:lnTo>
                  <a:cubicBezTo>
                    <a:pt x="9162" y="9878"/>
                    <a:pt x="10017" y="9865"/>
                    <a:pt x="11013" y="9789"/>
                  </a:cubicBezTo>
                  <a:cubicBezTo>
                    <a:pt x="11766" y="9738"/>
                    <a:pt x="12786" y="9661"/>
                    <a:pt x="13590" y="9253"/>
                  </a:cubicBezTo>
                  <a:cubicBezTo>
                    <a:pt x="14471" y="8806"/>
                    <a:pt x="14905" y="7926"/>
                    <a:pt x="14726" y="6918"/>
                  </a:cubicBezTo>
                  <a:cubicBezTo>
                    <a:pt x="14624" y="6382"/>
                    <a:pt x="14292" y="5961"/>
                    <a:pt x="13973" y="5552"/>
                  </a:cubicBezTo>
                  <a:cubicBezTo>
                    <a:pt x="13718" y="5221"/>
                    <a:pt x="13463" y="4902"/>
                    <a:pt x="13361" y="4544"/>
                  </a:cubicBezTo>
                  <a:cubicBezTo>
                    <a:pt x="13310" y="4378"/>
                    <a:pt x="13284" y="4213"/>
                    <a:pt x="13259" y="4047"/>
                  </a:cubicBezTo>
                  <a:cubicBezTo>
                    <a:pt x="13246" y="3957"/>
                    <a:pt x="13233" y="3868"/>
                    <a:pt x="13220" y="3766"/>
                  </a:cubicBezTo>
                  <a:cubicBezTo>
                    <a:pt x="13067" y="2949"/>
                    <a:pt x="12621" y="2298"/>
                    <a:pt x="12008" y="2043"/>
                  </a:cubicBezTo>
                  <a:cubicBezTo>
                    <a:pt x="11753" y="1954"/>
                    <a:pt x="11498" y="1890"/>
                    <a:pt x="11230" y="1865"/>
                  </a:cubicBezTo>
                  <a:cubicBezTo>
                    <a:pt x="10821" y="1801"/>
                    <a:pt x="10477" y="1737"/>
                    <a:pt x="10298" y="1482"/>
                  </a:cubicBezTo>
                  <a:cubicBezTo>
                    <a:pt x="10247" y="1418"/>
                    <a:pt x="10209" y="1329"/>
                    <a:pt x="10171" y="1252"/>
                  </a:cubicBezTo>
                  <a:cubicBezTo>
                    <a:pt x="10145" y="1214"/>
                    <a:pt x="10132" y="1163"/>
                    <a:pt x="10107" y="1112"/>
                  </a:cubicBezTo>
                  <a:cubicBezTo>
                    <a:pt x="9722" y="429"/>
                    <a:pt x="9000" y="0"/>
                    <a:pt x="82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36"/>
            <p:cNvSpPr/>
            <p:nvPr/>
          </p:nvSpPr>
          <p:spPr>
            <a:xfrm>
              <a:off x="2493575" y="1248525"/>
              <a:ext cx="386025" cy="259375"/>
            </a:xfrm>
            <a:custGeom>
              <a:avLst/>
              <a:gdLst/>
              <a:ahLst/>
              <a:cxnLst/>
              <a:rect l="l" t="t" r="r" b="b"/>
              <a:pathLst>
                <a:path w="15441" h="10375" extrusionOk="0">
                  <a:moveTo>
                    <a:pt x="8416" y="485"/>
                  </a:moveTo>
                  <a:lnTo>
                    <a:pt x="8416" y="485"/>
                  </a:lnTo>
                  <a:cubicBezTo>
                    <a:pt x="9128" y="487"/>
                    <a:pt x="9827" y="844"/>
                    <a:pt x="10145" y="1468"/>
                  </a:cubicBezTo>
                  <a:cubicBezTo>
                    <a:pt x="10209" y="1608"/>
                    <a:pt x="10272" y="1735"/>
                    <a:pt x="10349" y="1863"/>
                  </a:cubicBezTo>
                  <a:cubicBezTo>
                    <a:pt x="10732" y="2399"/>
                    <a:pt x="11561" y="2259"/>
                    <a:pt x="12161" y="2501"/>
                  </a:cubicBezTo>
                  <a:cubicBezTo>
                    <a:pt x="12773" y="2756"/>
                    <a:pt x="13118" y="3407"/>
                    <a:pt x="13246" y="4058"/>
                  </a:cubicBezTo>
                  <a:cubicBezTo>
                    <a:pt x="13271" y="4326"/>
                    <a:pt x="13322" y="4581"/>
                    <a:pt x="13386" y="4849"/>
                  </a:cubicBezTo>
                  <a:cubicBezTo>
                    <a:pt x="13654" y="5717"/>
                    <a:pt x="14586" y="6304"/>
                    <a:pt x="14739" y="7197"/>
                  </a:cubicBezTo>
                  <a:cubicBezTo>
                    <a:pt x="14892" y="8001"/>
                    <a:pt x="14611" y="8843"/>
                    <a:pt x="13731" y="9277"/>
                  </a:cubicBezTo>
                  <a:cubicBezTo>
                    <a:pt x="13003" y="9647"/>
                    <a:pt x="12072" y="9736"/>
                    <a:pt x="11255" y="9787"/>
                  </a:cubicBezTo>
                  <a:cubicBezTo>
                    <a:pt x="10285" y="9864"/>
                    <a:pt x="9443" y="9877"/>
                    <a:pt x="8460" y="9877"/>
                  </a:cubicBezTo>
                  <a:lnTo>
                    <a:pt x="8422" y="9877"/>
                  </a:lnTo>
                  <a:cubicBezTo>
                    <a:pt x="8097" y="9881"/>
                    <a:pt x="7773" y="9882"/>
                    <a:pt x="7449" y="9882"/>
                  </a:cubicBezTo>
                  <a:cubicBezTo>
                    <a:pt x="6668" y="9882"/>
                    <a:pt x="5889" y="9873"/>
                    <a:pt x="5104" y="9864"/>
                  </a:cubicBezTo>
                  <a:cubicBezTo>
                    <a:pt x="4959" y="9868"/>
                    <a:pt x="4814" y="9870"/>
                    <a:pt x="4669" y="9870"/>
                  </a:cubicBezTo>
                  <a:cubicBezTo>
                    <a:pt x="3822" y="9870"/>
                    <a:pt x="2983" y="9807"/>
                    <a:pt x="2144" y="9698"/>
                  </a:cubicBezTo>
                  <a:cubicBezTo>
                    <a:pt x="1761" y="9660"/>
                    <a:pt x="1404" y="9545"/>
                    <a:pt x="1072" y="9366"/>
                  </a:cubicBezTo>
                  <a:cubicBezTo>
                    <a:pt x="740" y="9175"/>
                    <a:pt x="523" y="8843"/>
                    <a:pt x="498" y="8460"/>
                  </a:cubicBezTo>
                  <a:cubicBezTo>
                    <a:pt x="498" y="8001"/>
                    <a:pt x="932" y="7618"/>
                    <a:pt x="1289" y="7337"/>
                  </a:cubicBezTo>
                  <a:cubicBezTo>
                    <a:pt x="1557" y="7133"/>
                    <a:pt x="1850" y="6929"/>
                    <a:pt x="2042" y="6636"/>
                  </a:cubicBezTo>
                  <a:cubicBezTo>
                    <a:pt x="2374" y="6151"/>
                    <a:pt x="2348" y="5474"/>
                    <a:pt x="2731" y="5015"/>
                  </a:cubicBezTo>
                  <a:cubicBezTo>
                    <a:pt x="3165" y="4492"/>
                    <a:pt x="3943" y="4454"/>
                    <a:pt x="4568" y="4186"/>
                  </a:cubicBezTo>
                  <a:cubicBezTo>
                    <a:pt x="4964" y="3994"/>
                    <a:pt x="5296" y="3713"/>
                    <a:pt x="5538" y="3343"/>
                  </a:cubicBezTo>
                  <a:cubicBezTo>
                    <a:pt x="5806" y="2935"/>
                    <a:pt x="5947" y="2463"/>
                    <a:pt x="6163" y="2029"/>
                  </a:cubicBezTo>
                  <a:cubicBezTo>
                    <a:pt x="6546" y="1289"/>
                    <a:pt x="7223" y="676"/>
                    <a:pt x="8039" y="523"/>
                  </a:cubicBezTo>
                  <a:cubicBezTo>
                    <a:pt x="8165" y="498"/>
                    <a:pt x="8290" y="485"/>
                    <a:pt x="8416" y="485"/>
                  </a:cubicBezTo>
                  <a:close/>
                  <a:moveTo>
                    <a:pt x="8409" y="0"/>
                  </a:moveTo>
                  <a:lnTo>
                    <a:pt x="8422" y="13"/>
                  </a:lnTo>
                  <a:cubicBezTo>
                    <a:pt x="8392" y="10"/>
                    <a:pt x="8362" y="9"/>
                    <a:pt x="8332" y="9"/>
                  </a:cubicBezTo>
                  <a:cubicBezTo>
                    <a:pt x="8200" y="9"/>
                    <a:pt x="8073" y="30"/>
                    <a:pt x="7937" y="51"/>
                  </a:cubicBezTo>
                  <a:cubicBezTo>
                    <a:pt x="7031" y="230"/>
                    <a:pt x="6202" y="881"/>
                    <a:pt x="5730" y="1812"/>
                  </a:cubicBezTo>
                  <a:cubicBezTo>
                    <a:pt x="5628" y="1991"/>
                    <a:pt x="5551" y="2195"/>
                    <a:pt x="5474" y="2374"/>
                  </a:cubicBezTo>
                  <a:cubicBezTo>
                    <a:pt x="5385" y="2616"/>
                    <a:pt x="5270" y="2858"/>
                    <a:pt x="5130" y="3088"/>
                  </a:cubicBezTo>
                  <a:cubicBezTo>
                    <a:pt x="4938" y="3369"/>
                    <a:pt x="4670" y="3599"/>
                    <a:pt x="4351" y="3739"/>
                  </a:cubicBezTo>
                  <a:cubicBezTo>
                    <a:pt x="4160" y="3828"/>
                    <a:pt x="3969" y="3892"/>
                    <a:pt x="3764" y="3943"/>
                  </a:cubicBezTo>
                  <a:cubicBezTo>
                    <a:pt x="3292" y="4083"/>
                    <a:pt x="2744" y="4249"/>
                    <a:pt x="2361" y="4709"/>
                  </a:cubicBezTo>
                  <a:cubicBezTo>
                    <a:pt x="2131" y="5015"/>
                    <a:pt x="1965" y="5372"/>
                    <a:pt x="1876" y="5742"/>
                  </a:cubicBezTo>
                  <a:cubicBezTo>
                    <a:pt x="1825" y="5959"/>
                    <a:pt x="1748" y="6176"/>
                    <a:pt x="1633" y="6380"/>
                  </a:cubicBezTo>
                  <a:cubicBezTo>
                    <a:pt x="1493" y="6559"/>
                    <a:pt x="1314" y="6725"/>
                    <a:pt x="1123" y="6853"/>
                  </a:cubicBezTo>
                  <a:cubicBezTo>
                    <a:pt x="1072" y="6891"/>
                    <a:pt x="1021" y="6929"/>
                    <a:pt x="970" y="6980"/>
                  </a:cubicBezTo>
                  <a:cubicBezTo>
                    <a:pt x="651" y="7223"/>
                    <a:pt x="0" y="7746"/>
                    <a:pt x="13" y="8473"/>
                  </a:cubicBezTo>
                  <a:cubicBezTo>
                    <a:pt x="38" y="9022"/>
                    <a:pt x="345" y="9507"/>
                    <a:pt x="817" y="9787"/>
                  </a:cubicBezTo>
                  <a:cubicBezTo>
                    <a:pt x="1200" y="10004"/>
                    <a:pt x="1621" y="10145"/>
                    <a:pt x="2055" y="10183"/>
                  </a:cubicBezTo>
                  <a:cubicBezTo>
                    <a:pt x="2964" y="10310"/>
                    <a:pt x="3883" y="10364"/>
                    <a:pt x="4804" y="10364"/>
                  </a:cubicBezTo>
                  <a:cubicBezTo>
                    <a:pt x="4904" y="10364"/>
                    <a:pt x="5004" y="10363"/>
                    <a:pt x="5104" y="10362"/>
                  </a:cubicBezTo>
                  <a:cubicBezTo>
                    <a:pt x="6202" y="10374"/>
                    <a:pt x="7325" y="10374"/>
                    <a:pt x="8422" y="10374"/>
                  </a:cubicBezTo>
                  <a:lnTo>
                    <a:pt x="8460" y="10374"/>
                  </a:lnTo>
                  <a:cubicBezTo>
                    <a:pt x="9417" y="10374"/>
                    <a:pt x="10272" y="10362"/>
                    <a:pt x="11293" y="10285"/>
                  </a:cubicBezTo>
                  <a:cubicBezTo>
                    <a:pt x="12059" y="10234"/>
                    <a:pt x="13105" y="10145"/>
                    <a:pt x="13947" y="9724"/>
                  </a:cubicBezTo>
                  <a:cubicBezTo>
                    <a:pt x="14917" y="9252"/>
                    <a:pt x="15440" y="8167"/>
                    <a:pt x="15224" y="7120"/>
                  </a:cubicBezTo>
                  <a:cubicBezTo>
                    <a:pt x="15109" y="6521"/>
                    <a:pt x="14739" y="6049"/>
                    <a:pt x="14420" y="5653"/>
                  </a:cubicBezTo>
                  <a:cubicBezTo>
                    <a:pt x="14177" y="5372"/>
                    <a:pt x="13973" y="5053"/>
                    <a:pt x="13833" y="4709"/>
                  </a:cubicBezTo>
                  <a:cubicBezTo>
                    <a:pt x="13794" y="4568"/>
                    <a:pt x="13769" y="4415"/>
                    <a:pt x="13756" y="4262"/>
                  </a:cubicBezTo>
                  <a:cubicBezTo>
                    <a:pt x="13743" y="4160"/>
                    <a:pt x="13731" y="4071"/>
                    <a:pt x="13705" y="3969"/>
                  </a:cubicBezTo>
                  <a:cubicBezTo>
                    <a:pt x="13552" y="3063"/>
                    <a:pt x="13041" y="2348"/>
                    <a:pt x="12352" y="2067"/>
                  </a:cubicBezTo>
                  <a:cubicBezTo>
                    <a:pt x="12084" y="1965"/>
                    <a:pt x="11804" y="1901"/>
                    <a:pt x="11523" y="1863"/>
                  </a:cubicBezTo>
                  <a:cubicBezTo>
                    <a:pt x="11115" y="1799"/>
                    <a:pt x="10859" y="1748"/>
                    <a:pt x="10745" y="1595"/>
                  </a:cubicBezTo>
                  <a:cubicBezTo>
                    <a:pt x="10706" y="1531"/>
                    <a:pt x="10668" y="1468"/>
                    <a:pt x="10642" y="1404"/>
                  </a:cubicBezTo>
                  <a:cubicBezTo>
                    <a:pt x="10617" y="1353"/>
                    <a:pt x="10591" y="1302"/>
                    <a:pt x="10566" y="1251"/>
                  </a:cubicBezTo>
                  <a:cubicBezTo>
                    <a:pt x="10183" y="485"/>
                    <a:pt x="9341" y="0"/>
                    <a:pt x="840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49" name="Google Shape;449;p36"/>
          <p:cNvSpPr/>
          <p:nvPr/>
        </p:nvSpPr>
        <p:spPr>
          <a:xfrm>
            <a:off x="5481358" y="2036505"/>
            <a:ext cx="408469" cy="263277"/>
          </a:xfrm>
          <a:custGeom>
            <a:avLst/>
            <a:gdLst/>
            <a:ahLst/>
            <a:cxnLst/>
            <a:rect l="l" t="t" r="r" b="b"/>
            <a:pathLst>
              <a:path w="11920" h="7683" extrusionOk="0">
                <a:moveTo>
                  <a:pt x="5883" y="485"/>
                </a:moveTo>
                <a:lnTo>
                  <a:pt x="5883" y="498"/>
                </a:lnTo>
                <a:cubicBezTo>
                  <a:pt x="5921" y="494"/>
                  <a:pt x="5958" y="493"/>
                  <a:pt x="5994" y="493"/>
                </a:cubicBezTo>
                <a:cubicBezTo>
                  <a:pt x="6093" y="493"/>
                  <a:pt x="6189" y="505"/>
                  <a:pt x="6292" y="523"/>
                </a:cubicBezTo>
                <a:cubicBezTo>
                  <a:pt x="6675" y="574"/>
                  <a:pt x="7045" y="740"/>
                  <a:pt x="7338" y="995"/>
                </a:cubicBezTo>
                <a:cubicBezTo>
                  <a:pt x="7823" y="1416"/>
                  <a:pt x="8040" y="2118"/>
                  <a:pt x="8576" y="2476"/>
                </a:cubicBezTo>
                <a:cubicBezTo>
                  <a:pt x="9035" y="2782"/>
                  <a:pt x="9635" y="2782"/>
                  <a:pt x="10133" y="2986"/>
                </a:cubicBezTo>
                <a:cubicBezTo>
                  <a:pt x="11919" y="3752"/>
                  <a:pt x="11536" y="6393"/>
                  <a:pt x="9609" y="6610"/>
                </a:cubicBezTo>
                <a:cubicBezTo>
                  <a:pt x="9520" y="6623"/>
                  <a:pt x="9431" y="6623"/>
                  <a:pt x="9342" y="6623"/>
                </a:cubicBezTo>
                <a:cubicBezTo>
                  <a:pt x="8984" y="6623"/>
                  <a:pt x="8627" y="6559"/>
                  <a:pt x="8282" y="6559"/>
                </a:cubicBezTo>
                <a:cubicBezTo>
                  <a:pt x="8078" y="6559"/>
                  <a:pt x="7887" y="6585"/>
                  <a:pt x="7695" y="6648"/>
                </a:cubicBezTo>
                <a:cubicBezTo>
                  <a:pt x="7491" y="6738"/>
                  <a:pt x="7300" y="6840"/>
                  <a:pt x="7108" y="6942"/>
                </a:cubicBezTo>
                <a:cubicBezTo>
                  <a:pt x="6740" y="7126"/>
                  <a:pt x="6342" y="7216"/>
                  <a:pt x="5943" y="7216"/>
                </a:cubicBezTo>
                <a:cubicBezTo>
                  <a:pt x="5486" y="7216"/>
                  <a:pt x="5029" y="7097"/>
                  <a:pt x="4620" y="6865"/>
                </a:cubicBezTo>
                <a:cubicBezTo>
                  <a:pt x="4327" y="6687"/>
                  <a:pt x="4071" y="6470"/>
                  <a:pt x="3752" y="6380"/>
                </a:cubicBezTo>
                <a:cubicBezTo>
                  <a:pt x="3650" y="6355"/>
                  <a:pt x="3548" y="6342"/>
                  <a:pt x="3446" y="6342"/>
                </a:cubicBezTo>
                <a:cubicBezTo>
                  <a:pt x="2974" y="6342"/>
                  <a:pt x="2502" y="6572"/>
                  <a:pt x="2017" y="6572"/>
                </a:cubicBezTo>
                <a:lnTo>
                  <a:pt x="1902" y="6572"/>
                </a:lnTo>
                <a:cubicBezTo>
                  <a:pt x="1366" y="6508"/>
                  <a:pt x="907" y="6151"/>
                  <a:pt x="728" y="5640"/>
                </a:cubicBezTo>
                <a:cubicBezTo>
                  <a:pt x="524" y="5002"/>
                  <a:pt x="741" y="4288"/>
                  <a:pt x="1290" y="3892"/>
                </a:cubicBezTo>
                <a:cubicBezTo>
                  <a:pt x="1660" y="3599"/>
                  <a:pt x="2093" y="3471"/>
                  <a:pt x="2489" y="3254"/>
                </a:cubicBezTo>
                <a:cubicBezTo>
                  <a:pt x="2897" y="3024"/>
                  <a:pt x="3127" y="2667"/>
                  <a:pt x="3357" y="2259"/>
                </a:cubicBezTo>
                <a:cubicBezTo>
                  <a:pt x="3918" y="1263"/>
                  <a:pt x="4748" y="485"/>
                  <a:pt x="5883" y="485"/>
                </a:cubicBezTo>
                <a:close/>
                <a:moveTo>
                  <a:pt x="5896" y="0"/>
                </a:moveTo>
                <a:lnTo>
                  <a:pt x="5883" y="13"/>
                </a:lnTo>
                <a:cubicBezTo>
                  <a:pt x="4697" y="13"/>
                  <a:pt x="3676" y="702"/>
                  <a:pt x="2948" y="2029"/>
                </a:cubicBezTo>
                <a:cubicBezTo>
                  <a:pt x="2731" y="2399"/>
                  <a:pt x="2566" y="2667"/>
                  <a:pt x="2272" y="2833"/>
                </a:cubicBezTo>
                <a:cubicBezTo>
                  <a:pt x="2144" y="2897"/>
                  <a:pt x="2004" y="2960"/>
                  <a:pt x="1864" y="3024"/>
                </a:cubicBezTo>
                <a:cubicBezTo>
                  <a:pt x="1558" y="3139"/>
                  <a:pt x="1264" y="3305"/>
                  <a:pt x="996" y="3509"/>
                </a:cubicBezTo>
                <a:cubicBezTo>
                  <a:pt x="294" y="4032"/>
                  <a:pt x="1" y="4951"/>
                  <a:pt x="269" y="5793"/>
                </a:cubicBezTo>
                <a:cubicBezTo>
                  <a:pt x="524" y="6482"/>
                  <a:pt x="1136" y="6967"/>
                  <a:pt x="1864" y="7031"/>
                </a:cubicBezTo>
                <a:lnTo>
                  <a:pt x="2030" y="7031"/>
                </a:lnTo>
                <a:cubicBezTo>
                  <a:pt x="2310" y="7031"/>
                  <a:pt x="2591" y="6980"/>
                  <a:pt x="2859" y="6916"/>
                </a:cubicBezTo>
                <a:cubicBezTo>
                  <a:pt x="3051" y="6853"/>
                  <a:pt x="3255" y="6827"/>
                  <a:pt x="3446" y="6814"/>
                </a:cubicBezTo>
                <a:cubicBezTo>
                  <a:pt x="3510" y="6814"/>
                  <a:pt x="3574" y="6814"/>
                  <a:pt x="3637" y="6840"/>
                </a:cubicBezTo>
                <a:cubicBezTo>
                  <a:pt x="3816" y="6891"/>
                  <a:pt x="3969" y="6980"/>
                  <a:pt x="4122" y="7095"/>
                </a:cubicBezTo>
                <a:cubicBezTo>
                  <a:pt x="4199" y="7146"/>
                  <a:pt x="4288" y="7210"/>
                  <a:pt x="4378" y="7261"/>
                </a:cubicBezTo>
                <a:cubicBezTo>
                  <a:pt x="4863" y="7541"/>
                  <a:pt x="5407" y="7682"/>
                  <a:pt x="5953" y="7682"/>
                </a:cubicBezTo>
                <a:cubicBezTo>
                  <a:pt x="6425" y="7682"/>
                  <a:pt x="6900" y="7576"/>
                  <a:pt x="7338" y="7363"/>
                </a:cubicBezTo>
                <a:cubicBezTo>
                  <a:pt x="7415" y="7325"/>
                  <a:pt x="7478" y="7286"/>
                  <a:pt x="7542" y="7248"/>
                </a:cubicBezTo>
                <a:cubicBezTo>
                  <a:pt x="7644" y="7184"/>
                  <a:pt x="7759" y="7133"/>
                  <a:pt x="7861" y="7095"/>
                </a:cubicBezTo>
                <a:cubicBezTo>
                  <a:pt x="7978" y="7053"/>
                  <a:pt x="8103" y="7028"/>
                  <a:pt x="8222" y="7028"/>
                </a:cubicBezTo>
                <a:cubicBezTo>
                  <a:pt x="8247" y="7028"/>
                  <a:pt x="8271" y="7029"/>
                  <a:pt x="8295" y="7031"/>
                </a:cubicBezTo>
                <a:cubicBezTo>
                  <a:pt x="8448" y="7031"/>
                  <a:pt x="8614" y="7044"/>
                  <a:pt x="8780" y="7057"/>
                </a:cubicBezTo>
                <a:cubicBezTo>
                  <a:pt x="8946" y="7069"/>
                  <a:pt x="9150" y="7095"/>
                  <a:pt x="9354" y="7095"/>
                </a:cubicBezTo>
                <a:cubicBezTo>
                  <a:pt x="9456" y="7095"/>
                  <a:pt x="9571" y="7082"/>
                  <a:pt x="9673" y="7069"/>
                </a:cubicBezTo>
                <a:cubicBezTo>
                  <a:pt x="10745" y="6955"/>
                  <a:pt x="11587" y="6125"/>
                  <a:pt x="11741" y="5066"/>
                </a:cubicBezTo>
                <a:cubicBezTo>
                  <a:pt x="11906" y="3994"/>
                  <a:pt x="11319" y="2960"/>
                  <a:pt x="10337" y="2539"/>
                </a:cubicBezTo>
                <a:cubicBezTo>
                  <a:pt x="10094" y="2437"/>
                  <a:pt x="9852" y="2374"/>
                  <a:pt x="9597" y="2322"/>
                </a:cubicBezTo>
                <a:cubicBezTo>
                  <a:pt x="9342" y="2271"/>
                  <a:pt x="9086" y="2195"/>
                  <a:pt x="8857" y="2067"/>
                </a:cubicBezTo>
                <a:cubicBezTo>
                  <a:pt x="8627" y="1876"/>
                  <a:pt x="8436" y="1646"/>
                  <a:pt x="8295" y="1391"/>
                </a:cubicBezTo>
                <a:cubicBezTo>
                  <a:pt x="8116" y="1110"/>
                  <a:pt x="7912" y="842"/>
                  <a:pt x="7670" y="613"/>
                </a:cubicBezTo>
                <a:cubicBezTo>
                  <a:pt x="7300" y="306"/>
                  <a:pt x="6853" y="102"/>
                  <a:pt x="6368" y="38"/>
                </a:cubicBezTo>
                <a:cubicBezTo>
                  <a:pt x="6215" y="13"/>
                  <a:pt x="6049" y="0"/>
                  <a:pt x="58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50" name="Google Shape;450;p36"/>
          <p:cNvGrpSpPr/>
          <p:nvPr/>
        </p:nvGrpSpPr>
        <p:grpSpPr>
          <a:xfrm>
            <a:off x="5148490" y="2430916"/>
            <a:ext cx="239221" cy="487147"/>
            <a:chOff x="1925725" y="1035100"/>
            <a:chExt cx="174525" cy="355400"/>
          </a:xfrm>
        </p:grpSpPr>
        <p:sp>
          <p:nvSpPr>
            <p:cNvPr id="451" name="Google Shape;451;p36"/>
            <p:cNvSpPr/>
            <p:nvPr/>
          </p:nvSpPr>
          <p:spPr>
            <a:xfrm>
              <a:off x="1932400" y="1041150"/>
              <a:ext cx="163375" cy="343300"/>
            </a:xfrm>
            <a:custGeom>
              <a:avLst/>
              <a:gdLst/>
              <a:ahLst/>
              <a:cxnLst/>
              <a:rect l="l" t="t" r="r" b="b"/>
              <a:pathLst>
                <a:path w="6535" h="13732" extrusionOk="0">
                  <a:moveTo>
                    <a:pt x="3829" y="1"/>
                  </a:moveTo>
                  <a:cubicBezTo>
                    <a:pt x="3740" y="1"/>
                    <a:pt x="3651" y="52"/>
                    <a:pt x="3612" y="141"/>
                  </a:cubicBezTo>
                  <a:lnTo>
                    <a:pt x="690" y="6700"/>
                  </a:lnTo>
                  <a:cubicBezTo>
                    <a:pt x="614" y="6866"/>
                    <a:pt x="728" y="7044"/>
                    <a:pt x="907" y="7044"/>
                  </a:cubicBezTo>
                  <a:lnTo>
                    <a:pt x="2400" y="7044"/>
                  </a:lnTo>
                  <a:lnTo>
                    <a:pt x="52" y="13412"/>
                  </a:lnTo>
                  <a:cubicBezTo>
                    <a:pt x="1" y="13527"/>
                    <a:pt x="52" y="13655"/>
                    <a:pt x="167" y="13718"/>
                  </a:cubicBezTo>
                  <a:cubicBezTo>
                    <a:pt x="205" y="13731"/>
                    <a:pt x="231" y="13731"/>
                    <a:pt x="269" y="13731"/>
                  </a:cubicBezTo>
                  <a:cubicBezTo>
                    <a:pt x="358" y="13731"/>
                    <a:pt x="435" y="13693"/>
                    <a:pt x="473" y="13616"/>
                  </a:cubicBezTo>
                  <a:lnTo>
                    <a:pt x="5667" y="4773"/>
                  </a:lnTo>
                  <a:cubicBezTo>
                    <a:pt x="5756" y="4620"/>
                    <a:pt x="5641" y="4416"/>
                    <a:pt x="5463" y="4416"/>
                  </a:cubicBezTo>
                  <a:lnTo>
                    <a:pt x="4289" y="4416"/>
                  </a:lnTo>
                  <a:lnTo>
                    <a:pt x="6458" y="358"/>
                  </a:lnTo>
                  <a:cubicBezTo>
                    <a:pt x="6534" y="192"/>
                    <a:pt x="6420" y="1"/>
                    <a:pt x="624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36"/>
            <p:cNvSpPr/>
            <p:nvPr/>
          </p:nvSpPr>
          <p:spPr>
            <a:xfrm>
              <a:off x="1925725" y="1035100"/>
              <a:ext cx="174525" cy="355400"/>
            </a:xfrm>
            <a:custGeom>
              <a:avLst/>
              <a:gdLst/>
              <a:ahLst/>
              <a:cxnLst/>
              <a:rect l="l" t="t" r="r" b="b"/>
              <a:pathLst>
                <a:path w="6981" h="14216" extrusionOk="0">
                  <a:moveTo>
                    <a:pt x="6508" y="472"/>
                  </a:moveTo>
                  <a:lnTo>
                    <a:pt x="6508" y="485"/>
                  </a:lnTo>
                  <a:lnTo>
                    <a:pt x="4160" y="4900"/>
                  </a:lnTo>
                  <a:lnTo>
                    <a:pt x="5730" y="4900"/>
                  </a:lnTo>
                  <a:lnTo>
                    <a:pt x="536" y="13743"/>
                  </a:lnTo>
                  <a:lnTo>
                    <a:pt x="2999" y="7044"/>
                  </a:lnTo>
                  <a:lnTo>
                    <a:pt x="1174" y="7044"/>
                  </a:lnTo>
                  <a:lnTo>
                    <a:pt x="4096" y="472"/>
                  </a:lnTo>
                  <a:close/>
                  <a:moveTo>
                    <a:pt x="4096" y="0"/>
                  </a:moveTo>
                  <a:cubicBezTo>
                    <a:pt x="3918" y="0"/>
                    <a:pt x="3739" y="115"/>
                    <a:pt x="3662" y="281"/>
                  </a:cubicBezTo>
                  <a:lnTo>
                    <a:pt x="740" y="6840"/>
                  </a:lnTo>
                  <a:cubicBezTo>
                    <a:pt x="600" y="7159"/>
                    <a:pt x="829" y="7516"/>
                    <a:pt x="1174" y="7516"/>
                  </a:cubicBezTo>
                  <a:lnTo>
                    <a:pt x="2322" y="7516"/>
                  </a:lnTo>
                  <a:lnTo>
                    <a:pt x="89" y="13565"/>
                  </a:lnTo>
                  <a:cubicBezTo>
                    <a:pt x="0" y="13794"/>
                    <a:pt x="102" y="14062"/>
                    <a:pt x="332" y="14164"/>
                  </a:cubicBezTo>
                  <a:cubicBezTo>
                    <a:pt x="396" y="14190"/>
                    <a:pt x="459" y="14216"/>
                    <a:pt x="536" y="14216"/>
                  </a:cubicBezTo>
                  <a:cubicBezTo>
                    <a:pt x="702" y="14216"/>
                    <a:pt x="868" y="14113"/>
                    <a:pt x="944" y="13973"/>
                  </a:cubicBezTo>
                  <a:lnTo>
                    <a:pt x="6125" y="5143"/>
                  </a:lnTo>
                  <a:cubicBezTo>
                    <a:pt x="6317" y="4811"/>
                    <a:pt x="6087" y="4415"/>
                    <a:pt x="5717" y="4415"/>
                  </a:cubicBezTo>
                  <a:lnTo>
                    <a:pt x="4951" y="4415"/>
                  </a:lnTo>
                  <a:lnTo>
                    <a:pt x="6916" y="715"/>
                  </a:lnTo>
                  <a:cubicBezTo>
                    <a:pt x="6955" y="638"/>
                    <a:pt x="6980" y="562"/>
                    <a:pt x="6980" y="472"/>
                  </a:cubicBezTo>
                  <a:cubicBezTo>
                    <a:pt x="6980" y="217"/>
                    <a:pt x="6763" y="0"/>
                    <a:pt x="650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3" name="Google Shape;453;p36"/>
          <p:cNvGrpSpPr/>
          <p:nvPr/>
        </p:nvGrpSpPr>
        <p:grpSpPr>
          <a:xfrm>
            <a:off x="7839565" y="2430916"/>
            <a:ext cx="239221" cy="487147"/>
            <a:chOff x="1925725" y="1035100"/>
            <a:chExt cx="174525" cy="355400"/>
          </a:xfrm>
        </p:grpSpPr>
        <p:sp>
          <p:nvSpPr>
            <p:cNvPr id="454" name="Google Shape;454;p36"/>
            <p:cNvSpPr/>
            <p:nvPr/>
          </p:nvSpPr>
          <p:spPr>
            <a:xfrm>
              <a:off x="1932400" y="1041150"/>
              <a:ext cx="163375" cy="343300"/>
            </a:xfrm>
            <a:custGeom>
              <a:avLst/>
              <a:gdLst/>
              <a:ahLst/>
              <a:cxnLst/>
              <a:rect l="l" t="t" r="r" b="b"/>
              <a:pathLst>
                <a:path w="6535" h="13732" extrusionOk="0">
                  <a:moveTo>
                    <a:pt x="3829" y="1"/>
                  </a:moveTo>
                  <a:cubicBezTo>
                    <a:pt x="3740" y="1"/>
                    <a:pt x="3651" y="52"/>
                    <a:pt x="3612" y="141"/>
                  </a:cubicBezTo>
                  <a:lnTo>
                    <a:pt x="690" y="6700"/>
                  </a:lnTo>
                  <a:cubicBezTo>
                    <a:pt x="614" y="6866"/>
                    <a:pt x="728" y="7044"/>
                    <a:pt x="907" y="7044"/>
                  </a:cubicBezTo>
                  <a:lnTo>
                    <a:pt x="2400" y="7044"/>
                  </a:lnTo>
                  <a:lnTo>
                    <a:pt x="52" y="13412"/>
                  </a:lnTo>
                  <a:cubicBezTo>
                    <a:pt x="1" y="13527"/>
                    <a:pt x="52" y="13655"/>
                    <a:pt x="167" y="13718"/>
                  </a:cubicBezTo>
                  <a:cubicBezTo>
                    <a:pt x="205" y="13731"/>
                    <a:pt x="231" y="13731"/>
                    <a:pt x="269" y="13731"/>
                  </a:cubicBezTo>
                  <a:cubicBezTo>
                    <a:pt x="358" y="13731"/>
                    <a:pt x="435" y="13693"/>
                    <a:pt x="473" y="13616"/>
                  </a:cubicBezTo>
                  <a:lnTo>
                    <a:pt x="5667" y="4773"/>
                  </a:lnTo>
                  <a:cubicBezTo>
                    <a:pt x="5756" y="4620"/>
                    <a:pt x="5641" y="4416"/>
                    <a:pt x="5463" y="4416"/>
                  </a:cubicBezTo>
                  <a:lnTo>
                    <a:pt x="4289" y="4416"/>
                  </a:lnTo>
                  <a:lnTo>
                    <a:pt x="6458" y="358"/>
                  </a:lnTo>
                  <a:cubicBezTo>
                    <a:pt x="6534" y="192"/>
                    <a:pt x="6420" y="1"/>
                    <a:pt x="624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36"/>
            <p:cNvSpPr/>
            <p:nvPr/>
          </p:nvSpPr>
          <p:spPr>
            <a:xfrm>
              <a:off x="1925725" y="1035100"/>
              <a:ext cx="174525" cy="355400"/>
            </a:xfrm>
            <a:custGeom>
              <a:avLst/>
              <a:gdLst/>
              <a:ahLst/>
              <a:cxnLst/>
              <a:rect l="l" t="t" r="r" b="b"/>
              <a:pathLst>
                <a:path w="6981" h="14216" extrusionOk="0">
                  <a:moveTo>
                    <a:pt x="6508" y="472"/>
                  </a:moveTo>
                  <a:lnTo>
                    <a:pt x="6508" y="485"/>
                  </a:lnTo>
                  <a:lnTo>
                    <a:pt x="4160" y="4900"/>
                  </a:lnTo>
                  <a:lnTo>
                    <a:pt x="5730" y="4900"/>
                  </a:lnTo>
                  <a:lnTo>
                    <a:pt x="536" y="13743"/>
                  </a:lnTo>
                  <a:lnTo>
                    <a:pt x="2999" y="7044"/>
                  </a:lnTo>
                  <a:lnTo>
                    <a:pt x="1174" y="7044"/>
                  </a:lnTo>
                  <a:lnTo>
                    <a:pt x="4096" y="472"/>
                  </a:lnTo>
                  <a:close/>
                  <a:moveTo>
                    <a:pt x="4096" y="0"/>
                  </a:moveTo>
                  <a:cubicBezTo>
                    <a:pt x="3918" y="0"/>
                    <a:pt x="3739" y="115"/>
                    <a:pt x="3662" y="281"/>
                  </a:cubicBezTo>
                  <a:lnTo>
                    <a:pt x="740" y="6840"/>
                  </a:lnTo>
                  <a:cubicBezTo>
                    <a:pt x="600" y="7159"/>
                    <a:pt x="829" y="7516"/>
                    <a:pt x="1174" y="7516"/>
                  </a:cubicBezTo>
                  <a:lnTo>
                    <a:pt x="2322" y="7516"/>
                  </a:lnTo>
                  <a:lnTo>
                    <a:pt x="89" y="13565"/>
                  </a:lnTo>
                  <a:cubicBezTo>
                    <a:pt x="0" y="13794"/>
                    <a:pt x="102" y="14062"/>
                    <a:pt x="332" y="14164"/>
                  </a:cubicBezTo>
                  <a:cubicBezTo>
                    <a:pt x="396" y="14190"/>
                    <a:pt x="459" y="14216"/>
                    <a:pt x="536" y="14216"/>
                  </a:cubicBezTo>
                  <a:cubicBezTo>
                    <a:pt x="702" y="14216"/>
                    <a:pt x="868" y="14113"/>
                    <a:pt x="944" y="13973"/>
                  </a:cubicBezTo>
                  <a:lnTo>
                    <a:pt x="6125" y="5143"/>
                  </a:lnTo>
                  <a:cubicBezTo>
                    <a:pt x="6317" y="4811"/>
                    <a:pt x="6087" y="4415"/>
                    <a:pt x="5717" y="4415"/>
                  </a:cubicBezTo>
                  <a:lnTo>
                    <a:pt x="4951" y="4415"/>
                  </a:lnTo>
                  <a:lnTo>
                    <a:pt x="6916" y="715"/>
                  </a:lnTo>
                  <a:cubicBezTo>
                    <a:pt x="6955" y="638"/>
                    <a:pt x="6980" y="562"/>
                    <a:pt x="6980" y="472"/>
                  </a:cubicBezTo>
                  <a:cubicBezTo>
                    <a:pt x="6980" y="217"/>
                    <a:pt x="6763" y="0"/>
                    <a:pt x="650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sp>
        <p:nvSpPr>
          <p:cNvPr id="469" name="Google Shape;469;p38"/>
          <p:cNvSpPr txBox="1">
            <a:spLocks noGrp="1"/>
          </p:cNvSpPr>
          <p:nvPr>
            <p:ph type="subTitle" idx="9"/>
          </p:nvPr>
        </p:nvSpPr>
        <p:spPr>
          <a:xfrm>
            <a:off x="1927312" y="1169378"/>
            <a:ext cx="2390700" cy="364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Background</a:t>
            </a:r>
            <a:endParaRPr dirty="0"/>
          </a:p>
        </p:txBody>
      </p:sp>
      <p:sp>
        <p:nvSpPr>
          <p:cNvPr id="471" name="Google Shape;471;p38"/>
          <p:cNvSpPr txBox="1">
            <a:spLocks noGrp="1"/>
          </p:cNvSpPr>
          <p:nvPr>
            <p:ph type="subTitle" idx="14"/>
          </p:nvPr>
        </p:nvSpPr>
        <p:spPr>
          <a:xfrm>
            <a:off x="1927311" y="2407116"/>
            <a:ext cx="2390700" cy="364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Methodology</a:t>
            </a:r>
            <a:endParaRPr dirty="0"/>
          </a:p>
        </p:txBody>
      </p:sp>
      <p:sp>
        <p:nvSpPr>
          <p:cNvPr id="474" name="Google Shape;474;p38"/>
          <p:cNvSpPr txBox="1">
            <a:spLocks noGrp="1"/>
          </p:cNvSpPr>
          <p:nvPr>
            <p:ph type="title"/>
          </p:nvPr>
        </p:nvSpPr>
        <p:spPr>
          <a:xfrm>
            <a:off x="1037487" y="1162030"/>
            <a:ext cx="660684" cy="660684"/>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800" dirty="0"/>
              <a:t>01</a:t>
            </a:r>
            <a:endParaRPr sz="2800" dirty="0"/>
          </a:p>
        </p:txBody>
      </p:sp>
      <p:sp>
        <p:nvSpPr>
          <p:cNvPr id="477" name="Google Shape;477;p38"/>
          <p:cNvSpPr txBox="1">
            <a:spLocks noGrp="1"/>
          </p:cNvSpPr>
          <p:nvPr>
            <p:ph type="title" idx="8"/>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Table of contents</a:t>
            </a:r>
            <a:endParaRPr/>
          </a:p>
        </p:txBody>
      </p:sp>
      <p:sp>
        <p:nvSpPr>
          <p:cNvPr id="478" name="Google Shape;478;p38"/>
          <p:cNvSpPr txBox="1">
            <a:spLocks noGrp="1"/>
          </p:cNvSpPr>
          <p:nvPr>
            <p:ph type="subTitle" idx="1"/>
          </p:nvPr>
        </p:nvSpPr>
        <p:spPr>
          <a:xfrm>
            <a:off x="1927311" y="1476435"/>
            <a:ext cx="2800849" cy="525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An introduction to our project, key aims and objectives</a:t>
            </a:r>
          </a:p>
        </p:txBody>
      </p:sp>
      <p:sp>
        <p:nvSpPr>
          <p:cNvPr id="2" name="Google Shape;474;p38">
            <a:extLst>
              <a:ext uri="{FF2B5EF4-FFF2-40B4-BE49-F238E27FC236}">
                <a16:creationId xmlns:a16="http://schemas.microsoft.com/office/drawing/2014/main" id="{2A48EFBD-7B71-F907-05EC-9059F1A909E4}"/>
              </a:ext>
            </a:extLst>
          </p:cNvPr>
          <p:cNvSpPr txBox="1">
            <a:spLocks/>
          </p:cNvSpPr>
          <p:nvPr/>
        </p:nvSpPr>
        <p:spPr>
          <a:xfrm>
            <a:off x="1037487" y="2326687"/>
            <a:ext cx="660684" cy="660684"/>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6000"/>
              <a:buFont typeface="Domine"/>
              <a:buNone/>
              <a:defRPr sz="3800" b="0" i="0" u="none" strike="noStrike" cap="none" spc="0">
                <a:solidFill>
                  <a:schemeClr val="lt1"/>
                </a:solidFill>
                <a:latin typeface="Domine"/>
                <a:ea typeface="Domine"/>
                <a:cs typeface="Domine"/>
                <a:sym typeface="Domine"/>
              </a:defRPr>
            </a:lvl1pPr>
            <a:lvl2pPr marR="0" lvl="1" algn="ctr" rtl="0">
              <a:lnSpc>
                <a:spcPct val="100000"/>
              </a:lnSpc>
              <a:spcBef>
                <a:spcPts val="0"/>
              </a:spcBef>
              <a:spcAft>
                <a:spcPts val="0"/>
              </a:spcAft>
              <a:buClr>
                <a:schemeClr val="dk1"/>
              </a:buClr>
              <a:buSzPts val="6000"/>
              <a:buFont typeface="Domine"/>
              <a:buNone/>
              <a:defRPr sz="6000" b="0" i="0" u="none" strike="noStrike" cap="none" spc="0">
                <a:solidFill>
                  <a:schemeClr val="dk1"/>
                </a:solidFill>
                <a:latin typeface="Domine"/>
                <a:ea typeface="Domine"/>
                <a:cs typeface="Domine"/>
                <a:sym typeface="Domine"/>
              </a:defRPr>
            </a:lvl2pPr>
            <a:lvl3pPr marR="0" lvl="2" algn="ctr" rtl="0">
              <a:lnSpc>
                <a:spcPct val="100000"/>
              </a:lnSpc>
              <a:spcBef>
                <a:spcPts val="0"/>
              </a:spcBef>
              <a:spcAft>
                <a:spcPts val="0"/>
              </a:spcAft>
              <a:buClr>
                <a:schemeClr val="dk1"/>
              </a:buClr>
              <a:buSzPts val="6000"/>
              <a:buFont typeface="Domine"/>
              <a:buNone/>
              <a:defRPr sz="6000" b="0" i="0" u="none" strike="noStrike" cap="none" spc="0">
                <a:solidFill>
                  <a:schemeClr val="dk1"/>
                </a:solidFill>
                <a:latin typeface="Domine"/>
                <a:ea typeface="Domine"/>
                <a:cs typeface="Domine"/>
                <a:sym typeface="Domine"/>
              </a:defRPr>
            </a:lvl3pPr>
            <a:lvl4pPr marR="0" lvl="3" algn="ctr" rtl="0">
              <a:lnSpc>
                <a:spcPct val="100000"/>
              </a:lnSpc>
              <a:spcBef>
                <a:spcPts val="0"/>
              </a:spcBef>
              <a:spcAft>
                <a:spcPts val="0"/>
              </a:spcAft>
              <a:buClr>
                <a:schemeClr val="dk1"/>
              </a:buClr>
              <a:buSzPts val="6000"/>
              <a:buFont typeface="Domine"/>
              <a:buNone/>
              <a:defRPr sz="6000" b="0" i="0" u="none" strike="noStrike" cap="none" spc="0">
                <a:solidFill>
                  <a:schemeClr val="dk1"/>
                </a:solidFill>
                <a:latin typeface="Domine"/>
                <a:ea typeface="Domine"/>
                <a:cs typeface="Domine"/>
                <a:sym typeface="Domine"/>
              </a:defRPr>
            </a:lvl4pPr>
            <a:lvl5pPr marR="0" lvl="4" algn="ctr" rtl="0">
              <a:lnSpc>
                <a:spcPct val="100000"/>
              </a:lnSpc>
              <a:spcBef>
                <a:spcPts val="0"/>
              </a:spcBef>
              <a:spcAft>
                <a:spcPts val="0"/>
              </a:spcAft>
              <a:buClr>
                <a:schemeClr val="dk1"/>
              </a:buClr>
              <a:buSzPts val="6000"/>
              <a:buFont typeface="Domine"/>
              <a:buNone/>
              <a:defRPr sz="6000" b="0" i="0" u="none" strike="noStrike" cap="none" spc="0">
                <a:solidFill>
                  <a:schemeClr val="dk1"/>
                </a:solidFill>
                <a:latin typeface="Domine"/>
                <a:ea typeface="Domine"/>
                <a:cs typeface="Domine"/>
                <a:sym typeface="Domine"/>
              </a:defRPr>
            </a:lvl5pPr>
            <a:lvl6pPr marR="0" lvl="5" algn="ctr" rtl="0">
              <a:lnSpc>
                <a:spcPct val="100000"/>
              </a:lnSpc>
              <a:spcBef>
                <a:spcPts val="0"/>
              </a:spcBef>
              <a:spcAft>
                <a:spcPts val="0"/>
              </a:spcAft>
              <a:buClr>
                <a:schemeClr val="dk1"/>
              </a:buClr>
              <a:buSzPts val="6000"/>
              <a:buFont typeface="Domine"/>
              <a:buNone/>
              <a:defRPr sz="6000" b="0" i="0" u="none" strike="noStrike" cap="none" spc="0">
                <a:solidFill>
                  <a:schemeClr val="dk1"/>
                </a:solidFill>
                <a:latin typeface="Domine"/>
                <a:ea typeface="Domine"/>
                <a:cs typeface="Domine"/>
                <a:sym typeface="Domine"/>
              </a:defRPr>
            </a:lvl6pPr>
            <a:lvl7pPr marR="0" lvl="6" algn="ctr" rtl="0">
              <a:lnSpc>
                <a:spcPct val="100000"/>
              </a:lnSpc>
              <a:spcBef>
                <a:spcPts val="0"/>
              </a:spcBef>
              <a:spcAft>
                <a:spcPts val="0"/>
              </a:spcAft>
              <a:buClr>
                <a:schemeClr val="dk1"/>
              </a:buClr>
              <a:buSzPts val="6000"/>
              <a:buFont typeface="Domine"/>
              <a:buNone/>
              <a:defRPr sz="6000" b="0" i="0" u="none" strike="noStrike" cap="none" spc="0">
                <a:solidFill>
                  <a:schemeClr val="dk1"/>
                </a:solidFill>
                <a:latin typeface="Domine"/>
                <a:ea typeface="Domine"/>
                <a:cs typeface="Domine"/>
                <a:sym typeface="Domine"/>
              </a:defRPr>
            </a:lvl7pPr>
            <a:lvl8pPr marR="0" lvl="7" algn="ctr" rtl="0">
              <a:lnSpc>
                <a:spcPct val="100000"/>
              </a:lnSpc>
              <a:spcBef>
                <a:spcPts val="0"/>
              </a:spcBef>
              <a:spcAft>
                <a:spcPts val="0"/>
              </a:spcAft>
              <a:buClr>
                <a:schemeClr val="dk1"/>
              </a:buClr>
              <a:buSzPts val="6000"/>
              <a:buFont typeface="Domine"/>
              <a:buNone/>
              <a:defRPr sz="6000" b="0" i="0" u="none" strike="noStrike" cap="none" spc="0">
                <a:solidFill>
                  <a:schemeClr val="dk1"/>
                </a:solidFill>
                <a:latin typeface="Domine"/>
                <a:ea typeface="Domine"/>
                <a:cs typeface="Domine"/>
                <a:sym typeface="Domine"/>
              </a:defRPr>
            </a:lvl8pPr>
            <a:lvl9pPr marR="0" lvl="8" algn="ctr" rtl="0">
              <a:lnSpc>
                <a:spcPct val="100000"/>
              </a:lnSpc>
              <a:spcBef>
                <a:spcPts val="0"/>
              </a:spcBef>
              <a:spcAft>
                <a:spcPts val="0"/>
              </a:spcAft>
              <a:buClr>
                <a:schemeClr val="dk1"/>
              </a:buClr>
              <a:buSzPts val="6000"/>
              <a:buFont typeface="Domine"/>
              <a:buNone/>
              <a:defRPr sz="6000" b="0" i="0" u="none" strike="noStrike" cap="none" spc="0">
                <a:solidFill>
                  <a:schemeClr val="dk1"/>
                </a:solidFill>
                <a:latin typeface="Domine"/>
                <a:ea typeface="Domine"/>
                <a:cs typeface="Domine"/>
                <a:sym typeface="Domine"/>
              </a:defRPr>
            </a:lvl9pPr>
          </a:lstStyle>
          <a:p>
            <a:r>
              <a:rPr lang="en" sz="2800" dirty="0"/>
              <a:t>02</a:t>
            </a:r>
          </a:p>
        </p:txBody>
      </p:sp>
      <p:sp>
        <p:nvSpPr>
          <p:cNvPr id="3" name="Google Shape;478;p38">
            <a:extLst>
              <a:ext uri="{FF2B5EF4-FFF2-40B4-BE49-F238E27FC236}">
                <a16:creationId xmlns:a16="http://schemas.microsoft.com/office/drawing/2014/main" id="{82CBA055-3564-3866-C971-4DA1ADB0DD9A}"/>
              </a:ext>
            </a:extLst>
          </p:cNvPr>
          <p:cNvSpPr txBox="1">
            <a:spLocks/>
          </p:cNvSpPr>
          <p:nvPr/>
        </p:nvSpPr>
        <p:spPr>
          <a:xfrm>
            <a:off x="1927311" y="2657030"/>
            <a:ext cx="3559089" cy="84698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DM Sans"/>
              <a:buNone/>
              <a:defRPr sz="1400" b="0" i="0" u="none" strike="noStrike" cap="none" spc="0">
                <a:solidFill>
                  <a:schemeClr val="dk1"/>
                </a:solidFill>
                <a:latin typeface="DM Sans"/>
                <a:ea typeface="DM Sans"/>
                <a:cs typeface="DM Sans"/>
                <a:sym typeface="DM Sans"/>
              </a:defRPr>
            </a:lvl1pPr>
            <a:lvl2pPr marL="914400" marR="0" lvl="1" indent="-317500" algn="ctr" rtl="0">
              <a:lnSpc>
                <a:spcPct val="100000"/>
              </a:lnSpc>
              <a:spcBef>
                <a:spcPts val="0"/>
              </a:spcBef>
              <a:spcAft>
                <a:spcPts val="0"/>
              </a:spcAft>
              <a:buClr>
                <a:schemeClr val="dk1"/>
              </a:buClr>
              <a:buSzPts val="1400"/>
              <a:buFont typeface="DM Sans"/>
              <a:buNone/>
              <a:defRPr sz="1400" b="0" i="0" u="none" strike="noStrike" cap="none" spc="0">
                <a:solidFill>
                  <a:schemeClr val="dk1"/>
                </a:solidFill>
                <a:latin typeface="DM Sans"/>
                <a:ea typeface="DM Sans"/>
                <a:cs typeface="DM Sans"/>
                <a:sym typeface="DM Sans"/>
              </a:defRPr>
            </a:lvl2pPr>
            <a:lvl3pPr marL="1371600" marR="0" lvl="2" indent="-317500" algn="ctr" rtl="0">
              <a:lnSpc>
                <a:spcPct val="100000"/>
              </a:lnSpc>
              <a:spcBef>
                <a:spcPts val="1600"/>
              </a:spcBef>
              <a:spcAft>
                <a:spcPts val="0"/>
              </a:spcAft>
              <a:buClr>
                <a:schemeClr val="dk1"/>
              </a:buClr>
              <a:buSzPts val="1400"/>
              <a:buFont typeface="DM Sans"/>
              <a:buNone/>
              <a:defRPr sz="1400" b="0" i="0" u="none" strike="noStrike" cap="none" spc="0">
                <a:solidFill>
                  <a:schemeClr val="dk1"/>
                </a:solidFill>
                <a:latin typeface="DM Sans"/>
                <a:ea typeface="DM Sans"/>
                <a:cs typeface="DM Sans"/>
                <a:sym typeface="DM Sans"/>
              </a:defRPr>
            </a:lvl3pPr>
            <a:lvl4pPr marL="1828800" marR="0" lvl="3" indent="-317500" algn="ctr" rtl="0">
              <a:lnSpc>
                <a:spcPct val="100000"/>
              </a:lnSpc>
              <a:spcBef>
                <a:spcPts val="1600"/>
              </a:spcBef>
              <a:spcAft>
                <a:spcPts val="0"/>
              </a:spcAft>
              <a:buClr>
                <a:schemeClr val="dk1"/>
              </a:buClr>
              <a:buSzPts val="1400"/>
              <a:buFont typeface="DM Sans"/>
              <a:buNone/>
              <a:defRPr sz="1400" b="0" i="0" u="none" strike="noStrike" cap="none" spc="0">
                <a:solidFill>
                  <a:schemeClr val="dk1"/>
                </a:solidFill>
                <a:latin typeface="DM Sans"/>
                <a:ea typeface="DM Sans"/>
                <a:cs typeface="DM Sans"/>
                <a:sym typeface="DM Sans"/>
              </a:defRPr>
            </a:lvl4pPr>
            <a:lvl5pPr marL="2286000" marR="0" lvl="4" indent="-317500" algn="ctr" rtl="0">
              <a:lnSpc>
                <a:spcPct val="100000"/>
              </a:lnSpc>
              <a:spcBef>
                <a:spcPts val="1600"/>
              </a:spcBef>
              <a:spcAft>
                <a:spcPts val="0"/>
              </a:spcAft>
              <a:buClr>
                <a:schemeClr val="dk1"/>
              </a:buClr>
              <a:buSzPts val="1400"/>
              <a:buFont typeface="DM Sans"/>
              <a:buNone/>
              <a:defRPr sz="1400" b="0" i="0" u="none" strike="noStrike" cap="none" spc="0">
                <a:solidFill>
                  <a:schemeClr val="dk1"/>
                </a:solidFill>
                <a:latin typeface="DM Sans"/>
                <a:ea typeface="DM Sans"/>
                <a:cs typeface="DM Sans"/>
                <a:sym typeface="DM Sans"/>
              </a:defRPr>
            </a:lvl5pPr>
            <a:lvl6pPr marL="2743200" marR="0" lvl="5" indent="-317500" algn="ctr" rtl="0">
              <a:lnSpc>
                <a:spcPct val="100000"/>
              </a:lnSpc>
              <a:spcBef>
                <a:spcPts val="1600"/>
              </a:spcBef>
              <a:spcAft>
                <a:spcPts val="0"/>
              </a:spcAft>
              <a:buClr>
                <a:schemeClr val="dk1"/>
              </a:buClr>
              <a:buSzPts val="1400"/>
              <a:buFont typeface="DM Sans"/>
              <a:buNone/>
              <a:defRPr sz="1400" b="0" i="0" u="none" strike="noStrike" cap="none" spc="0">
                <a:solidFill>
                  <a:schemeClr val="dk1"/>
                </a:solidFill>
                <a:latin typeface="DM Sans"/>
                <a:ea typeface="DM Sans"/>
                <a:cs typeface="DM Sans"/>
                <a:sym typeface="DM Sans"/>
              </a:defRPr>
            </a:lvl6pPr>
            <a:lvl7pPr marL="3200400" marR="0" lvl="6" indent="-317500" algn="ctr" rtl="0">
              <a:lnSpc>
                <a:spcPct val="100000"/>
              </a:lnSpc>
              <a:spcBef>
                <a:spcPts val="1600"/>
              </a:spcBef>
              <a:spcAft>
                <a:spcPts val="0"/>
              </a:spcAft>
              <a:buClr>
                <a:schemeClr val="dk1"/>
              </a:buClr>
              <a:buSzPts val="1400"/>
              <a:buFont typeface="DM Sans"/>
              <a:buNone/>
              <a:defRPr sz="1400" b="0" i="0" u="none" strike="noStrike" cap="none" spc="0">
                <a:solidFill>
                  <a:schemeClr val="dk1"/>
                </a:solidFill>
                <a:latin typeface="DM Sans"/>
                <a:ea typeface="DM Sans"/>
                <a:cs typeface="DM Sans"/>
                <a:sym typeface="DM Sans"/>
              </a:defRPr>
            </a:lvl7pPr>
            <a:lvl8pPr marL="3657600" marR="0" lvl="7" indent="-317500" algn="ctr" rtl="0">
              <a:lnSpc>
                <a:spcPct val="100000"/>
              </a:lnSpc>
              <a:spcBef>
                <a:spcPts val="1600"/>
              </a:spcBef>
              <a:spcAft>
                <a:spcPts val="0"/>
              </a:spcAft>
              <a:buClr>
                <a:schemeClr val="dk1"/>
              </a:buClr>
              <a:buSzPts val="1400"/>
              <a:buFont typeface="DM Sans"/>
              <a:buNone/>
              <a:defRPr sz="1400" b="0" i="0" u="none" strike="noStrike" cap="none" spc="0">
                <a:solidFill>
                  <a:schemeClr val="dk1"/>
                </a:solidFill>
                <a:latin typeface="DM Sans"/>
                <a:ea typeface="DM Sans"/>
                <a:cs typeface="DM Sans"/>
                <a:sym typeface="DM Sans"/>
              </a:defRPr>
            </a:lvl8pPr>
            <a:lvl9pPr marL="4114800" marR="0" lvl="8" indent="-317500" algn="ctr" rtl="0">
              <a:lnSpc>
                <a:spcPct val="100000"/>
              </a:lnSpc>
              <a:spcBef>
                <a:spcPts val="1600"/>
              </a:spcBef>
              <a:spcAft>
                <a:spcPts val="1600"/>
              </a:spcAft>
              <a:buClr>
                <a:schemeClr val="dk1"/>
              </a:buClr>
              <a:buSzPts val="1400"/>
              <a:buFont typeface="DM Sans"/>
              <a:buNone/>
              <a:defRPr sz="1400" b="0" i="0" u="none" strike="noStrike" cap="none" spc="0">
                <a:solidFill>
                  <a:schemeClr val="dk1"/>
                </a:solidFill>
                <a:latin typeface="DM Sans"/>
                <a:ea typeface="DM Sans"/>
                <a:cs typeface="DM Sans"/>
                <a:sym typeface="DM Sans"/>
              </a:defRPr>
            </a:lvl9pPr>
          </a:lstStyle>
          <a:p>
            <a:pPr marL="0" indent="0"/>
            <a:r>
              <a:rPr lang="en-GB" dirty="0"/>
              <a:t>An overview of our approach to the data source, and methods of collaborative working (GitHub, Teams, Google Drive)</a:t>
            </a:r>
          </a:p>
          <a:p>
            <a:pPr marL="0" indent="0"/>
            <a:endParaRPr lang="en-GB" dirty="0"/>
          </a:p>
        </p:txBody>
      </p:sp>
      <p:sp>
        <p:nvSpPr>
          <p:cNvPr id="8" name="Google Shape;471;p38">
            <a:extLst>
              <a:ext uri="{FF2B5EF4-FFF2-40B4-BE49-F238E27FC236}">
                <a16:creationId xmlns:a16="http://schemas.microsoft.com/office/drawing/2014/main" id="{2F00B7FB-F18A-6D70-49DE-122494F7376A}"/>
              </a:ext>
            </a:extLst>
          </p:cNvPr>
          <p:cNvSpPr txBox="1">
            <a:spLocks/>
          </p:cNvSpPr>
          <p:nvPr/>
        </p:nvSpPr>
        <p:spPr>
          <a:xfrm>
            <a:off x="1927311" y="3798319"/>
            <a:ext cx="2390700" cy="3642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2000"/>
              <a:buFont typeface="Montserrat"/>
              <a:buNone/>
              <a:defRPr sz="2200" b="0" i="0" u="none" strike="noStrike" cap="none" spc="0">
                <a:solidFill>
                  <a:schemeClr val="dk2"/>
                </a:solidFill>
                <a:latin typeface="Domine"/>
                <a:ea typeface="Domine"/>
                <a:cs typeface="Domine"/>
                <a:sym typeface="Domine"/>
              </a:defRPr>
            </a:lvl1pPr>
            <a:lvl2pPr marL="914400" marR="0" lvl="1" indent="-317500" algn="l" rtl="0">
              <a:lnSpc>
                <a:spcPct val="100000"/>
              </a:lnSpc>
              <a:spcBef>
                <a:spcPts val="0"/>
              </a:spcBef>
              <a:spcAft>
                <a:spcPts val="0"/>
              </a:spcAft>
              <a:buClr>
                <a:schemeClr val="dk1"/>
              </a:buClr>
              <a:buSzPts val="2000"/>
              <a:buFont typeface="Montserrat"/>
              <a:buNone/>
              <a:defRPr sz="2000" b="0" i="0" u="none" strike="noStrike" cap="none" spc="0">
                <a:solidFill>
                  <a:schemeClr val="dk1"/>
                </a:solidFill>
                <a:latin typeface="Montserrat"/>
                <a:ea typeface="Montserrat"/>
                <a:cs typeface="Montserrat"/>
                <a:sym typeface="Montserrat"/>
              </a:defRPr>
            </a:lvl2pPr>
            <a:lvl3pPr marL="1371600" marR="0" lvl="2" indent="-317500" algn="l" rtl="0">
              <a:lnSpc>
                <a:spcPct val="100000"/>
              </a:lnSpc>
              <a:spcBef>
                <a:spcPts val="1600"/>
              </a:spcBef>
              <a:spcAft>
                <a:spcPts val="0"/>
              </a:spcAft>
              <a:buClr>
                <a:schemeClr val="dk1"/>
              </a:buClr>
              <a:buSzPts val="2000"/>
              <a:buFont typeface="Montserrat"/>
              <a:buNone/>
              <a:defRPr sz="2000" b="0" i="0" u="none" strike="noStrike" cap="none" spc="0">
                <a:solidFill>
                  <a:schemeClr val="dk1"/>
                </a:solidFill>
                <a:latin typeface="Montserrat"/>
                <a:ea typeface="Montserrat"/>
                <a:cs typeface="Montserrat"/>
                <a:sym typeface="Montserrat"/>
              </a:defRPr>
            </a:lvl3pPr>
            <a:lvl4pPr marL="1828800" marR="0" lvl="3" indent="-317500" algn="l" rtl="0">
              <a:lnSpc>
                <a:spcPct val="100000"/>
              </a:lnSpc>
              <a:spcBef>
                <a:spcPts val="1600"/>
              </a:spcBef>
              <a:spcAft>
                <a:spcPts val="0"/>
              </a:spcAft>
              <a:buClr>
                <a:schemeClr val="dk1"/>
              </a:buClr>
              <a:buSzPts val="2000"/>
              <a:buFont typeface="Montserrat"/>
              <a:buNone/>
              <a:defRPr sz="2000" b="0" i="0" u="none" strike="noStrike" cap="none" spc="0">
                <a:solidFill>
                  <a:schemeClr val="dk1"/>
                </a:solidFill>
                <a:latin typeface="Montserrat"/>
                <a:ea typeface="Montserrat"/>
                <a:cs typeface="Montserrat"/>
                <a:sym typeface="Montserrat"/>
              </a:defRPr>
            </a:lvl4pPr>
            <a:lvl5pPr marL="2286000" marR="0" lvl="4" indent="-317500" algn="l" rtl="0">
              <a:lnSpc>
                <a:spcPct val="100000"/>
              </a:lnSpc>
              <a:spcBef>
                <a:spcPts val="1600"/>
              </a:spcBef>
              <a:spcAft>
                <a:spcPts val="0"/>
              </a:spcAft>
              <a:buClr>
                <a:schemeClr val="dk1"/>
              </a:buClr>
              <a:buSzPts val="2000"/>
              <a:buFont typeface="Montserrat"/>
              <a:buNone/>
              <a:defRPr sz="2000" b="0" i="0" u="none" strike="noStrike" cap="none" spc="0">
                <a:solidFill>
                  <a:schemeClr val="dk1"/>
                </a:solidFill>
                <a:latin typeface="Montserrat"/>
                <a:ea typeface="Montserrat"/>
                <a:cs typeface="Montserrat"/>
                <a:sym typeface="Montserrat"/>
              </a:defRPr>
            </a:lvl5pPr>
            <a:lvl6pPr marL="2743200" marR="0" lvl="5" indent="-317500" algn="l" rtl="0">
              <a:lnSpc>
                <a:spcPct val="100000"/>
              </a:lnSpc>
              <a:spcBef>
                <a:spcPts val="1600"/>
              </a:spcBef>
              <a:spcAft>
                <a:spcPts val="0"/>
              </a:spcAft>
              <a:buClr>
                <a:schemeClr val="dk1"/>
              </a:buClr>
              <a:buSzPts val="2000"/>
              <a:buFont typeface="Montserrat"/>
              <a:buNone/>
              <a:defRPr sz="2000" b="0" i="0" u="none" strike="noStrike" cap="none" spc="0">
                <a:solidFill>
                  <a:schemeClr val="dk1"/>
                </a:solidFill>
                <a:latin typeface="Montserrat"/>
                <a:ea typeface="Montserrat"/>
                <a:cs typeface="Montserrat"/>
                <a:sym typeface="Montserrat"/>
              </a:defRPr>
            </a:lvl6pPr>
            <a:lvl7pPr marL="3200400" marR="0" lvl="6" indent="-317500" algn="l" rtl="0">
              <a:lnSpc>
                <a:spcPct val="100000"/>
              </a:lnSpc>
              <a:spcBef>
                <a:spcPts val="1600"/>
              </a:spcBef>
              <a:spcAft>
                <a:spcPts val="0"/>
              </a:spcAft>
              <a:buClr>
                <a:schemeClr val="dk1"/>
              </a:buClr>
              <a:buSzPts val="2000"/>
              <a:buFont typeface="Montserrat"/>
              <a:buNone/>
              <a:defRPr sz="2000" b="0" i="0" u="none" strike="noStrike" cap="none" spc="0">
                <a:solidFill>
                  <a:schemeClr val="dk1"/>
                </a:solidFill>
                <a:latin typeface="Montserrat"/>
                <a:ea typeface="Montserrat"/>
                <a:cs typeface="Montserrat"/>
                <a:sym typeface="Montserrat"/>
              </a:defRPr>
            </a:lvl7pPr>
            <a:lvl8pPr marL="3657600" marR="0" lvl="7" indent="-317500" algn="l" rtl="0">
              <a:lnSpc>
                <a:spcPct val="100000"/>
              </a:lnSpc>
              <a:spcBef>
                <a:spcPts val="1600"/>
              </a:spcBef>
              <a:spcAft>
                <a:spcPts val="0"/>
              </a:spcAft>
              <a:buClr>
                <a:schemeClr val="dk1"/>
              </a:buClr>
              <a:buSzPts val="2000"/>
              <a:buFont typeface="Montserrat"/>
              <a:buNone/>
              <a:defRPr sz="2000" b="0" i="0" u="none" strike="noStrike" cap="none" spc="0">
                <a:solidFill>
                  <a:schemeClr val="dk1"/>
                </a:solidFill>
                <a:latin typeface="Montserrat"/>
                <a:ea typeface="Montserrat"/>
                <a:cs typeface="Montserrat"/>
                <a:sym typeface="Montserrat"/>
              </a:defRPr>
            </a:lvl8pPr>
            <a:lvl9pPr marL="4114800" marR="0" lvl="8" indent="-317500" algn="l" rtl="0">
              <a:lnSpc>
                <a:spcPct val="100000"/>
              </a:lnSpc>
              <a:spcBef>
                <a:spcPts val="1600"/>
              </a:spcBef>
              <a:spcAft>
                <a:spcPts val="1600"/>
              </a:spcAft>
              <a:buClr>
                <a:schemeClr val="dk1"/>
              </a:buClr>
              <a:buSzPts val="2000"/>
              <a:buFont typeface="Montserrat"/>
              <a:buNone/>
              <a:defRPr sz="2000" b="0" i="0" u="none" strike="noStrike" cap="none" spc="0">
                <a:solidFill>
                  <a:schemeClr val="dk1"/>
                </a:solidFill>
                <a:latin typeface="Montserrat"/>
                <a:ea typeface="Montserrat"/>
                <a:cs typeface="Montserrat"/>
                <a:sym typeface="Montserrat"/>
              </a:defRPr>
            </a:lvl9pPr>
          </a:lstStyle>
          <a:p>
            <a:pPr marL="0" indent="0"/>
            <a:r>
              <a:rPr lang="en-GB" dirty="0"/>
              <a:t>Key findings</a:t>
            </a:r>
          </a:p>
        </p:txBody>
      </p:sp>
      <p:sp>
        <p:nvSpPr>
          <p:cNvPr id="10" name="Google Shape;474;p38">
            <a:extLst>
              <a:ext uri="{FF2B5EF4-FFF2-40B4-BE49-F238E27FC236}">
                <a16:creationId xmlns:a16="http://schemas.microsoft.com/office/drawing/2014/main" id="{E0DC5D88-A741-0922-49F6-C21C204946E1}"/>
              </a:ext>
            </a:extLst>
          </p:cNvPr>
          <p:cNvSpPr txBox="1">
            <a:spLocks/>
          </p:cNvSpPr>
          <p:nvPr/>
        </p:nvSpPr>
        <p:spPr>
          <a:xfrm>
            <a:off x="1037487" y="3717890"/>
            <a:ext cx="660684" cy="660684"/>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6000"/>
              <a:buFont typeface="Domine"/>
              <a:buNone/>
              <a:defRPr sz="3800" b="0" i="0" u="none" strike="noStrike" cap="none" spc="0">
                <a:solidFill>
                  <a:schemeClr val="lt1"/>
                </a:solidFill>
                <a:latin typeface="Domine"/>
                <a:ea typeface="Domine"/>
                <a:cs typeface="Domine"/>
                <a:sym typeface="Domine"/>
              </a:defRPr>
            </a:lvl1pPr>
            <a:lvl2pPr marR="0" lvl="1" algn="ctr" rtl="0">
              <a:lnSpc>
                <a:spcPct val="100000"/>
              </a:lnSpc>
              <a:spcBef>
                <a:spcPts val="0"/>
              </a:spcBef>
              <a:spcAft>
                <a:spcPts val="0"/>
              </a:spcAft>
              <a:buClr>
                <a:schemeClr val="dk1"/>
              </a:buClr>
              <a:buSzPts val="6000"/>
              <a:buFont typeface="Domine"/>
              <a:buNone/>
              <a:defRPr sz="6000" b="0" i="0" u="none" strike="noStrike" cap="none" spc="0">
                <a:solidFill>
                  <a:schemeClr val="dk1"/>
                </a:solidFill>
                <a:latin typeface="Domine"/>
                <a:ea typeface="Domine"/>
                <a:cs typeface="Domine"/>
                <a:sym typeface="Domine"/>
              </a:defRPr>
            </a:lvl2pPr>
            <a:lvl3pPr marR="0" lvl="2" algn="ctr" rtl="0">
              <a:lnSpc>
                <a:spcPct val="100000"/>
              </a:lnSpc>
              <a:spcBef>
                <a:spcPts val="0"/>
              </a:spcBef>
              <a:spcAft>
                <a:spcPts val="0"/>
              </a:spcAft>
              <a:buClr>
                <a:schemeClr val="dk1"/>
              </a:buClr>
              <a:buSzPts val="6000"/>
              <a:buFont typeface="Domine"/>
              <a:buNone/>
              <a:defRPr sz="6000" b="0" i="0" u="none" strike="noStrike" cap="none" spc="0">
                <a:solidFill>
                  <a:schemeClr val="dk1"/>
                </a:solidFill>
                <a:latin typeface="Domine"/>
                <a:ea typeface="Domine"/>
                <a:cs typeface="Domine"/>
                <a:sym typeface="Domine"/>
              </a:defRPr>
            </a:lvl3pPr>
            <a:lvl4pPr marR="0" lvl="3" algn="ctr" rtl="0">
              <a:lnSpc>
                <a:spcPct val="100000"/>
              </a:lnSpc>
              <a:spcBef>
                <a:spcPts val="0"/>
              </a:spcBef>
              <a:spcAft>
                <a:spcPts val="0"/>
              </a:spcAft>
              <a:buClr>
                <a:schemeClr val="dk1"/>
              </a:buClr>
              <a:buSzPts val="6000"/>
              <a:buFont typeface="Domine"/>
              <a:buNone/>
              <a:defRPr sz="6000" b="0" i="0" u="none" strike="noStrike" cap="none" spc="0">
                <a:solidFill>
                  <a:schemeClr val="dk1"/>
                </a:solidFill>
                <a:latin typeface="Domine"/>
                <a:ea typeface="Domine"/>
                <a:cs typeface="Domine"/>
                <a:sym typeface="Domine"/>
              </a:defRPr>
            </a:lvl4pPr>
            <a:lvl5pPr marR="0" lvl="4" algn="ctr" rtl="0">
              <a:lnSpc>
                <a:spcPct val="100000"/>
              </a:lnSpc>
              <a:spcBef>
                <a:spcPts val="0"/>
              </a:spcBef>
              <a:spcAft>
                <a:spcPts val="0"/>
              </a:spcAft>
              <a:buClr>
                <a:schemeClr val="dk1"/>
              </a:buClr>
              <a:buSzPts val="6000"/>
              <a:buFont typeface="Domine"/>
              <a:buNone/>
              <a:defRPr sz="6000" b="0" i="0" u="none" strike="noStrike" cap="none" spc="0">
                <a:solidFill>
                  <a:schemeClr val="dk1"/>
                </a:solidFill>
                <a:latin typeface="Domine"/>
                <a:ea typeface="Domine"/>
                <a:cs typeface="Domine"/>
                <a:sym typeface="Domine"/>
              </a:defRPr>
            </a:lvl5pPr>
            <a:lvl6pPr marR="0" lvl="5" algn="ctr" rtl="0">
              <a:lnSpc>
                <a:spcPct val="100000"/>
              </a:lnSpc>
              <a:spcBef>
                <a:spcPts val="0"/>
              </a:spcBef>
              <a:spcAft>
                <a:spcPts val="0"/>
              </a:spcAft>
              <a:buClr>
                <a:schemeClr val="dk1"/>
              </a:buClr>
              <a:buSzPts val="6000"/>
              <a:buFont typeface="Domine"/>
              <a:buNone/>
              <a:defRPr sz="6000" b="0" i="0" u="none" strike="noStrike" cap="none" spc="0">
                <a:solidFill>
                  <a:schemeClr val="dk1"/>
                </a:solidFill>
                <a:latin typeface="Domine"/>
                <a:ea typeface="Domine"/>
                <a:cs typeface="Domine"/>
                <a:sym typeface="Domine"/>
              </a:defRPr>
            </a:lvl6pPr>
            <a:lvl7pPr marR="0" lvl="6" algn="ctr" rtl="0">
              <a:lnSpc>
                <a:spcPct val="100000"/>
              </a:lnSpc>
              <a:spcBef>
                <a:spcPts val="0"/>
              </a:spcBef>
              <a:spcAft>
                <a:spcPts val="0"/>
              </a:spcAft>
              <a:buClr>
                <a:schemeClr val="dk1"/>
              </a:buClr>
              <a:buSzPts val="6000"/>
              <a:buFont typeface="Domine"/>
              <a:buNone/>
              <a:defRPr sz="6000" b="0" i="0" u="none" strike="noStrike" cap="none" spc="0">
                <a:solidFill>
                  <a:schemeClr val="dk1"/>
                </a:solidFill>
                <a:latin typeface="Domine"/>
                <a:ea typeface="Domine"/>
                <a:cs typeface="Domine"/>
                <a:sym typeface="Domine"/>
              </a:defRPr>
            </a:lvl7pPr>
            <a:lvl8pPr marR="0" lvl="7" algn="ctr" rtl="0">
              <a:lnSpc>
                <a:spcPct val="100000"/>
              </a:lnSpc>
              <a:spcBef>
                <a:spcPts val="0"/>
              </a:spcBef>
              <a:spcAft>
                <a:spcPts val="0"/>
              </a:spcAft>
              <a:buClr>
                <a:schemeClr val="dk1"/>
              </a:buClr>
              <a:buSzPts val="6000"/>
              <a:buFont typeface="Domine"/>
              <a:buNone/>
              <a:defRPr sz="6000" b="0" i="0" u="none" strike="noStrike" cap="none" spc="0">
                <a:solidFill>
                  <a:schemeClr val="dk1"/>
                </a:solidFill>
                <a:latin typeface="Domine"/>
                <a:ea typeface="Domine"/>
                <a:cs typeface="Domine"/>
                <a:sym typeface="Domine"/>
              </a:defRPr>
            </a:lvl8pPr>
            <a:lvl9pPr marR="0" lvl="8" algn="ctr" rtl="0">
              <a:lnSpc>
                <a:spcPct val="100000"/>
              </a:lnSpc>
              <a:spcBef>
                <a:spcPts val="0"/>
              </a:spcBef>
              <a:spcAft>
                <a:spcPts val="0"/>
              </a:spcAft>
              <a:buClr>
                <a:schemeClr val="dk1"/>
              </a:buClr>
              <a:buSzPts val="6000"/>
              <a:buFont typeface="Domine"/>
              <a:buNone/>
              <a:defRPr sz="6000" b="0" i="0" u="none" strike="noStrike" cap="none" spc="0">
                <a:solidFill>
                  <a:schemeClr val="dk1"/>
                </a:solidFill>
                <a:latin typeface="Domine"/>
                <a:ea typeface="Domine"/>
                <a:cs typeface="Domine"/>
                <a:sym typeface="Domine"/>
              </a:defRPr>
            </a:lvl9pPr>
          </a:lstStyle>
          <a:p>
            <a:r>
              <a:rPr lang="en" sz="2800" dirty="0"/>
              <a:t>03</a:t>
            </a:r>
          </a:p>
        </p:txBody>
      </p:sp>
      <p:sp>
        <p:nvSpPr>
          <p:cNvPr id="11" name="Google Shape;478;p38">
            <a:extLst>
              <a:ext uri="{FF2B5EF4-FFF2-40B4-BE49-F238E27FC236}">
                <a16:creationId xmlns:a16="http://schemas.microsoft.com/office/drawing/2014/main" id="{69119881-9F9B-34A4-A827-4AB21E9C7EFD}"/>
              </a:ext>
            </a:extLst>
          </p:cNvPr>
          <p:cNvSpPr txBox="1">
            <a:spLocks/>
          </p:cNvSpPr>
          <p:nvPr/>
        </p:nvSpPr>
        <p:spPr>
          <a:xfrm>
            <a:off x="1927310" y="4048233"/>
            <a:ext cx="3458605"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DM Sans"/>
              <a:buNone/>
              <a:defRPr sz="1400" b="0" i="0" u="none" strike="noStrike" cap="none" spc="0">
                <a:solidFill>
                  <a:schemeClr val="dk1"/>
                </a:solidFill>
                <a:latin typeface="DM Sans"/>
                <a:ea typeface="DM Sans"/>
                <a:cs typeface="DM Sans"/>
                <a:sym typeface="DM Sans"/>
              </a:defRPr>
            </a:lvl1pPr>
            <a:lvl2pPr marL="914400" marR="0" lvl="1" indent="-317500" algn="ctr" rtl="0">
              <a:lnSpc>
                <a:spcPct val="100000"/>
              </a:lnSpc>
              <a:spcBef>
                <a:spcPts val="0"/>
              </a:spcBef>
              <a:spcAft>
                <a:spcPts val="0"/>
              </a:spcAft>
              <a:buClr>
                <a:schemeClr val="dk1"/>
              </a:buClr>
              <a:buSzPts val="1400"/>
              <a:buFont typeface="DM Sans"/>
              <a:buNone/>
              <a:defRPr sz="1400" b="0" i="0" u="none" strike="noStrike" cap="none" spc="0">
                <a:solidFill>
                  <a:schemeClr val="dk1"/>
                </a:solidFill>
                <a:latin typeface="DM Sans"/>
                <a:ea typeface="DM Sans"/>
                <a:cs typeface="DM Sans"/>
                <a:sym typeface="DM Sans"/>
              </a:defRPr>
            </a:lvl2pPr>
            <a:lvl3pPr marL="1371600" marR="0" lvl="2" indent="-317500" algn="ctr" rtl="0">
              <a:lnSpc>
                <a:spcPct val="100000"/>
              </a:lnSpc>
              <a:spcBef>
                <a:spcPts val="1600"/>
              </a:spcBef>
              <a:spcAft>
                <a:spcPts val="0"/>
              </a:spcAft>
              <a:buClr>
                <a:schemeClr val="dk1"/>
              </a:buClr>
              <a:buSzPts val="1400"/>
              <a:buFont typeface="DM Sans"/>
              <a:buNone/>
              <a:defRPr sz="1400" b="0" i="0" u="none" strike="noStrike" cap="none" spc="0">
                <a:solidFill>
                  <a:schemeClr val="dk1"/>
                </a:solidFill>
                <a:latin typeface="DM Sans"/>
                <a:ea typeface="DM Sans"/>
                <a:cs typeface="DM Sans"/>
                <a:sym typeface="DM Sans"/>
              </a:defRPr>
            </a:lvl3pPr>
            <a:lvl4pPr marL="1828800" marR="0" lvl="3" indent="-317500" algn="ctr" rtl="0">
              <a:lnSpc>
                <a:spcPct val="100000"/>
              </a:lnSpc>
              <a:spcBef>
                <a:spcPts val="1600"/>
              </a:spcBef>
              <a:spcAft>
                <a:spcPts val="0"/>
              </a:spcAft>
              <a:buClr>
                <a:schemeClr val="dk1"/>
              </a:buClr>
              <a:buSzPts val="1400"/>
              <a:buFont typeface="DM Sans"/>
              <a:buNone/>
              <a:defRPr sz="1400" b="0" i="0" u="none" strike="noStrike" cap="none" spc="0">
                <a:solidFill>
                  <a:schemeClr val="dk1"/>
                </a:solidFill>
                <a:latin typeface="DM Sans"/>
                <a:ea typeface="DM Sans"/>
                <a:cs typeface="DM Sans"/>
                <a:sym typeface="DM Sans"/>
              </a:defRPr>
            </a:lvl4pPr>
            <a:lvl5pPr marL="2286000" marR="0" lvl="4" indent="-317500" algn="ctr" rtl="0">
              <a:lnSpc>
                <a:spcPct val="100000"/>
              </a:lnSpc>
              <a:spcBef>
                <a:spcPts val="1600"/>
              </a:spcBef>
              <a:spcAft>
                <a:spcPts val="0"/>
              </a:spcAft>
              <a:buClr>
                <a:schemeClr val="dk1"/>
              </a:buClr>
              <a:buSzPts val="1400"/>
              <a:buFont typeface="DM Sans"/>
              <a:buNone/>
              <a:defRPr sz="1400" b="0" i="0" u="none" strike="noStrike" cap="none" spc="0">
                <a:solidFill>
                  <a:schemeClr val="dk1"/>
                </a:solidFill>
                <a:latin typeface="DM Sans"/>
                <a:ea typeface="DM Sans"/>
                <a:cs typeface="DM Sans"/>
                <a:sym typeface="DM Sans"/>
              </a:defRPr>
            </a:lvl5pPr>
            <a:lvl6pPr marL="2743200" marR="0" lvl="5" indent="-317500" algn="ctr" rtl="0">
              <a:lnSpc>
                <a:spcPct val="100000"/>
              </a:lnSpc>
              <a:spcBef>
                <a:spcPts val="1600"/>
              </a:spcBef>
              <a:spcAft>
                <a:spcPts val="0"/>
              </a:spcAft>
              <a:buClr>
                <a:schemeClr val="dk1"/>
              </a:buClr>
              <a:buSzPts val="1400"/>
              <a:buFont typeface="DM Sans"/>
              <a:buNone/>
              <a:defRPr sz="1400" b="0" i="0" u="none" strike="noStrike" cap="none" spc="0">
                <a:solidFill>
                  <a:schemeClr val="dk1"/>
                </a:solidFill>
                <a:latin typeface="DM Sans"/>
                <a:ea typeface="DM Sans"/>
                <a:cs typeface="DM Sans"/>
                <a:sym typeface="DM Sans"/>
              </a:defRPr>
            </a:lvl6pPr>
            <a:lvl7pPr marL="3200400" marR="0" lvl="6" indent="-317500" algn="ctr" rtl="0">
              <a:lnSpc>
                <a:spcPct val="100000"/>
              </a:lnSpc>
              <a:spcBef>
                <a:spcPts val="1600"/>
              </a:spcBef>
              <a:spcAft>
                <a:spcPts val="0"/>
              </a:spcAft>
              <a:buClr>
                <a:schemeClr val="dk1"/>
              </a:buClr>
              <a:buSzPts val="1400"/>
              <a:buFont typeface="DM Sans"/>
              <a:buNone/>
              <a:defRPr sz="1400" b="0" i="0" u="none" strike="noStrike" cap="none" spc="0">
                <a:solidFill>
                  <a:schemeClr val="dk1"/>
                </a:solidFill>
                <a:latin typeface="DM Sans"/>
                <a:ea typeface="DM Sans"/>
                <a:cs typeface="DM Sans"/>
                <a:sym typeface="DM Sans"/>
              </a:defRPr>
            </a:lvl7pPr>
            <a:lvl8pPr marL="3657600" marR="0" lvl="7" indent="-317500" algn="ctr" rtl="0">
              <a:lnSpc>
                <a:spcPct val="100000"/>
              </a:lnSpc>
              <a:spcBef>
                <a:spcPts val="1600"/>
              </a:spcBef>
              <a:spcAft>
                <a:spcPts val="0"/>
              </a:spcAft>
              <a:buClr>
                <a:schemeClr val="dk1"/>
              </a:buClr>
              <a:buSzPts val="1400"/>
              <a:buFont typeface="DM Sans"/>
              <a:buNone/>
              <a:defRPr sz="1400" b="0" i="0" u="none" strike="noStrike" cap="none" spc="0">
                <a:solidFill>
                  <a:schemeClr val="dk1"/>
                </a:solidFill>
                <a:latin typeface="DM Sans"/>
                <a:ea typeface="DM Sans"/>
                <a:cs typeface="DM Sans"/>
                <a:sym typeface="DM Sans"/>
              </a:defRPr>
            </a:lvl8pPr>
            <a:lvl9pPr marL="4114800" marR="0" lvl="8" indent="-317500" algn="ctr" rtl="0">
              <a:lnSpc>
                <a:spcPct val="100000"/>
              </a:lnSpc>
              <a:spcBef>
                <a:spcPts val="1600"/>
              </a:spcBef>
              <a:spcAft>
                <a:spcPts val="1600"/>
              </a:spcAft>
              <a:buClr>
                <a:schemeClr val="dk1"/>
              </a:buClr>
              <a:buSzPts val="1400"/>
              <a:buFont typeface="DM Sans"/>
              <a:buNone/>
              <a:defRPr sz="1400" b="0" i="0" u="none" strike="noStrike" cap="none" spc="0">
                <a:solidFill>
                  <a:schemeClr val="dk1"/>
                </a:solidFill>
                <a:latin typeface="DM Sans"/>
                <a:ea typeface="DM Sans"/>
                <a:cs typeface="DM Sans"/>
                <a:sym typeface="DM Sans"/>
              </a:defRPr>
            </a:lvl9pPr>
          </a:lstStyle>
          <a:p>
            <a:pPr marL="0" indent="0"/>
            <a:r>
              <a:rPr lang="en-GB" dirty="0"/>
              <a:t>A breakdown of key results across the four suicide outcomes</a:t>
            </a:r>
          </a:p>
        </p:txBody>
      </p:sp>
      <p:sp>
        <p:nvSpPr>
          <p:cNvPr id="24" name="Google Shape;469;p38">
            <a:extLst>
              <a:ext uri="{FF2B5EF4-FFF2-40B4-BE49-F238E27FC236}">
                <a16:creationId xmlns:a16="http://schemas.microsoft.com/office/drawing/2014/main" id="{B59A368C-4478-EE25-A751-C902E5087D95}"/>
              </a:ext>
            </a:extLst>
          </p:cNvPr>
          <p:cNvSpPr txBox="1">
            <a:spLocks/>
          </p:cNvSpPr>
          <p:nvPr/>
        </p:nvSpPr>
        <p:spPr>
          <a:xfrm>
            <a:off x="6326969" y="1176726"/>
            <a:ext cx="2800848" cy="3642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2000"/>
              <a:buFont typeface="Montserrat"/>
              <a:buNone/>
              <a:defRPr sz="2200" b="0" i="0" u="none" strike="noStrike" cap="none" spc="0">
                <a:solidFill>
                  <a:schemeClr val="dk2"/>
                </a:solidFill>
                <a:latin typeface="Domine"/>
                <a:ea typeface="Domine"/>
                <a:cs typeface="Domine"/>
                <a:sym typeface="Domine"/>
              </a:defRPr>
            </a:lvl1pPr>
            <a:lvl2pPr marL="914400" marR="0" lvl="1" indent="-317500" algn="l" rtl="0">
              <a:lnSpc>
                <a:spcPct val="100000"/>
              </a:lnSpc>
              <a:spcBef>
                <a:spcPts val="0"/>
              </a:spcBef>
              <a:spcAft>
                <a:spcPts val="0"/>
              </a:spcAft>
              <a:buClr>
                <a:schemeClr val="dk1"/>
              </a:buClr>
              <a:buSzPts val="2000"/>
              <a:buFont typeface="Montserrat"/>
              <a:buNone/>
              <a:defRPr sz="2000" b="0" i="0" u="none" strike="noStrike" cap="none" spc="0">
                <a:solidFill>
                  <a:schemeClr val="dk1"/>
                </a:solidFill>
                <a:latin typeface="Montserrat"/>
                <a:ea typeface="Montserrat"/>
                <a:cs typeface="Montserrat"/>
                <a:sym typeface="Montserrat"/>
              </a:defRPr>
            </a:lvl2pPr>
            <a:lvl3pPr marL="1371600" marR="0" lvl="2" indent="-317500" algn="l" rtl="0">
              <a:lnSpc>
                <a:spcPct val="100000"/>
              </a:lnSpc>
              <a:spcBef>
                <a:spcPts val="1600"/>
              </a:spcBef>
              <a:spcAft>
                <a:spcPts val="0"/>
              </a:spcAft>
              <a:buClr>
                <a:schemeClr val="dk1"/>
              </a:buClr>
              <a:buSzPts val="2000"/>
              <a:buFont typeface="Montserrat"/>
              <a:buNone/>
              <a:defRPr sz="2000" b="0" i="0" u="none" strike="noStrike" cap="none" spc="0">
                <a:solidFill>
                  <a:schemeClr val="dk1"/>
                </a:solidFill>
                <a:latin typeface="Montserrat"/>
                <a:ea typeface="Montserrat"/>
                <a:cs typeface="Montserrat"/>
                <a:sym typeface="Montserrat"/>
              </a:defRPr>
            </a:lvl3pPr>
            <a:lvl4pPr marL="1828800" marR="0" lvl="3" indent="-317500" algn="l" rtl="0">
              <a:lnSpc>
                <a:spcPct val="100000"/>
              </a:lnSpc>
              <a:spcBef>
                <a:spcPts val="1600"/>
              </a:spcBef>
              <a:spcAft>
                <a:spcPts val="0"/>
              </a:spcAft>
              <a:buClr>
                <a:schemeClr val="dk1"/>
              </a:buClr>
              <a:buSzPts val="2000"/>
              <a:buFont typeface="Montserrat"/>
              <a:buNone/>
              <a:defRPr sz="2000" b="0" i="0" u="none" strike="noStrike" cap="none" spc="0">
                <a:solidFill>
                  <a:schemeClr val="dk1"/>
                </a:solidFill>
                <a:latin typeface="Montserrat"/>
                <a:ea typeface="Montserrat"/>
                <a:cs typeface="Montserrat"/>
                <a:sym typeface="Montserrat"/>
              </a:defRPr>
            </a:lvl4pPr>
            <a:lvl5pPr marL="2286000" marR="0" lvl="4" indent="-317500" algn="l" rtl="0">
              <a:lnSpc>
                <a:spcPct val="100000"/>
              </a:lnSpc>
              <a:spcBef>
                <a:spcPts val="1600"/>
              </a:spcBef>
              <a:spcAft>
                <a:spcPts val="0"/>
              </a:spcAft>
              <a:buClr>
                <a:schemeClr val="dk1"/>
              </a:buClr>
              <a:buSzPts val="2000"/>
              <a:buFont typeface="Montserrat"/>
              <a:buNone/>
              <a:defRPr sz="2000" b="0" i="0" u="none" strike="noStrike" cap="none" spc="0">
                <a:solidFill>
                  <a:schemeClr val="dk1"/>
                </a:solidFill>
                <a:latin typeface="Montserrat"/>
                <a:ea typeface="Montserrat"/>
                <a:cs typeface="Montserrat"/>
                <a:sym typeface="Montserrat"/>
              </a:defRPr>
            </a:lvl5pPr>
            <a:lvl6pPr marL="2743200" marR="0" lvl="5" indent="-317500" algn="l" rtl="0">
              <a:lnSpc>
                <a:spcPct val="100000"/>
              </a:lnSpc>
              <a:spcBef>
                <a:spcPts val="1600"/>
              </a:spcBef>
              <a:spcAft>
                <a:spcPts val="0"/>
              </a:spcAft>
              <a:buClr>
                <a:schemeClr val="dk1"/>
              </a:buClr>
              <a:buSzPts val="2000"/>
              <a:buFont typeface="Montserrat"/>
              <a:buNone/>
              <a:defRPr sz="2000" b="0" i="0" u="none" strike="noStrike" cap="none" spc="0">
                <a:solidFill>
                  <a:schemeClr val="dk1"/>
                </a:solidFill>
                <a:latin typeface="Montserrat"/>
                <a:ea typeface="Montserrat"/>
                <a:cs typeface="Montserrat"/>
                <a:sym typeface="Montserrat"/>
              </a:defRPr>
            </a:lvl6pPr>
            <a:lvl7pPr marL="3200400" marR="0" lvl="6" indent="-317500" algn="l" rtl="0">
              <a:lnSpc>
                <a:spcPct val="100000"/>
              </a:lnSpc>
              <a:spcBef>
                <a:spcPts val="1600"/>
              </a:spcBef>
              <a:spcAft>
                <a:spcPts val="0"/>
              </a:spcAft>
              <a:buClr>
                <a:schemeClr val="dk1"/>
              </a:buClr>
              <a:buSzPts val="2000"/>
              <a:buFont typeface="Montserrat"/>
              <a:buNone/>
              <a:defRPr sz="2000" b="0" i="0" u="none" strike="noStrike" cap="none" spc="0">
                <a:solidFill>
                  <a:schemeClr val="dk1"/>
                </a:solidFill>
                <a:latin typeface="Montserrat"/>
                <a:ea typeface="Montserrat"/>
                <a:cs typeface="Montserrat"/>
                <a:sym typeface="Montserrat"/>
              </a:defRPr>
            </a:lvl7pPr>
            <a:lvl8pPr marL="3657600" marR="0" lvl="7" indent="-317500" algn="l" rtl="0">
              <a:lnSpc>
                <a:spcPct val="100000"/>
              </a:lnSpc>
              <a:spcBef>
                <a:spcPts val="1600"/>
              </a:spcBef>
              <a:spcAft>
                <a:spcPts val="0"/>
              </a:spcAft>
              <a:buClr>
                <a:schemeClr val="dk1"/>
              </a:buClr>
              <a:buSzPts val="2000"/>
              <a:buFont typeface="Montserrat"/>
              <a:buNone/>
              <a:defRPr sz="2000" b="0" i="0" u="none" strike="noStrike" cap="none" spc="0">
                <a:solidFill>
                  <a:schemeClr val="dk1"/>
                </a:solidFill>
                <a:latin typeface="Montserrat"/>
                <a:ea typeface="Montserrat"/>
                <a:cs typeface="Montserrat"/>
                <a:sym typeface="Montserrat"/>
              </a:defRPr>
            </a:lvl8pPr>
            <a:lvl9pPr marL="4114800" marR="0" lvl="8" indent="-317500" algn="l" rtl="0">
              <a:lnSpc>
                <a:spcPct val="100000"/>
              </a:lnSpc>
              <a:spcBef>
                <a:spcPts val="1600"/>
              </a:spcBef>
              <a:spcAft>
                <a:spcPts val="1600"/>
              </a:spcAft>
              <a:buClr>
                <a:schemeClr val="dk1"/>
              </a:buClr>
              <a:buSzPts val="2000"/>
              <a:buFont typeface="Montserrat"/>
              <a:buNone/>
              <a:defRPr sz="2000" b="0" i="0" u="none" strike="noStrike" cap="none" spc="0">
                <a:solidFill>
                  <a:schemeClr val="dk1"/>
                </a:solidFill>
                <a:latin typeface="Montserrat"/>
                <a:ea typeface="Montserrat"/>
                <a:cs typeface="Montserrat"/>
                <a:sym typeface="Montserrat"/>
              </a:defRPr>
            </a:lvl9pPr>
          </a:lstStyle>
          <a:p>
            <a:pPr marL="0" indent="0"/>
            <a:r>
              <a:rPr lang="en-GB" dirty="0"/>
              <a:t>Recommendations</a:t>
            </a:r>
          </a:p>
        </p:txBody>
      </p:sp>
      <p:sp>
        <p:nvSpPr>
          <p:cNvPr id="25" name="Google Shape;471;p38">
            <a:extLst>
              <a:ext uri="{FF2B5EF4-FFF2-40B4-BE49-F238E27FC236}">
                <a16:creationId xmlns:a16="http://schemas.microsoft.com/office/drawing/2014/main" id="{28A8E6A1-66D3-8906-AEDB-F29FCB246EAC}"/>
              </a:ext>
            </a:extLst>
          </p:cNvPr>
          <p:cNvSpPr txBox="1">
            <a:spLocks/>
          </p:cNvSpPr>
          <p:nvPr/>
        </p:nvSpPr>
        <p:spPr>
          <a:xfrm>
            <a:off x="6326968" y="2487545"/>
            <a:ext cx="2390700" cy="3642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2000"/>
              <a:buFont typeface="Montserrat"/>
              <a:buNone/>
              <a:defRPr sz="2200" b="0" i="0" u="none" strike="noStrike" cap="none" spc="0">
                <a:solidFill>
                  <a:schemeClr val="dk2"/>
                </a:solidFill>
                <a:latin typeface="Domine"/>
                <a:ea typeface="Domine"/>
                <a:cs typeface="Domine"/>
                <a:sym typeface="Domine"/>
              </a:defRPr>
            </a:lvl1pPr>
            <a:lvl2pPr marL="914400" marR="0" lvl="1" indent="-317500" algn="l" rtl="0">
              <a:lnSpc>
                <a:spcPct val="100000"/>
              </a:lnSpc>
              <a:spcBef>
                <a:spcPts val="0"/>
              </a:spcBef>
              <a:spcAft>
                <a:spcPts val="0"/>
              </a:spcAft>
              <a:buClr>
                <a:schemeClr val="dk1"/>
              </a:buClr>
              <a:buSzPts val="2000"/>
              <a:buFont typeface="Montserrat"/>
              <a:buNone/>
              <a:defRPr sz="2000" b="0" i="0" u="none" strike="noStrike" cap="none" spc="0">
                <a:solidFill>
                  <a:schemeClr val="dk1"/>
                </a:solidFill>
                <a:latin typeface="Montserrat"/>
                <a:ea typeface="Montserrat"/>
                <a:cs typeface="Montserrat"/>
                <a:sym typeface="Montserrat"/>
              </a:defRPr>
            </a:lvl2pPr>
            <a:lvl3pPr marL="1371600" marR="0" lvl="2" indent="-317500" algn="l" rtl="0">
              <a:lnSpc>
                <a:spcPct val="100000"/>
              </a:lnSpc>
              <a:spcBef>
                <a:spcPts val="1600"/>
              </a:spcBef>
              <a:spcAft>
                <a:spcPts val="0"/>
              </a:spcAft>
              <a:buClr>
                <a:schemeClr val="dk1"/>
              </a:buClr>
              <a:buSzPts val="2000"/>
              <a:buFont typeface="Montserrat"/>
              <a:buNone/>
              <a:defRPr sz="2000" b="0" i="0" u="none" strike="noStrike" cap="none" spc="0">
                <a:solidFill>
                  <a:schemeClr val="dk1"/>
                </a:solidFill>
                <a:latin typeface="Montserrat"/>
                <a:ea typeface="Montserrat"/>
                <a:cs typeface="Montserrat"/>
                <a:sym typeface="Montserrat"/>
              </a:defRPr>
            </a:lvl3pPr>
            <a:lvl4pPr marL="1828800" marR="0" lvl="3" indent="-317500" algn="l" rtl="0">
              <a:lnSpc>
                <a:spcPct val="100000"/>
              </a:lnSpc>
              <a:spcBef>
                <a:spcPts val="1600"/>
              </a:spcBef>
              <a:spcAft>
                <a:spcPts val="0"/>
              </a:spcAft>
              <a:buClr>
                <a:schemeClr val="dk1"/>
              </a:buClr>
              <a:buSzPts val="2000"/>
              <a:buFont typeface="Montserrat"/>
              <a:buNone/>
              <a:defRPr sz="2000" b="0" i="0" u="none" strike="noStrike" cap="none" spc="0">
                <a:solidFill>
                  <a:schemeClr val="dk1"/>
                </a:solidFill>
                <a:latin typeface="Montserrat"/>
                <a:ea typeface="Montserrat"/>
                <a:cs typeface="Montserrat"/>
                <a:sym typeface="Montserrat"/>
              </a:defRPr>
            </a:lvl4pPr>
            <a:lvl5pPr marL="2286000" marR="0" lvl="4" indent="-317500" algn="l" rtl="0">
              <a:lnSpc>
                <a:spcPct val="100000"/>
              </a:lnSpc>
              <a:spcBef>
                <a:spcPts val="1600"/>
              </a:spcBef>
              <a:spcAft>
                <a:spcPts val="0"/>
              </a:spcAft>
              <a:buClr>
                <a:schemeClr val="dk1"/>
              </a:buClr>
              <a:buSzPts val="2000"/>
              <a:buFont typeface="Montserrat"/>
              <a:buNone/>
              <a:defRPr sz="2000" b="0" i="0" u="none" strike="noStrike" cap="none" spc="0">
                <a:solidFill>
                  <a:schemeClr val="dk1"/>
                </a:solidFill>
                <a:latin typeface="Montserrat"/>
                <a:ea typeface="Montserrat"/>
                <a:cs typeface="Montserrat"/>
                <a:sym typeface="Montserrat"/>
              </a:defRPr>
            </a:lvl5pPr>
            <a:lvl6pPr marL="2743200" marR="0" lvl="5" indent="-317500" algn="l" rtl="0">
              <a:lnSpc>
                <a:spcPct val="100000"/>
              </a:lnSpc>
              <a:spcBef>
                <a:spcPts val="1600"/>
              </a:spcBef>
              <a:spcAft>
                <a:spcPts val="0"/>
              </a:spcAft>
              <a:buClr>
                <a:schemeClr val="dk1"/>
              </a:buClr>
              <a:buSzPts val="2000"/>
              <a:buFont typeface="Montserrat"/>
              <a:buNone/>
              <a:defRPr sz="2000" b="0" i="0" u="none" strike="noStrike" cap="none" spc="0">
                <a:solidFill>
                  <a:schemeClr val="dk1"/>
                </a:solidFill>
                <a:latin typeface="Montserrat"/>
                <a:ea typeface="Montserrat"/>
                <a:cs typeface="Montserrat"/>
                <a:sym typeface="Montserrat"/>
              </a:defRPr>
            </a:lvl6pPr>
            <a:lvl7pPr marL="3200400" marR="0" lvl="6" indent="-317500" algn="l" rtl="0">
              <a:lnSpc>
                <a:spcPct val="100000"/>
              </a:lnSpc>
              <a:spcBef>
                <a:spcPts val="1600"/>
              </a:spcBef>
              <a:spcAft>
                <a:spcPts val="0"/>
              </a:spcAft>
              <a:buClr>
                <a:schemeClr val="dk1"/>
              </a:buClr>
              <a:buSzPts val="2000"/>
              <a:buFont typeface="Montserrat"/>
              <a:buNone/>
              <a:defRPr sz="2000" b="0" i="0" u="none" strike="noStrike" cap="none" spc="0">
                <a:solidFill>
                  <a:schemeClr val="dk1"/>
                </a:solidFill>
                <a:latin typeface="Montserrat"/>
                <a:ea typeface="Montserrat"/>
                <a:cs typeface="Montserrat"/>
                <a:sym typeface="Montserrat"/>
              </a:defRPr>
            </a:lvl7pPr>
            <a:lvl8pPr marL="3657600" marR="0" lvl="7" indent="-317500" algn="l" rtl="0">
              <a:lnSpc>
                <a:spcPct val="100000"/>
              </a:lnSpc>
              <a:spcBef>
                <a:spcPts val="1600"/>
              </a:spcBef>
              <a:spcAft>
                <a:spcPts val="0"/>
              </a:spcAft>
              <a:buClr>
                <a:schemeClr val="dk1"/>
              </a:buClr>
              <a:buSzPts val="2000"/>
              <a:buFont typeface="Montserrat"/>
              <a:buNone/>
              <a:defRPr sz="2000" b="0" i="0" u="none" strike="noStrike" cap="none" spc="0">
                <a:solidFill>
                  <a:schemeClr val="dk1"/>
                </a:solidFill>
                <a:latin typeface="Montserrat"/>
                <a:ea typeface="Montserrat"/>
                <a:cs typeface="Montserrat"/>
                <a:sym typeface="Montserrat"/>
              </a:defRPr>
            </a:lvl8pPr>
            <a:lvl9pPr marL="4114800" marR="0" lvl="8" indent="-317500" algn="l" rtl="0">
              <a:lnSpc>
                <a:spcPct val="100000"/>
              </a:lnSpc>
              <a:spcBef>
                <a:spcPts val="1600"/>
              </a:spcBef>
              <a:spcAft>
                <a:spcPts val="1600"/>
              </a:spcAft>
              <a:buClr>
                <a:schemeClr val="dk1"/>
              </a:buClr>
              <a:buSzPts val="2000"/>
              <a:buFont typeface="Montserrat"/>
              <a:buNone/>
              <a:defRPr sz="2000" b="0" i="0" u="none" strike="noStrike" cap="none" spc="0">
                <a:solidFill>
                  <a:schemeClr val="dk1"/>
                </a:solidFill>
                <a:latin typeface="Montserrat"/>
                <a:ea typeface="Montserrat"/>
                <a:cs typeface="Montserrat"/>
                <a:sym typeface="Montserrat"/>
              </a:defRPr>
            </a:lvl9pPr>
          </a:lstStyle>
          <a:p>
            <a:pPr marL="0" indent="0"/>
            <a:r>
              <a:rPr lang="en-GB" dirty="0"/>
              <a:t>Conclusion</a:t>
            </a:r>
          </a:p>
        </p:txBody>
      </p:sp>
      <p:sp>
        <p:nvSpPr>
          <p:cNvPr id="26" name="Google Shape;474;p38">
            <a:extLst>
              <a:ext uri="{FF2B5EF4-FFF2-40B4-BE49-F238E27FC236}">
                <a16:creationId xmlns:a16="http://schemas.microsoft.com/office/drawing/2014/main" id="{E942B919-E822-DD03-02AC-0896205B9B0F}"/>
              </a:ext>
            </a:extLst>
          </p:cNvPr>
          <p:cNvSpPr txBox="1">
            <a:spLocks/>
          </p:cNvSpPr>
          <p:nvPr/>
        </p:nvSpPr>
        <p:spPr>
          <a:xfrm>
            <a:off x="5437144" y="1169378"/>
            <a:ext cx="660684" cy="660684"/>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6000"/>
              <a:buFont typeface="Domine"/>
              <a:buNone/>
              <a:defRPr sz="3800" b="0" i="0" u="none" strike="noStrike" cap="none" spc="0">
                <a:solidFill>
                  <a:schemeClr val="lt1"/>
                </a:solidFill>
                <a:latin typeface="Domine"/>
                <a:ea typeface="Domine"/>
                <a:cs typeface="Domine"/>
                <a:sym typeface="Domine"/>
              </a:defRPr>
            </a:lvl1pPr>
            <a:lvl2pPr marR="0" lvl="1" algn="ctr" rtl="0">
              <a:lnSpc>
                <a:spcPct val="100000"/>
              </a:lnSpc>
              <a:spcBef>
                <a:spcPts val="0"/>
              </a:spcBef>
              <a:spcAft>
                <a:spcPts val="0"/>
              </a:spcAft>
              <a:buClr>
                <a:schemeClr val="dk1"/>
              </a:buClr>
              <a:buSzPts val="6000"/>
              <a:buFont typeface="Domine"/>
              <a:buNone/>
              <a:defRPr sz="6000" b="0" i="0" u="none" strike="noStrike" cap="none" spc="0">
                <a:solidFill>
                  <a:schemeClr val="dk1"/>
                </a:solidFill>
                <a:latin typeface="Domine"/>
                <a:ea typeface="Domine"/>
                <a:cs typeface="Domine"/>
                <a:sym typeface="Domine"/>
              </a:defRPr>
            </a:lvl2pPr>
            <a:lvl3pPr marR="0" lvl="2" algn="ctr" rtl="0">
              <a:lnSpc>
                <a:spcPct val="100000"/>
              </a:lnSpc>
              <a:spcBef>
                <a:spcPts val="0"/>
              </a:spcBef>
              <a:spcAft>
                <a:spcPts val="0"/>
              </a:spcAft>
              <a:buClr>
                <a:schemeClr val="dk1"/>
              </a:buClr>
              <a:buSzPts val="6000"/>
              <a:buFont typeface="Domine"/>
              <a:buNone/>
              <a:defRPr sz="6000" b="0" i="0" u="none" strike="noStrike" cap="none" spc="0">
                <a:solidFill>
                  <a:schemeClr val="dk1"/>
                </a:solidFill>
                <a:latin typeface="Domine"/>
                <a:ea typeface="Domine"/>
                <a:cs typeface="Domine"/>
                <a:sym typeface="Domine"/>
              </a:defRPr>
            </a:lvl3pPr>
            <a:lvl4pPr marR="0" lvl="3" algn="ctr" rtl="0">
              <a:lnSpc>
                <a:spcPct val="100000"/>
              </a:lnSpc>
              <a:spcBef>
                <a:spcPts val="0"/>
              </a:spcBef>
              <a:spcAft>
                <a:spcPts val="0"/>
              </a:spcAft>
              <a:buClr>
                <a:schemeClr val="dk1"/>
              </a:buClr>
              <a:buSzPts val="6000"/>
              <a:buFont typeface="Domine"/>
              <a:buNone/>
              <a:defRPr sz="6000" b="0" i="0" u="none" strike="noStrike" cap="none" spc="0">
                <a:solidFill>
                  <a:schemeClr val="dk1"/>
                </a:solidFill>
                <a:latin typeface="Domine"/>
                <a:ea typeface="Domine"/>
                <a:cs typeface="Domine"/>
                <a:sym typeface="Domine"/>
              </a:defRPr>
            </a:lvl4pPr>
            <a:lvl5pPr marR="0" lvl="4" algn="ctr" rtl="0">
              <a:lnSpc>
                <a:spcPct val="100000"/>
              </a:lnSpc>
              <a:spcBef>
                <a:spcPts val="0"/>
              </a:spcBef>
              <a:spcAft>
                <a:spcPts val="0"/>
              </a:spcAft>
              <a:buClr>
                <a:schemeClr val="dk1"/>
              </a:buClr>
              <a:buSzPts val="6000"/>
              <a:buFont typeface="Domine"/>
              <a:buNone/>
              <a:defRPr sz="6000" b="0" i="0" u="none" strike="noStrike" cap="none" spc="0">
                <a:solidFill>
                  <a:schemeClr val="dk1"/>
                </a:solidFill>
                <a:latin typeface="Domine"/>
                <a:ea typeface="Domine"/>
                <a:cs typeface="Domine"/>
                <a:sym typeface="Domine"/>
              </a:defRPr>
            </a:lvl5pPr>
            <a:lvl6pPr marR="0" lvl="5" algn="ctr" rtl="0">
              <a:lnSpc>
                <a:spcPct val="100000"/>
              </a:lnSpc>
              <a:spcBef>
                <a:spcPts val="0"/>
              </a:spcBef>
              <a:spcAft>
                <a:spcPts val="0"/>
              </a:spcAft>
              <a:buClr>
                <a:schemeClr val="dk1"/>
              </a:buClr>
              <a:buSzPts val="6000"/>
              <a:buFont typeface="Domine"/>
              <a:buNone/>
              <a:defRPr sz="6000" b="0" i="0" u="none" strike="noStrike" cap="none" spc="0">
                <a:solidFill>
                  <a:schemeClr val="dk1"/>
                </a:solidFill>
                <a:latin typeface="Domine"/>
                <a:ea typeface="Domine"/>
                <a:cs typeface="Domine"/>
                <a:sym typeface="Domine"/>
              </a:defRPr>
            </a:lvl6pPr>
            <a:lvl7pPr marR="0" lvl="6" algn="ctr" rtl="0">
              <a:lnSpc>
                <a:spcPct val="100000"/>
              </a:lnSpc>
              <a:spcBef>
                <a:spcPts val="0"/>
              </a:spcBef>
              <a:spcAft>
                <a:spcPts val="0"/>
              </a:spcAft>
              <a:buClr>
                <a:schemeClr val="dk1"/>
              </a:buClr>
              <a:buSzPts val="6000"/>
              <a:buFont typeface="Domine"/>
              <a:buNone/>
              <a:defRPr sz="6000" b="0" i="0" u="none" strike="noStrike" cap="none" spc="0">
                <a:solidFill>
                  <a:schemeClr val="dk1"/>
                </a:solidFill>
                <a:latin typeface="Domine"/>
                <a:ea typeface="Domine"/>
                <a:cs typeface="Domine"/>
                <a:sym typeface="Domine"/>
              </a:defRPr>
            </a:lvl7pPr>
            <a:lvl8pPr marR="0" lvl="7" algn="ctr" rtl="0">
              <a:lnSpc>
                <a:spcPct val="100000"/>
              </a:lnSpc>
              <a:spcBef>
                <a:spcPts val="0"/>
              </a:spcBef>
              <a:spcAft>
                <a:spcPts val="0"/>
              </a:spcAft>
              <a:buClr>
                <a:schemeClr val="dk1"/>
              </a:buClr>
              <a:buSzPts val="6000"/>
              <a:buFont typeface="Domine"/>
              <a:buNone/>
              <a:defRPr sz="6000" b="0" i="0" u="none" strike="noStrike" cap="none" spc="0">
                <a:solidFill>
                  <a:schemeClr val="dk1"/>
                </a:solidFill>
                <a:latin typeface="Domine"/>
                <a:ea typeface="Domine"/>
                <a:cs typeface="Domine"/>
                <a:sym typeface="Domine"/>
              </a:defRPr>
            </a:lvl8pPr>
            <a:lvl9pPr marR="0" lvl="8" algn="ctr" rtl="0">
              <a:lnSpc>
                <a:spcPct val="100000"/>
              </a:lnSpc>
              <a:spcBef>
                <a:spcPts val="0"/>
              </a:spcBef>
              <a:spcAft>
                <a:spcPts val="0"/>
              </a:spcAft>
              <a:buClr>
                <a:schemeClr val="dk1"/>
              </a:buClr>
              <a:buSzPts val="6000"/>
              <a:buFont typeface="Domine"/>
              <a:buNone/>
              <a:defRPr sz="6000" b="0" i="0" u="none" strike="noStrike" cap="none" spc="0">
                <a:solidFill>
                  <a:schemeClr val="dk1"/>
                </a:solidFill>
                <a:latin typeface="Domine"/>
                <a:ea typeface="Domine"/>
                <a:cs typeface="Domine"/>
                <a:sym typeface="Domine"/>
              </a:defRPr>
            </a:lvl9pPr>
          </a:lstStyle>
          <a:p>
            <a:r>
              <a:rPr lang="en" sz="2800" dirty="0"/>
              <a:t>04</a:t>
            </a:r>
          </a:p>
        </p:txBody>
      </p:sp>
      <p:sp>
        <p:nvSpPr>
          <p:cNvPr id="27" name="Google Shape;478;p38">
            <a:extLst>
              <a:ext uri="{FF2B5EF4-FFF2-40B4-BE49-F238E27FC236}">
                <a16:creationId xmlns:a16="http://schemas.microsoft.com/office/drawing/2014/main" id="{EC33A9E8-2952-7AB2-0E6C-01744A1C4814}"/>
              </a:ext>
            </a:extLst>
          </p:cNvPr>
          <p:cNvSpPr txBox="1">
            <a:spLocks/>
          </p:cNvSpPr>
          <p:nvPr/>
        </p:nvSpPr>
        <p:spPr>
          <a:xfrm>
            <a:off x="6326968" y="1483783"/>
            <a:ext cx="2928127" cy="5259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DM Sans"/>
              <a:buNone/>
              <a:defRPr sz="1400" b="0" i="0" u="none" strike="noStrike" cap="none" spc="0">
                <a:solidFill>
                  <a:schemeClr val="dk1"/>
                </a:solidFill>
                <a:latin typeface="DM Sans"/>
                <a:ea typeface="DM Sans"/>
                <a:cs typeface="DM Sans"/>
                <a:sym typeface="DM Sans"/>
              </a:defRPr>
            </a:lvl1pPr>
            <a:lvl2pPr marL="914400" marR="0" lvl="1" indent="-317500" algn="ctr" rtl="0">
              <a:lnSpc>
                <a:spcPct val="100000"/>
              </a:lnSpc>
              <a:spcBef>
                <a:spcPts val="0"/>
              </a:spcBef>
              <a:spcAft>
                <a:spcPts val="0"/>
              </a:spcAft>
              <a:buClr>
                <a:schemeClr val="dk1"/>
              </a:buClr>
              <a:buSzPts val="1400"/>
              <a:buFont typeface="DM Sans"/>
              <a:buNone/>
              <a:defRPr sz="1400" b="0" i="0" u="none" strike="noStrike" cap="none" spc="0">
                <a:solidFill>
                  <a:schemeClr val="dk1"/>
                </a:solidFill>
                <a:latin typeface="DM Sans"/>
                <a:ea typeface="DM Sans"/>
                <a:cs typeface="DM Sans"/>
                <a:sym typeface="DM Sans"/>
              </a:defRPr>
            </a:lvl2pPr>
            <a:lvl3pPr marL="1371600" marR="0" lvl="2" indent="-317500" algn="ctr" rtl="0">
              <a:lnSpc>
                <a:spcPct val="100000"/>
              </a:lnSpc>
              <a:spcBef>
                <a:spcPts val="1600"/>
              </a:spcBef>
              <a:spcAft>
                <a:spcPts val="0"/>
              </a:spcAft>
              <a:buClr>
                <a:schemeClr val="dk1"/>
              </a:buClr>
              <a:buSzPts val="1400"/>
              <a:buFont typeface="DM Sans"/>
              <a:buNone/>
              <a:defRPr sz="1400" b="0" i="0" u="none" strike="noStrike" cap="none" spc="0">
                <a:solidFill>
                  <a:schemeClr val="dk1"/>
                </a:solidFill>
                <a:latin typeface="DM Sans"/>
                <a:ea typeface="DM Sans"/>
                <a:cs typeface="DM Sans"/>
                <a:sym typeface="DM Sans"/>
              </a:defRPr>
            </a:lvl3pPr>
            <a:lvl4pPr marL="1828800" marR="0" lvl="3" indent="-317500" algn="ctr" rtl="0">
              <a:lnSpc>
                <a:spcPct val="100000"/>
              </a:lnSpc>
              <a:spcBef>
                <a:spcPts val="1600"/>
              </a:spcBef>
              <a:spcAft>
                <a:spcPts val="0"/>
              </a:spcAft>
              <a:buClr>
                <a:schemeClr val="dk1"/>
              </a:buClr>
              <a:buSzPts val="1400"/>
              <a:buFont typeface="DM Sans"/>
              <a:buNone/>
              <a:defRPr sz="1400" b="0" i="0" u="none" strike="noStrike" cap="none" spc="0">
                <a:solidFill>
                  <a:schemeClr val="dk1"/>
                </a:solidFill>
                <a:latin typeface="DM Sans"/>
                <a:ea typeface="DM Sans"/>
                <a:cs typeface="DM Sans"/>
                <a:sym typeface="DM Sans"/>
              </a:defRPr>
            </a:lvl4pPr>
            <a:lvl5pPr marL="2286000" marR="0" lvl="4" indent="-317500" algn="ctr" rtl="0">
              <a:lnSpc>
                <a:spcPct val="100000"/>
              </a:lnSpc>
              <a:spcBef>
                <a:spcPts val="1600"/>
              </a:spcBef>
              <a:spcAft>
                <a:spcPts val="0"/>
              </a:spcAft>
              <a:buClr>
                <a:schemeClr val="dk1"/>
              </a:buClr>
              <a:buSzPts val="1400"/>
              <a:buFont typeface="DM Sans"/>
              <a:buNone/>
              <a:defRPr sz="1400" b="0" i="0" u="none" strike="noStrike" cap="none" spc="0">
                <a:solidFill>
                  <a:schemeClr val="dk1"/>
                </a:solidFill>
                <a:latin typeface="DM Sans"/>
                <a:ea typeface="DM Sans"/>
                <a:cs typeface="DM Sans"/>
                <a:sym typeface="DM Sans"/>
              </a:defRPr>
            </a:lvl5pPr>
            <a:lvl6pPr marL="2743200" marR="0" lvl="5" indent="-317500" algn="ctr" rtl="0">
              <a:lnSpc>
                <a:spcPct val="100000"/>
              </a:lnSpc>
              <a:spcBef>
                <a:spcPts val="1600"/>
              </a:spcBef>
              <a:spcAft>
                <a:spcPts val="0"/>
              </a:spcAft>
              <a:buClr>
                <a:schemeClr val="dk1"/>
              </a:buClr>
              <a:buSzPts val="1400"/>
              <a:buFont typeface="DM Sans"/>
              <a:buNone/>
              <a:defRPr sz="1400" b="0" i="0" u="none" strike="noStrike" cap="none" spc="0">
                <a:solidFill>
                  <a:schemeClr val="dk1"/>
                </a:solidFill>
                <a:latin typeface="DM Sans"/>
                <a:ea typeface="DM Sans"/>
                <a:cs typeface="DM Sans"/>
                <a:sym typeface="DM Sans"/>
              </a:defRPr>
            </a:lvl6pPr>
            <a:lvl7pPr marL="3200400" marR="0" lvl="6" indent="-317500" algn="ctr" rtl="0">
              <a:lnSpc>
                <a:spcPct val="100000"/>
              </a:lnSpc>
              <a:spcBef>
                <a:spcPts val="1600"/>
              </a:spcBef>
              <a:spcAft>
                <a:spcPts val="0"/>
              </a:spcAft>
              <a:buClr>
                <a:schemeClr val="dk1"/>
              </a:buClr>
              <a:buSzPts val="1400"/>
              <a:buFont typeface="DM Sans"/>
              <a:buNone/>
              <a:defRPr sz="1400" b="0" i="0" u="none" strike="noStrike" cap="none" spc="0">
                <a:solidFill>
                  <a:schemeClr val="dk1"/>
                </a:solidFill>
                <a:latin typeface="DM Sans"/>
                <a:ea typeface="DM Sans"/>
                <a:cs typeface="DM Sans"/>
                <a:sym typeface="DM Sans"/>
              </a:defRPr>
            </a:lvl7pPr>
            <a:lvl8pPr marL="3657600" marR="0" lvl="7" indent="-317500" algn="ctr" rtl="0">
              <a:lnSpc>
                <a:spcPct val="100000"/>
              </a:lnSpc>
              <a:spcBef>
                <a:spcPts val="1600"/>
              </a:spcBef>
              <a:spcAft>
                <a:spcPts val="0"/>
              </a:spcAft>
              <a:buClr>
                <a:schemeClr val="dk1"/>
              </a:buClr>
              <a:buSzPts val="1400"/>
              <a:buFont typeface="DM Sans"/>
              <a:buNone/>
              <a:defRPr sz="1400" b="0" i="0" u="none" strike="noStrike" cap="none" spc="0">
                <a:solidFill>
                  <a:schemeClr val="dk1"/>
                </a:solidFill>
                <a:latin typeface="DM Sans"/>
                <a:ea typeface="DM Sans"/>
                <a:cs typeface="DM Sans"/>
                <a:sym typeface="DM Sans"/>
              </a:defRPr>
            </a:lvl8pPr>
            <a:lvl9pPr marL="4114800" marR="0" lvl="8" indent="-317500" algn="ctr" rtl="0">
              <a:lnSpc>
                <a:spcPct val="100000"/>
              </a:lnSpc>
              <a:spcBef>
                <a:spcPts val="1600"/>
              </a:spcBef>
              <a:spcAft>
                <a:spcPts val="1600"/>
              </a:spcAft>
              <a:buClr>
                <a:schemeClr val="dk1"/>
              </a:buClr>
              <a:buSzPts val="1400"/>
              <a:buFont typeface="DM Sans"/>
              <a:buNone/>
              <a:defRPr sz="1400" b="0" i="0" u="none" strike="noStrike" cap="none" spc="0">
                <a:solidFill>
                  <a:schemeClr val="dk1"/>
                </a:solidFill>
                <a:latin typeface="DM Sans"/>
                <a:ea typeface="DM Sans"/>
                <a:cs typeface="DM Sans"/>
                <a:sym typeface="DM Sans"/>
              </a:defRPr>
            </a:lvl9pPr>
          </a:lstStyle>
          <a:p>
            <a:pPr marL="0" indent="0"/>
            <a:r>
              <a:rPr lang="en-GB" dirty="0"/>
              <a:t>A closer look at our dataset refinements and further analysis</a:t>
            </a:r>
          </a:p>
          <a:p>
            <a:pPr marL="0" indent="0"/>
            <a:endParaRPr lang="en-GB" dirty="0"/>
          </a:p>
        </p:txBody>
      </p:sp>
      <p:sp>
        <p:nvSpPr>
          <p:cNvPr id="28" name="Google Shape;474;p38">
            <a:extLst>
              <a:ext uri="{FF2B5EF4-FFF2-40B4-BE49-F238E27FC236}">
                <a16:creationId xmlns:a16="http://schemas.microsoft.com/office/drawing/2014/main" id="{DB89AA30-7C08-EF3D-7E77-1E1BBC5D353F}"/>
              </a:ext>
            </a:extLst>
          </p:cNvPr>
          <p:cNvSpPr txBox="1">
            <a:spLocks/>
          </p:cNvSpPr>
          <p:nvPr/>
        </p:nvSpPr>
        <p:spPr>
          <a:xfrm>
            <a:off x="5437144" y="2407116"/>
            <a:ext cx="660684" cy="660684"/>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6000"/>
              <a:buFont typeface="Domine"/>
              <a:buNone/>
              <a:defRPr sz="3800" b="0" i="0" u="none" strike="noStrike" cap="none" spc="0">
                <a:solidFill>
                  <a:schemeClr val="lt1"/>
                </a:solidFill>
                <a:latin typeface="Domine"/>
                <a:ea typeface="Domine"/>
                <a:cs typeface="Domine"/>
                <a:sym typeface="Domine"/>
              </a:defRPr>
            </a:lvl1pPr>
            <a:lvl2pPr marR="0" lvl="1" algn="ctr" rtl="0">
              <a:lnSpc>
                <a:spcPct val="100000"/>
              </a:lnSpc>
              <a:spcBef>
                <a:spcPts val="0"/>
              </a:spcBef>
              <a:spcAft>
                <a:spcPts val="0"/>
              </a:spcAft>
              <a:buClr>
                <a:schemeClr val="dk1"/>
              </a:buClr>
              <a:buSzPts val="6000"/>
              <a:buFont typeface="Domine"/>
              <a:buNone/>
              <a:defRPr sz="6000" b="0" i="0" u="none" strike="noStrike" cap="none" spc="0">
                <a:solidFill>
                  <a:schemeClr val="dk1"/>
                </a:solidFill>
                <a:latin typeface="Domine"/>
                <a:ea typeface="Domine"/>
                <a:cs typeface="Domine"/>
                <a:sym typeface="Domine"/>
              </a:defRPr>
            </a:lvl2pPr>
            <a:lvl3pPr marR="0" lvl="2" algn="ctr" rtl="0">
              <a:lnSpc>
                <a:spcPct val="100000"/>
              </a:lnSpc>
              <a:spcBef>
                <a:spcPts val="0"/>
              </a:spcBef>
              <a:spcAft>
                <a:spcPts val="0"/>
              </a:spcAft>
              <a:buClr>
                <a:schemeClr val="dk1"/>
              </a:buClr>
              <a:buSzPts val="6000"/>
              <a:buFont typeface="Domine"/>
              <a:buNone/>
              <a:defRPr sz="6000" b="0" i="0" u="none" strike="noStrike" cap="none" spc="0">
                <a:solidFill>
                  <a:schemeClr val="dk1"/>
                </a:solidFill>
                <a:latin typeface="Domine"/>
                <a:ea typeface="Domine"/>
                <a:cs typeface="Domine"/>
                <a:sym typeface="Domine"/>
              </a:defRPr>
            </a:lvl3pPr>
            <a:lvl4pPr marR="0" lvl="3" algn="ctr" rtl="0">
              <a:lnSpc>
                <a:spcPct val="100000"/>
              </a:lnSpc>
              <a:spcBef>
                <a:spcPts val="0"/>
              </a:spcBef>
              <a:spcAft>
                <a:spcPts val="0"/>
              </a:spcAft>
              <a:buClr>
                <a:schemeClr val="dk1"/>
              </a:buClr>
              <a:buSzPts val="6000"/>
              <a:buFont typeface="Domine"/>
              <a:buNone/>
              <a:defRPr sz="6000" b="0" i="0" u="none" strike="noStrike" cap="none" spc="0">
                <a:solidFill>
                  <a:schemeClr val="dk1"/>
                </a:solidFill>
                <a:latin typeface="Domine"/>
                <a:ea typeface="Domine"/>
                <a:cs typeface="Domine"/>
                <a:sym typeface="Domine"/>
              </a:defRPr>
            </a:lvl4pPr>
            <a:lvl5pPr marR="0" lvl="4" algn="ctr" rtl="0">
              <a:lnSpc>
                <a:spcPct val="100000"/>
              </a:lnSpc>
              <a:spcBef>
                <a:spcPts val="0"/>
              </a:spcBef>
              <a:spcAft>
                <a:spcPts val="0"/>
              </a:spcAft>
              <a:buClr>
                <a:schemeClr val="dk1"/>
              </a:buClr>
              <a:buSzPts val="6000"/>
              <a:buFont typeface="Domine"/>
              <a:buNone/>
              <a:defRPr sz="6000" b="0" i="0" u="none" strike="noStrike" cap="none" spc="0">
                <a:solidFill>
                  <a:schemeClr val="dk1"/>
                </a:solidFill>
                <a:latin typeface="Domine"/>
                <a:ea typeface="Domine"/>
                <a:cs typeface="Domine"/>
                <a:sym typeface="Domine"/>
              </a:defRPr>
            </a:lvl5pPr>
            <a:lvl6pPr marR="0" lvl="5" algn="ctr" rtl="0">
              <a:lnSpc>
                <a:spcPct val="100000"/>
              </a:lnSpc>
              <a:spcBef>
                <a:spcPts val="0"/>
              </a:spcBef>
              <a:spcAft>
                <a:spcPts val="0"/>
              </a:spcAft>
              <a:buClr>
                <a:schemeClr val="dk1"/>
              </a:buClr>
              <a:buSzPts val="6000"/>
              <a:buFont typeface="Domine"/>
              <a:buNone/>
              <a:defRPr sz="6000" b="0" i="0" u="none" strike="noStrike" cap="none" spc="0">
                <a:solidFill>
                  <a:schemeClr val="dk1"/>
                </a:solidFill>
                <a:latin typeface="Domine"/>
                <a:ea typeface="Domine"/>
                <a:cs typeface="Domine"/>
                <a:sym typeface="Domine"/>
              </a:defRPr>
            </a:lvl6pPr>
            <a:lvl7pPr marR="0" lvl="6" algn="ctr" rtl="0">
              <a:lnSpc>
                <a:spcPct val="100000"/>
              </a:lnSpc>
              <a:spcBef>
                <a:spcPts val="0"/>
              </a:spcBef>
              <a:spcAft>
                <a:spcPts val="0"/>
              </a:spcAft>
              <a:buClr>
                <a:schemeClr val="dk1"/>
              </a:buClr>
              <a:buSzPts val="6000"/>
              <a:buFont typeface="Domine"/>
              <a:buNone/>
              <a:defRPr sz="6000" b="0" i="0" u="none" strike="noStrike" cap="none" spc="0">
                <a:solidFill>
                  <a:schemeClr val="dk1"/>
                </a:solidFill>
                <a:latin typeface="Domine"/>
                <a:ea typeface="Domine"/>
                <a:cs typeface="Domine"/>
                <a:sym typeface="Domine"/>
              </a:defRPr>
            </a:lvl7pPr>
            <a:lvl8pPr marR="0" lvl="7" algn="ctr" rtl="0">
              <a:lnSpc>
                <a:spcPct val="100000"/>
              </a:lnSpc>
              <a:spcBef>
                <a:spcPts val="0"/>
              </a:spcBef>
              <a:spcAft>
                <a:spcPts val="0"/>
              </a:spcAft>
              <a:buClr>
                <a:schemeClr val="dk1"/>
              </a:buClr>
              <a:buSzPts val="6000"/>
              <a:buFont typeface="Domine"/>
              <a:buNone/>
              <a:defRPr sz="6000" b="0" i="0" u="none" strike="noStrike" cap="none" spc="0">
                <a:solidFill>
                  <a:schemeClr val="dk1"/>
                </a:solidFill>
                <a:latin typeface="Domine"/>
                <a:ea typeface="Domine"/>
                <a:cs typeface="Domine"/>
                <a:sym typeface="Domine"/>
              </a:defRPr>
            </a:lvl8pPr>
            <a:lvl9pPr marR="0" lvl="8" algn="ctr" rtl="0">
              <a:lnSpc>
                <a:spcPct val="100000"/>
              </a:lnSpc>
              <a:spcBef>
                <a:spcPts val="0"/>
              </a:spcBef>
              <a:spcAft>
                <a:spcPts val="0"/>
              </a:spcAft>
              <a:buClr>
                <a:schemeClr val="dk1"/>
              </a:buClr>
              <a:buSzPts val="6000"/>
              <a:buFont typeface="Domine"/>
              <a:buNone/>
              <a:defRPr sz="6000" b="0" i="0" u="none" strike="noStrike" cap="none" spc="0">
                <a:solidFill>
                  <a:schemeClr val="dk1"/>
                </a:solidFill>
                <a:latin typeface="Domine"/>
                <a:ea typeface="Domine"/>
                <a:cs typeface="Domine"/>
                <a:sym typeface="Domine"/>
              </a:defRPr>
            </a:lvl9pPr>
          </a:lstStyle>
          <a:p>
            <a:r>
              <a:rPr lang="en" sz="2800" dirty="0"/>
              <a:t>05</a:t>
            </a:r>
          </a:p>
        </p:txBody>
      </p:sp>
      <p:sp>
        <p:nvSpPr>
          <p:cNvPr id="29" name="Google Shape;478;p38">
            <a:extLst>
              <a:ext uri="{FF2B5EF4-FFF2-40B4-BE49-F238E27FC236}">
                <a16:creationId xmlns:a16="http://schemas.microsoft.com/office/drawing/2014/main" id="{B47A350B-8002-C725-35B3-B90D0FAD4B75}"/>
              </a:ext>
            </a:extLst>
          </p:cNvPr>
          <p:cNvSpPr txBox="1">
            <a:spLocks/>
          </p:cNvSpPr>
          <p:nvPr/>
        </p:nvSpPr>
        <p:spPr>
          <a:xfrm>
            <a:off x="6326968" y="2737459"/>
            <a:ext cx="3559089" cy="66068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DM Sans"/>
              <a:buNone/>
              <a:defRPr sz="1400" b="0" i="0" u="none" strike="noStrike" cap="none" spc="0">
                <a:solidFill>
                  <a:schemeClr val="dk1"/>
                </a:solidFill>
                <a:latin typeface="DM Sans"/>
                <a:ea typeface="DM Sans"/>
                <a:cs typeface="DM Sans"/>
                <a:sym typeface="DM Sans"/>
              </a:defRPr>
            </a:lvl1pPr>
            <a:lvl2pPr marL="914400" marR="0" lvl="1" indent="-317500" algn="ctr" rtl="0">
              <a:lnSpc>
                <a:spcPct val="100000"/>
              </a:lnSpc>
              <a:spcBef>
                <a:spcPts val="0"/>
              </a:spcBef>
              <a:spcAft>
                <a:spcPts val="0"/>
              </a:spcAft>
              <a:buClr>
                <a:schemeClr val="dk1"/>
              </a:buClr>
              <a:buSzPts val="1400"/>
              <a:buFont typeface="DM Sans"/>
              <a:buNone/>
              <a:defRPr sz="1400" b="0" i="0" u="none" strike="noStrike" cap="none" spc="0">
                <a:solidFill>
                  <a:schemeClr val="dk1"/>
                </a:solidFill>
                <a:latin typeface="DM Sans"/>
                <a:ea typeface="DM Sans"/>
                <a:cs typeface="DM Sans"/>
                <a:sym typeface="DM Sans"/>
              </a:defRPr>
            </a:lvl2pPr>
            <a:lvl3pPr marL="1371600" marR="0" lvl="2" indent="-317500" algn="ctr" rtl="0">
              <a:lnSpc>
                <a:spcPct val="100000"/>
              </a:lnSpc>
              <a:spcBef>
                <a:spcPts val="1600"/>
              </a:spcBef>
              <a:spcAft>
                <a:spcPts val="0"/>
              </a:spcAft>
              <a:buClr>
                <a:schemeClr val="dk1"/>
              </a:buClr>
              <a:buSzPts val="1400"/>
              <a:buFont typeface="DM Sans"/>
              <a:buNone/>
              <a:defRPr sz="1400" b="0" i="0" u="none" strike="noStrike" cap="none" spc="0">
                <a:solidFill>
                  <a:schemeClr val="dk1"/>
                </a:solidFill>
                <a:latin typeface="DM Sans"/>
                <a:ea typeface="DM Sans"/>
                <a:cs typeface="DM Sans"/>
                <a:sym typeface="DM Sans"/>
              </a:defRPr>
            </a:lvl3pPr>
            <a:lvl4pPr marL="1828800" marR="0" lvl="3" indent="-317500" algn="ctr" rtl="0">
              <a:lnSpc>
                <a:spcPct val="100000"/>
              </a:lnSpc>
              <a:spcBef>
                <a:spcPts val="1600"/>
              </a:spcBef>
              <a:spcAft>
                <a:spcPts val="0"/>
              </a:spcAft>
              <a:buClr>
                <a:schemeClr val="dk1"/>
              </a:buClr>
              <a:buSzPts val="1400"/>
              <a:buFont typeface="DM Sans"/>
              <a:buNone/>
              <a:defRPr sz="1400" b="0" i="0" u="none" strike="noStrike" cap="none" spc="0">
                <a:solidFill>
                  <a:schemeClr val="dk1"/>
                </a:solidFill>
                <a:latin typeface="DM Sans"/>
                <a:ea typeface="DM Sans"/>
                <a:cs typeface="DM Sans"/>
                <a:sym typeface="DM Sans"/>
              </a:defRPr>
            </a:lvl4pPr>
            <a:lvl5pPr marL="2286000" marR="0" lvl="4" indent="-317500" algn="ctr" rtl="0">
              <a:lnSpc>
                <a:spcPct val="100000"/>
              </a:lnSpc>
              <a:spcBef>
                <a:spcPts val="1600"/>
              </a:spcBef>
              <a:spcAft>
                <a:spcPts val="0"/>
              </a:spcAft>
              <a:buClr>
                <a:schemeClr val="dk1"/>
              </a:buClr>
              <a:buSzPts val="1400"/>
              <a:buFont typeface="DM Sans"/>
              <a:buNone/>
              <a:defRPr sz="1400" b="0" i="0" u="none" strike="noStrike" cap="none" spc="0">
                <a:solidFill>
                  <a:schemeClr val="dk1"/>
                </a:solidFill>
                <a:latin typeface="DM Sans"/>
                <a:ea typeface="DM Sans"/>
                <a:cs typeface="DM Sans"/>
                <a:sym typeface="DM Sans"/>
              </a:defRPr>
            </a:lvl5pPr>
            <a:lvl6pPr marL="2743200" marR="0" lvl="5" indent="-317500" algn="ctr" rtl="0">
              <a:lnSpc>
                <a:spcPct val="100000"/>
              </a:lnSpc>
              <a:spcBef>
                <a:spcPts val="1600"/>
              </a:spcBef>
              <a:spcAft>
                <a:spcPts val="0"/>
              </a:spcAft>
              <a:buClr>
                <a:schemeClr val="dk1"/>
              </a:buClr>
              <a:buSzPts val="1400"/>
              <a:buFont typeface="DM Sans"/>
              <a:buNone/>
              <a:defRPr sz="1400" b="0" i="0" u="none" strike="noStrike" cap="none" spc="0">
                <a:solidFill>
                  <a:schemeClr val="dk1"/>
                </a:solidFill>
                <a:latin typeface="DM Sans"/>
                <a:ea typeface="DM Sans"/>
                <a:cs typeface="DM Sans"/>
                <a:sym typeface="DM Sans"/>
              </a:defRPr>
            </a:lvl6pPr>
            <a:lvl7pPr marL="3200400" marR="0" lvl="6" indent="-317500" algn="ctr" rtl="0">
              <a:lnSpc>
                <a:spcPct val="100000"/>
              </a:lnSpc>
              <a:spcBef>
                <a:spcPts val="1600"/>
              </a:spcBef>
              <a:spcAft>
                <a:spcPts val="0"/>
              </a:spcAft>
              <a:buClr>
                <a:schemeClr val="dk1"/>
              </a:buClr>
              <a:buSzPts val="1400"/>
              <a:buFont typeface="DM Sans"/>
              <a:buNone/>
              <a:defRPr sz="1400" b="0" i="0" u="none" strike="noStrike" cap="none" spc="0">
                <a:solidFill>
                  <a:schemeClr val="dk1"/>
                </a:solidFill>
                <a:latin typeface="DM Sans"/>
                <a:ea typeface="DM Sans"/>
                <a:cs typeface="DM Sans"/>
                <a:sym typeface="DM Sans"/>
              </a:defRPr>
            </a:lvl7pPr>
            <a:lvl8pPr marL="3657600" marR="0" lvl="7" indent="-317500" algn="ctr" rtl="0">
              <a:lnSpc>
                <a:spcPct val="100000"/>
              </a:lnSpc>
              <a:spcBef>
                <a:spcPts val="1600"/>
              </a:spcBef>
              <a:spcAft>
                <a:spcPts val="0"/>
              </a:spcAft>
              <a:buClr>
                <a:schemeClr val="dk1"/>
              </a:buClr>
              <a:buSzPts val="1400"/>
              <a:buFont typeface="DM Sans"/>
              <a:buNone/>
              <a:defRPr sz="1400" b="0" i="0" u="none" strike="noStrike" cap="none" spc="0">
                <a:solidFill>
                  <a:schemeClr val="dk1"/>
                </a:solidFill>
                <a:latin typeface="DM Sans"/>
                <a:ea typeface="DM Sans"/>
                <a:cs typeface="DM Sans"/>
                <a:sym typeface="DM Sans"/>
              </a:defRPr>
            </a:lvl8pPr>
            <a:lvl9pPr marL="4114800" marR="0" lvl="8" indent="-317500" algn="ctr" rtl="0">
              <a:lnSpc>
                <a:spcPct val="100000"/>
              </a:lnSpc>
              <a:spcBef>
                <a:spcPts val="1600"/>
              </a:spcBef>
              <a:spcAft>
                <a:spcPts val="1600"/>
              </a:spcAft>
              <a:buClr>
                <a:schemeClr val="dk1"/>
              </a:buClr>
              <a:buSzPts val="1400"/>
              <a:buFont typeface="DM Sans"/>
              <a:buNone/>
              <a:defRPr sz="1400" b="0" i="0" u="none" strike="noStrike" cap="none" spc="0">
                <a:solidFill>
                  <a:schemeClr val="dk1"/>
                </a:solidFill>
                <a:latin typeface="DM Sans"/>
                <a:ea typeface="DM Sans"/>
                <a:cs typeface="DM Sans"/>
                <a:sym typeface="DM Sans"/>
              </a:defRPr>
            </a:lvl9pPr>
          </a:lstStyle>
          <a:p>
            <a:pPr marL="0" indent="0"/>
            <a:r>
              <a:rPr lang="en-GB" dirty="0"/>
              <a:t>A summary of our conclusions, limitations, and next steps</a:t>
            </a:r>
          </a:p>
          <a:p>
            <a:pPr marL="0" indent="0"/>
            <a:endParaRPr lang="en-GB" dirty="0"/>
          </a:p>
        </p:txBody>
      </p:sp>
      <p:sp>
        <p:nvSpPr>
          <p:cNvPr id="30" name="Google Shape;471;p38">
            <a:extLst>
              <a:ext uri="{FF2B5EF4-FFF2-40B4-BE49-F238E27FC236}">
                <a16:creationId xmlns:a16="http://schemas.microsoft.com/office/drawing/2014/main" id="{AF87DB3C-04E9-FD19-68C2-7934A0F517FE}"/>
              </a:ext>
            </a:extLst>
          </p:cNvPr>
          <p:cNvSpPr txBox="1">
            <a:spLocks/>
          </p:cNvSpPr>
          <p:nvPr/>
        </p:nvSpPr>
        <p:spPr>
          <a:xfrm>
            <a:off x="6326968" y="3787877"/>
            <a:ext cx="2390700" cy="3642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2000"/>
              <a:buFont typeface="Montserrat"/>
              <a:buNone/>
              <a:defRPr sz="2200" b="0" i="0" u="none" strike="noStrike" cap="none" spc="0">
                <a:solidFill>
                  <a:schemeClr val="dk2"/>
                </a:solidFill>
                <a:latin typeface="Domine"/>
                <a:ea typeface="Domine"/>
                <a:cs typeface="Domine"/>
                <a:sym typeface="Domine"/>
              </a:defRPr>
            </a:lvl1pPr>
            <a:lvl2pPr marL="914400" marR="0" lvl="1" indent="-317500" algn="l" rtl="0">
              <a:lnSpc>
                <a:spcPct val="100000"/>
              </a:lnSpc>
              <a:spcBef>
                <a:spcPts val="0"/>
              </a:spcBef>
              <a:spcAft>
                <a:spcPts val="0"/>
              </a:spcAft>
              <a:buClr>
                <a:schemeClr val="dk1"/>
              </a:buClr>
              <a:buSzPts val="2000"/>
              <a:buFont typeface="Montserrat"/>
              <a:buNone/>
              <a:defRPr sz="2000" b="0" i="0" u="none" strike="noStrike" cap="none" spc="0">
                <a:solidFill>
                  <a:schemeClr val="dk1"/>
                </a:solidFill>
                <a:latin typeface="Montserrat"/>
                <a:ea typeface="Montserrat"/>
                <a:cs typeface="Montserrat"/>
                <a:sym typeface="Montserrat"/>
              </a:defRPr>
            </a:lvl2pPr>
            <a:lvl3pPr marL="1371600" marR="0" lvl="2" indent="-317500" algn="l" rtl="0">
              <a:lnSpc>
                <a:spcPct val="100000"/>
              </a:lnSpc>
              <a:spcBef>
                <a:spcPts val="1600"/>
              </a:spcBef>
              <a:spcAft>
                <a:spcPts val="0"/>
              </a:spcAft>
              <a:buClr>
                <a:schemeClr val="dk1"/>
              </a:buClr>
              <a:buSzPts val="2000"/>
              <a:buFont typeface="Montserrat"/>
              <a:buNone/>
              <a:defRPr sz="2000" b="0" i="0" u="none" strike="noStrike" cap="none" spc="0">
                <a:solidFill>
                  <a:schemeClr val="dk1"/>
                </a:solidFill>
                <a:latin typeface="Montserrat"/>
                <a:ea typeface="Montserrat"/>
                <a:cs typeface="Montserrat"/>
                <a:sym typeface="Montserrat"/>
              </a:defRPr>
            </a:lvl3pPr>
            <a:lvl4pPr marL="1828800" marR="0" lvl="3" indent="-317500" algn="l" rtl="0">
              <a:lnSpc>
                <a:spcPct val="100000"/>
              </a:lnSpc>
              <a:spcBef>
                <a:spcPts val="1600"/>
              </a:spcBef>
              <a:spcAft>
                <a:spcPts val="0"/>
              </a:spcAft>
              <a:buClr>
                <a:schemeClr val="dk1"/>
              </a:buClr>
              <a:buSzPts val="2000"/>
              <a:buFont typeface="Montserrat"/>
              <a:buNone/>
              <a:defRPr sz="2000" b="0" i="0" u="none" strike="noStrike" cap="none" spc="0">
                <a:solidFill>
                  <a:schemeClr val="dk1"/>
                </a:solidFill>
                <a:latin typeface="Montserrat"/>
                <a:ea typeface="Montserrat"/>
                <a:cs typeface="Montserrat"/>
                <a:sym typeface="Montserrat"/>
              </a:defRPr>
            </a:lvl4pPr>
            <a:lvl5pPr marL="2286000" marR="0" lvl="4" indent="-317500" algn="l" rtl="0">
              <a:lnSpc>
                <a:spcPct val="100000"/>
              </a:lnSpc>
              <a:spcBef>
                <a:spcPts val="1600"/>
              </a:spcBef>
              <a:spcAft>
                <a:spcPts val="0"/>
              </a:spcAft>
              <a:buClr>
                <a:schemeClr val="dk1"/>
              </a:buClr>
              <a:buSzPts val="2000"/>
              <a:buFont typeface="Montserrat"/>
              <a:buNone/>
              <a:defRPr sz="2000" b="0" i="0" u="none" strike="noStrike" cap="none" spc="0">
                <a:solidFill>
                  <a:schemeClr val="dk1"/>
                </a:solidFill>
                <a:latin typeface="Montserrat"/>
                <a:ea typeface="Montserrat"/>
                <a:cs typeface="Montserrat"/>
                <a:sym typeface="Montserrat"/>
              </a:defRPr>
            </a:lvl5pPr>
            <a:lvl6pPr marL="2743200" marR="0" lvl="5" indent="-317500" algn="l" rtl="0">
              <a:lnSpc>
                <a:spcPct val="100000"/>
              </a:lnSpc>
              <a:spcBef>
                <a:spcPts val="1600"/>
              </a:spcBef>
              <a:spcAft>
                <a:spcPts val="0"/>
              </a:spcAft>
              <a:buClr>
                <a:schemeClr val="dk1"/>
              </a:buClr>
              <a:buSzPts val="2000"/>
              <a:buFont typeface="Montserrat"/>
              <a:buNone/>
              <a:defRPr sz="2000" b="0" i="0" u="none" strike="noStrike" cap="none" spc="0">
                <a:solidFill>
                  <a:schemeClr val="dk1"/>
                </a:solidFill>
                <a:latin typeface="Montserrat"/>
                <a:ea typeface="Montserrat"/>
                <a:cs typeface="Montserrat"/>
                <a:sym typeface="Montserrat"/>
              </a:defRPr>
            </a:lvl6pPr>
            <a:lvl7pPr marL="3200400" marR="0" lvl="6" indent="-317500" algn="l" rtl="0">
              <a:lnSpc>
                <a:spcPct val="100000"/>
              </a:lnSpc>
              <a:spcBef>
                <a:spcPts val="1600"/>
              </a:spcBef>
              <a:spcAft>
                <a:spcPts val="0"/>
              </a:spcAft>
              <a:buClr>
                <a:schemeClr val="dk1"/>
              </a:buClr>
              <a:buSzPts val="2000"/>
              <a:buFont typeface="Montserrat"/>
              <a:buNone/>
              <a:defRPr sz="2000" b="0" i="0" u="none" strike="noStrike" cap="none" spc="0">
                <a:solidFill>
                  <a:schemeClr val="dk1"/>
                </a:solidFill>
                <a:latin typeface="Montserrat"/>
                <a:ea typeface="Montserrat"/>
                <a:cs typeface="Montserrat"/>
                <a:sym typeface="Montserrat"/>
              </a:defRPr>
            </a:lvl7pPr>
            <a:lvl8pPr marL="3657600" marR="0" lvl="7" indent="-317500" algn="l" rtl="0">
              <a:lnSpc>
                <a:spcPct val="100000"/>
              </a:lnSpc>
              <a:spcBef>
                <a:spcPts val="1600"/>
              </a:spcBef>
              <a:spcAft>
                <a:spcPts val="0"/>
              </a:spcAft>
              <a:buClr>
                <a:schemeClr val="dk1"/>
              </a:buClr>
              <a:buSzPts val="2000"/>
              <a:buFont typeface="Montserrat"/>
              <a:buNone/>
              <a:defRPr sz="2000" b="0" i="0" u="none" strike="noStrike" cap="none" spc="0">
                <a:solidFill>
                  <a:schemeClr val="dk1"/>
                </a:solidFill>
                <a:latin typeface="Montserrat"/>
                <a:ea typeface="Montserrat"/>
                <a:cs typeface="Montserrat"/>
                <a:sym typeface="Montserrat"/>
              </a:defRPr>
            </a:lvl8pPr>
            <a:lvl9pPr marL="4114800" marR="0" lvl="8" indent="-317500" algn="l" rtl="0">
              <a:lnSpc>
                <a:spcPct val="100000"/>
              </a:lnSpc>
              <a:spcBef>
                <a:spcPts val="1600"/>
              </a:spcBef>
              <a:spcAft>
                <a:spcPts val="1600"/>
              </a:spcAft>
              <a:buClr>
                <a:schemeClr val="dk1"/>
              </a:buClr>
              <a:buSzPts val="2000"/>
              <a:buFont typeface="Montserrat"/>
              <a:buNone/>
              <a:defRPr sz="2000" b="0" i="0" u="none" strike="noStrike" cap="none" spc="0">
                <a:solidFill>
                  <a:schemeClr val="dk1"/>
                </a:solidFill>
                <a:latin typeface="Montserrat"/>
                <a:ea typeface="Montserrat"/>
                <a:cs typeface="Montserrat"/>
                <a:sym typeface="Montserrat"/>
              </a:defRPr>
            </a:lvl9pPr>
          </a:lstStyle>
          <a:p>
            <a:pPr marL="0" indent="0"/>
            <a:r>
              <a:rPr lang="en-GB" dirty="0"/>
              <a:t>Q&amp;A</a:t>
            </a:r>
          </a:p>
        </p:txBody>
      </p:sp>
      <p:sp>
        <p:nvSpPr>
          <p:cNvPr id="31" name="Google Shape;474;p38">
            <a:extLst>
              <a:ext uri="{FF2B5EF4-FFF2-40B4-BE49-F238E27FC236}">
                <a16:creationId xmlns:a16="http://schemas.microsoft.com/office/drawing/2014/main" id="{A75CED5B-89C3-68B6-1DD6-A7F4DF4BDA9A}"/>
              </a:ext>
            </a:extLst>
          </p:cNvPr>
          <p:cNvSpPr txBox="1">
            <a:spLocks/>
          </p:cNvSpPr>
          <p:nvPr/>
        </p:nvSpPr>
        <p:spPr>
          <a:xfrm>
            <a:off x="5437144" y="3707448"/>
            <a:ext cx="660684" cy="660684"/>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6000"/>
              <a:buFont typeface="Domine"/>
              <a:buNone/>
              <a:defRPr sz="3800" b="0" i="0" u="none" strike="noStrike" cap="none" spc="0">
                <a:solidFill>
                  <a:schemeClr val="lt1"/>
                </a:solidFill>
                <a:latin typeface="Domine"/>
                <a:ea typeface="Domine"/>
                <a:cs typeface="Domine"/>
                <a:sym typeface="Domine"/>
              </a:defRPr>
            </a:lvl1pPr>
            <a:lvl2pPr marR="0" lvl="1" algn="ctr" rtl="0">
              <a:lnSpc>
                <a:spcPct val="100000"/>
              </a:lnSpc>
              <a:spcBef>
                <a:spcPts val="0"/>
              </a:spcBef>
              <a:spcAft>
                <a:spcPts val="0"/>
              </a:spcAft>
              <a:buClr>
                <a:schemeClr val="dk1"/>
              </a:buClr>
              <a:buSzPts val="6000"/>
              <a:buFont typeface="Domine"/>
              <a:buNone/>
              <a:defRPr sz="6000" b="0" i="0" u="none" strike="noStrike" cap="none" spc="0">
                <a:solidFill>
                  <a:schemeClr val="dk1"/>
                </a:solidFill>
                <a:latin typeface="Domine"/>
                <a:ea typeface="Domine"/>
                <a:cs typeface="Domine"/>
                <a:sym typeface="Domine"/>
              </a:defRPr>
            </a:lvl2pPr>
            <a:lvl3pPr marR="0" lvl="2" algn="ctr" rtl="0">
              <a:lnSpc>
                <a:spcPct val="100000"/>
              </a:lnSpc>
              <a:spcBef>
                <a:spcPts val="0"/>
              </a:spcBef>
              <a:spcAft>
                <a:spcPts val="0"/>
              </a:spcAft>
              <a:buClr>
                <a:schemeClr val="dk1"/>
              </a:buClr>
              <a:buSzPts val="6000"/>
              <a:buFont typeface="Domine"/>
              <a:buNone/>
              <a:defRPr sz="6000" b="0" i="0" u="none" strike="noStrike" cap="none" spc="0">
                <a:solidFill>
                  <a:schemeClr val="dk1"/>
                </a:solidFill>
                <a:latin typeface="Domine"/>
                <a:ea typeface="Domine"/>
                <a:cs typeface="Domine"/>
                <a:sym typeface="Domine"/>
              </a:defRPr>
            </a:lvl3pPr>
            <a:lvl4pPr marR="0" lvl="3" algn="ctr" rtl="0">
              <a:lnSpc>
                <a:spcPct val="100000"/>
              </a:lnSpc>
              <a:spcBef>
                <a:spcPts val="0"/>
              </a:spcBef>
              <a:spcAft>
                <a:spcPts val="0"/>
              </a:spcAft>
              <a:buClr>
                <a:schemeClr val="dk1"/>
              </a:buClr>
              <a:buSzPts val="6000"/>
              <a:buFont typeface="Domine"/>
              <a:buNone/>
              <a:defRPr sz="6000" b="0" i="0" u="none" strike="noStrike" cap="none" spc="0">
                <a:solidFill>
                  <a:schemeClr val="dk1"/>
                </a:solidFill>
                <a:latin typeface="Domine"/>
                <a:ea typeface="Domine"/>
                <a:cs typeface="Domine"/>
                <a:sym typeface="Domine"/>
              </a:defRPr>
            </a:lvl4pPr>
            <a:lvl5pPr marR="0" lvl="4" algn="ctr" rtl="0">
              <a:lnSpc>
                <a:spcPct val="100000"/>
              </a:lnSpc>
              <a:spcBef>
                <a:spcPts val="0"/>
              </a:spcBef>
              <a:spcAft>
                <a:spcPts val="0"/>
              </a:spcAft>
              <a:buClr>
                <a:schemeClr val="dk1"/>
              </a:buClr>
              <a:buSzPts val="6000"/>
              <a:buFont typeface="Domine"/>
              <a:buNone/>
              <a:defRPr sz="6000" b="0" i="0" u="none" strike="noStrike" cap="none" spc="0">
                <a:solidFill>
                  <a:schemeClr val="dk1"/>
                </a:solidFill>
                <a:latin typeface="Domine"/>
                <a:ea typeface="Domine"/>
                <a:cs typeface="Domine"/>
                <a:sym typeface="Domine"/>
              </a:defRPr>
            </a:lvl5pPr>
            <a:lvl6pPr marR="0" lvl="5" algn="ctr" rtl="0">
              <a:lnSpc>
                <a:spcPct val="100000"/>
              </a:lnSpc>
              <a:spcBef>
                <a:spcPts val="0"/>
              </a:spcBef>
              <a:spcAft>
                <a:spcPts val="0"/>
              </a:spcAft>
              <a:buClr>
                <a:schemeClr val="dk1"/>
              </a:buClr>
              <a:buSzPts val="6000"/>
              <a:buFont typeface="Domine"/>
              <a:buNone/>
              <a:defRPr sz="6000" b="0" i="0" u="none" strike="noStrike" cap="none" spc="0">
                <a:solidFill>
                  <a:schemeClr val="dk1"/>
                </a:solidFill>
                <a:latin typeface="Domine"/>
                <a:ea typeface="Domine"/>
                <a:cs typeface="Domine"/>
                <a:sym typeface="Domine"/>
              </a:defRPr>
            </a:lvl6pPr>
            <a:lvl7pPr marR="0" lvl="6" algn="ctr" rtl="0">
              <a:lnSpc>
                <a:spcPct val="100000"/>
              </a:lnSpc>
              <a:spcBef>
                <a:spcPts val="0"/>
              </a:spcBef>
              <a:spcAft>
                <a:spcPts val="0"/>
              </a:spcAft>
              <a:buClr>
                <a:schemeClr val="dk1"/>
              </a:buClr>
              <a:buSzPts val="6000"/>
              <a:buFont typeface="Domine"/>
              <a:buNone/>
              <a:defRPr sz="6000" b="0" i="0" u="none" strike="noStrike" cap="none" spc="0">
                <a:solidFill>
                  <a:schemeClr val="dk1"/>
                </a:solidFill>
                <a:latin typeface="Domine"/>
                <a:ea typeface="Domine"/>
                <a:cs typeface="Domine"/>
                <a:sym typeface="Domine"/>
              </a:defRPr>
            </a:lvl7pPr>
            <a:lvl8pPr marR="0" lvl="7" algn="ctr" rtl="0">
              <a:lnSpc>
                <a:spcPct val="100000"/>
              </a:lnSpc>
              <a:spcBef>
                <a:spcPts val="0"/>
              </a:spcBef>
              <a:spcAft>
                <a:spcPts val="0"/>
              </a:spcAft>
              <a:buClr>
                <a:schemeClr val="dk1"/>
              </a:buClr>
              <a:buSzPts val="6000"/>
              <a:buFont typeface="Domine"/>
              <a:buNone/>
              <a:defRPr sz="6000" b="0" i="0" u="none" strike="noStrike" cap="none" spc="0">
                <a:solidFill>
                  <a:schemeClr val="dk1"/>
                </a:solidFill>
                <a:latin typeface="Domine"/>
                <a:ea typeface="Domine"/>
                <a:cs typeface="Domine"/>
                <a:sym typeface="Domine"/>
              </a:defRPr>
            </a:lvl8pPr>
            <a:lvl9pPr marR="0" lvl="8" algn="ctr" rtl="0">
              <a:lnSpc>
                <a:spcPct val="100000"/>
              </a:lnSpc>
              <a:spcBef>
                <a:spcPts val="0"/>
              </a:spcBef>
              <a:spcAft>
                <a:spcPts val="0"/>
              </a:spcAft>
              <a:buClr>
                <a:schemeClr val="dk1"/>
              </a:buClr>
              <a:buSzPts val="6000"/>
              <a:buFont typeface="Domine"/>
              <a:buNone/>
              <a:defRPr sz="6000" b="0" i="0" u="none" strike="noStrike" cap="none" spc="0">
                <a:solidFill>
                  <a:schemeClr val="dk1"/>
                </a:solidFill>
                <a:latin typeface="Domine"/>
                <a:ea typeface="Domine"/>
                <a:cs typeface="Domine"/>
                <a:sym typeface="Domine"/>
              </a:defRPr>
            </a:lvl9pPr>
          </a:lstStyle>
          <a:p>
            <a:r>
              <a:rPr lang="en" sz="2800" dirty="0"/>
              <a:t>05</a:t>
            </a:r>
          </a:p>
        </p:txBody>
      </p:sp>
      <p:sp>
        <p:nvSpPr>
          <p:cNvPr id="32" name="Google Shape;478;p38">
            <a:extLst>
              <a:ext uri="{FF2B5EF4-FFF2-40B4-BE49-F238E27FC236}">
                <a16:creationId xmlns:a16="http://schemas.microsoft.com/office/drawing/2014/main" id="{BCDFD799-6D9C-4A2E-67D5-BE2E5A92D4A7}"/>
              </a:ext>
            </a:extLst>
          </p:cNvPr>
          <p:cNvSpPr txBox="1">
            <a:spLocks/>
          </p:cNvSpPr>
          <p:nvPr/>
        </p:nvSpPr>
        <p:spPr>
          <a:xfrm>
            <a:off x="6326969" y="4037791"/>
            <a:ext cx="2797920" cy="90599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DM Sans"/>
              <a:buNone/>
              <a:defRPr sz="1400" b="0" i="0" u="none" strike="noStrike" cap="none" spc="0">
                <a:solidFill>
                  <a:schemeClr val="dk1"/>
                </a:solidFill>
                <a:latin typeface="DM Sans"/>
                <a:ea typeface="DM Sans"/>
                <a:cs typeface="DM Sans"/>
                <a:sym typeface="DM Sans"/>
              </a:defRPr>
            </a:lvl1pPr>
            <a:lvl2pPr marL="914400" marR="0" lvl="1" indent="-317500" algn="ctr" rtl="0">
              <a:lnSpc>
                <a:spcPct val="100000"/>
              </a:lnSpc>
              <a:spcBef>
                <a:spcPts val="0"/>
              </a:spcBef>
              <a:spcAft>
                <a:spcPts val="0"/>
              </a:spcAft>
              <a:buClr>
                <a:schemeClr val="dk1"/>
              </a:buClr>
              <a:buSzPts val="1400"/>
              <a:buFont typeface="DM Sans"/>
              <a:buNone/>
              <a:defRPr sz="1400" b="0" i="0" u="none" strike="noStrike" cap="none" spc="0">
                <a:solidFill>
                  <a:schemeClr val="dk1"/>
                </a:solidFill>
                <a:latin typeface="DM Sans"/>
                <a:ea typeface="DM Sans"/>
                <a:cs typeface="DM Sans"/>
                <a:sym typeface="DM Sans"/>
              </a:defRPr>
            </a:lvl2pPr>
            <a:lvl3pPr marL="1371600" marR="0" lvl="2" indent="-317500" algn="ctr" rtl="0">
              <a:lnSpc>
                <a:spcPct val="100000"/>
              </a:lnSpc>
              <a:spcBef>
                <a:spcPts val="1600"/>
              </a:spcBef>
              <a:spcAft>
                <a:spcPts val="0"/>
              </a:spcAft>
              <a:buClr>
                <a:schemeClr val="dk1"/>
              </a:buClr>
              <a:buSzPts val="1400"/>
              <a:buFont typeface="DM Sans"/>
              <a:buNone/>
              <a:defRPr sz="1400" b="0" i="0" u="none" strike="noStrike" cap="none" spc="0">
                <a:solidFill>
                  <a:schemeClr val="dk1"/>
                </a:solidFill>
                <a:latin typeface="DM Sans"/>
                <a:ea typeface="DM Sans"/>
                <a:cs typeface="DM Sans"/>
                <a:sym typeface="DM Sans"/>
              </a:defRPr>
            </a:lvl3pPr>
            <a:lvl4pPr marL="1828800" marR="0" lvl="3" indent="-317500" algn="ctr" rtl="0">
              <a:lnSpc>
                <a:spcPct val="100000"/>
              </a:lnSpc>
              <a:spcBef>
                <a:spcPts val="1600"/>
              </a:spcBef>
              <a:spcAft>
                <a:spcPts val="0"/>
              </a:spcAft>
              <a:buClr>
                <a:schemeClr val="dk1"/>
              </a:buClr>
              <a:buSzPts val="1400"/>
              <a:buFont typeface="DM Sans"/>
              <a:buNone/>
              <a:defRPr sz="1400" b="0" i="0" u="none" strike="noStrike" cap="none" spc="0">
                <a:solidFill>
                  <a:schemeClr val="dk1"/>
                </a:solidFill>
                <a:latin typeface="DM Sans"/>
                <a:ea typeface="DM Sans"/>
                <a:cs typeface="DM Sans"/>
                <a:sym typeface="DM Sans"/>
              </a:defRPr>
            </a:lvl4pPr>
            <a:lvl5pPr marL="2286000" marR="0" lvl="4" indent="-317500" algn="ctr" rtl="0">
              <a:lnSpc>
                <a:spcPct val="100000"/>
              </a:lnSpc>
              <a:spcBef>
                <a:spcPts val="1600"/>
              </a:spcBef>
              <a:spcAft>
                <a:spcPts val="0"/>
              </a:spcAft>
              <a:buClr>
                <a:schemeClr val="dk1"/>
              </a:buClr>
              <a:buSzPts val="1400"/>
              <a:buFont typeface="DM Sans"/>
              <a:buNone/>
              <a:defRPr sz="1400" b="0" i="0" u="none" strike="noStrike" cap="none" spc="0">
                <a:solidFill>
                  <a:schemeClr val="dk1"/>
                </a:solidFill>
                <a:latin typeface="DM Sans"/>
                <a:ea typeface="DM Sans"/>
                <a:cs typeface="DM Sans"/>
                <a:sym typeface="DM Sans"/>
              </a:defRPr>
            </a:lvl5pPr>
            <a:lvl6pPr marL="2743200" marR="0" lvl="5" indent="-317500" algn="ctr" rtl="0">
              <a:lnSpc>
                <a:spcPct val="100000"/>
              </a:lnSpc>
              <a:spcBef>
                <a:spcPts val="1600"/>
              </a:spcBef>
              <a:spcAft>
                <a:spcPts val="0"/>
              </a:spcAft>
              <a:buClr>
                <a:schemeClr val="dk1"/>
              </a:buClr>
              <a:buSzPts val="1400"/>
              <a:buFont typeface="DM Sans"/>
              <a:buNone/>
              <a:defRPr sz="1400" b="0" i="0" u="none" strike="noStrike" cap="none" spc="0">
                <a:solidFill>
                  <a:schemeClr val="dk1"/>
                </a:solidFill>
                <a:latin typeface="DM Sans"/>
                <a:ea typeface="DM Sans"/>
                <a:cs typeface="DM Sans"/>
                <a:sym typeface="DM Sans"/>
              </a:defRPr>
            </a:lvl6pPr>
            <a:lvl7pPr marL="3200400" marR="0" lvl="6" indent="-317500" algn="ctr" rtl="0">
              <a:lnSpc>
                <a:spcPct val="100000"/>
              </a:lnSpc>
              <a:spcBef>
                <a:spcPts val="1600"/>
              </a:spcBef>
              <a:spcAft>
                <a:spcPts val="0"/>
              </a:spcAft>
              <a:buClr>
                <a:schemeClr val="dk1"/>
              </a:buClr>
              <a:buSzPts val="1400"/>
              <a:buFont typeface="DM Sans"/>
              <a:buNone/>
              <a:defRPr sz="1400" b="0" i="0" u="none" strike="noStrike" cap="none" spc="0">
                <a:solidFill>
                  <a:schemeClr val="dk1"/>
                </a:solidFill>
                <a:latin typeface="DM Sans"/>
                <a:ea typeface="DM Sans"/>
                <a:cs typeface="DM Sans"/>
                <a:sym typeface="DM Sans"/>
              </a:defRPr>
            </a:lvl7pPr>
            <a:lvl8pPr marL="3657600" marR="0" lvl="7" indent="-317500" algn="ctr" rtl="0">
              <a:lnSpc>
                <a:spcPct val="100000"/>
              </a:lnSpc>
              <a:spcBef>
                <a:spcPts val="1600"/>
              </a:spcBef>
              <a:spcAft>
                <a:spcPts val="0"/>
              </a:spcAft>
              <a:buClr>
                <a:schemeClr val="dk1"/>
              </a:buClr>
              <a:buSzPts val="1400"/>
              <a:buFont typeface="DM Sans"/>
              <a:buNone/>
              <a:defRPr sz="1400" b="0" i="0" u="none" strike="noStrike" cap="none" spc="0">
                <a:solidFill>
                  <a:schemeClr val="dk1"/>
                </a:solidFill>
                <a:latin typeface="DM Sans"/>
                <a:ea typeface="DM Sans"/>
                <a:cs typeface="DM Sans"/>
                <a:sym typeface="DM Sans"/>
              </a:defRPr>
            </a:lvl8pPr>
            <a:lvl9pPr marL="4114800" marR="0" lvl="8" indent="-317500" algn="ctr" rtl="0">
              <a:lnSpc>
                <a:spcPct val="100000"/>
              </a:lnSpc>
              <a:spcBef>
                <a:spcPts val="1600"/>
              </a:spcBef>
              <a:spcAft>
                <a:spcPts val="1600"/>
              </a:spcAft>
              <a:buClr>
                <a:schemeClr val="dk1"/>
              </a:buClr>
              <a:buSzPts val="1400"/>
              <a:buFont typeface="DM Sans"/>
              <a:buNone/>
              <a:defRPr sz="1400" b="0" i="0" u="none" strike="noStrike" cap="none" spc="0">
                <a:solidFill>
                  <a:schemeClr val="dk1"/>
                </a:solidFill>
                <a:latin typeface="DM Sans"/>
                <a:ea typeface="DM Sans"/>
                <a:cs typeface="DM Sans"/>
                <a:sym typeface="DM Sans"/>
              </a:defRPr>
            </a:lvl9pPr>
          </a:lstStyle>
          <a:p>
            <a:pPr marL="0" indent="0"/>
            <a:r>
              <a:rPr lang="en-GB" dirty="0"/>
              <a:t>An opportunity to further explore our project and address your questions</a:t>
            </a:r>
          </a:p>
          <a:p>
            <a:pPr marL="0" indent="0"/>
            <a:endParaRPr lang="en-GB"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85"/>
        <p:cNvGrpSpPr/>
        <p:nvPr/>
      </p:nvGrpSpPr>
      <p:grpSpPr>
        <a:xfrm>
          <a:off x="0" y="0"/>
          <a:ext cx="0" cy="0"/>
          <a:chOff x="0" y="0"/>
          <a:chExt cx="0" cy="0"/>
        </a:xfrm>
      </p:grpSpPr>
      <p:sp>
        <p:nvSpPr>
          <p:cNvPr id="487" name="Google Shape;487;p39"/>
          <p:cNvSpPr txBox="1">
            <a:spLocks noGrp="1"/>
          </p:cNvSpPr>
          <p:nvPr>
            <p:ph type="title"/>
          </p:nvPr>
        </p:nvSpPr>
        <p:spPr>
          <a:xfrm>
            <a:off x="2123955" y="2389600"/>
            <a:ext cx="4890188" cy="877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Introduction</a:t>
            </a:r>
            <a:endParaRPr dirty="0"/>
          </a:p>
        </p:txBody>
      </p:sp>
      <p:sp>
        <p:nvSpPr>
          <p:cNvPr id="488" name="Google Shape;488;p39"/>
          <p:cNvSpPr txBox="1">
            <a:spLocks noGrp="1"/>
          </p:cNvSpPr>
          <p:nvPr>
            <p:ph type="title" idx="2"/>
          </p:nvPr>
        </p:nvSpPr>
        <p:spPr>
          <a:xfrm>
            <a:off x="4043550" y="1263975"/>
            <a:ext cx="1056900" cy="1061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489" name="Google Shape;489;p39"/>
          <p:cNvSpPr txBox="1">
            <a:spLocks noGrp="1"/>
          </p:cNvSpPr>
          <p:nvPr>
            <p:ph type="subTitle" idx="1"/>
          </p:nvPr>
        </p:nvSpPr>
        <p:spPr>
          <a:xfrm>
            <a:off x="3005695" y="3564238"/>
            <a:ext cx="3126708" cy="713400"/>
          </a:xfrm>
          <a:prstGeom prst="rect">
            <a:avLst/>
          </a:prstGeom>
        </p:spPr>
        <p:txBody>
          <a:bodyPr spcFirstLastPara="1" wrap="square" lIns="91425" tIns="91425" rIns="91425" bIns="91425" anchor="t" anchorCtr="0">
            <a:noAutofit/>
          </a:bodyPr>
          <a:lstStyle/>
          <a:p>
            <a:pPr marL="0" lvl="0" indent="0"/>
            <a:r>
              <a:rPr lang="en-GB" dirty="0"/>
              <a:t>An introduction to our project, key aims and objectives</a:t>
            </a:r>
          </a:p>
        </p:txBody>
      </p:sp>
      <p:grpSp>
        <p:nvGrpSpPr>
          <p:cNvPr id="490" name="Google Shape;490;p39"/>
          <p:cNvGrpSpPr/>
          <p:nvPr/>
        </p:nvGrpSpPr>
        <p:grpSpPr>
          <a:xfrm>
            <a:off x="6315245" y="1351843"/>
            <a:ext cx="383377" cy="247104"/>
            <a:chOff x="1087650" y="1031275"/>
            <a:chExt cx="298000" cy="192075"/>
          </a:xfrm>
        </p:grpSpPr>
        <p:sp>
          <p:nvSpPr>
            <p:cNvPr id="491" name="Google Shape;491;p39"/>
            <p:cNvSpPr/>
            <p:nvPr/>
          </p:nvSpPr>
          <p:spPr>
            <a:xfrm>
              <a:off x="1094350" y="1037650"/>
              <a:ext cx="284275" cy="179975"/>
            </a:xfrm>
            <a:custGeom>
              <a:avLst/>
              <a:gdLst/>
              <a:ahLst/>
              <a:cxnLst/>
              <a:rect l="l" t="t" r="r" b="b"/>
              <a:pathLst>
                <a:path w="11371" h="7199" extrusionOk="0">
                  <a:moveTo>
                    <a:pt x="5615" y="0"/>
                  </a:moveTo>
                  <a:cubicBezTo>
                    <a:pt x="4518" y="0"/>
                    <a:pt x="3574" y="664"/>
                    <a:pt x="2885" y="1902"/>
                  </a:cubicBezTo>
                  <a:cubicBezTo>
                    <a:pt x="2655" y="2297"/>
                    <a:pt x="2476" y="2603"/>
                    <a:pt x="2106" y="2795"/>
                  </a:cubicBezTo>
                  <a:cubicBezTo>
                    <a:pt x="1979" y="2871"/>
                    <a:pt x="1838" y="2935"/>
                    <a:pt x="1698" y="2999"/>
                  </a:cubicBezTo>
                  <a:cubicBezTo>
                    <a:pt x="1404" y="3114"/>
                    <a:pt x="1124" y="3267"/>
                    <a:pt x="868" y="3458"/>
                  </a:cubicBezTo>
                  <a:cubicBezTo>
                    <a:pt x="256" y="3918"/>
                    <a:pt x="1" y="4734"/>
                    <a:pt x="230" y="5475"/>
                  </a:cubicBezTo>
                  <a:cubicBezTo>
                    <a:pt x="447" y="6074"/>
                    <a:pt x="983" y="6495"/>
                    <a:pt x="1621" y="6559"/>
                  </a:cubicBezTo>
                  <a:lnTo>
                    <a:pt x="1749" y="6559"/>
                  </a:lnTo>
                  <a:cubicBezTo>
                    <a:pt x="2017" y="6546"/>
                    <a:pt x="2272" y="6508"/>
                    <a:pt x="2527" y="6432"/>
                  </a:cubicBezTo>
                  <a:cubicBezTo>
                    <a:pt x="2731" y="6381"/>
                    <a:pt x="2948" y="6342"/>
                    <a:pt x="3178" y="6330"/>
                  </a:cubicBezTo>
                  <a:cubicBezTo>
                    <a:pt x="3255" y="6330"/>
                    <a:pt x="3344" y="6342"/>
                    <a:pt x="3421" y="6355"/>
                  </a:cubicBezTo>
                  <a:cubicBezTo>
                    <a:pt x="3625" y="6432"/>
                    <a:pt x="3803" y="6521"/>
                    <a:pt x="3969" y="6649"/>
                  </a:cubicBezTo>
                  <a:cubicBezTo>
                    <a:pt x="4059" y="6712"/>
                    <a:pt x="4148" y="6763"/>
                    <a:pt x="4224" y="6814"/>
                  </a:cubicBezTo>
                  <a:cubicBezTo>
                    <a:pt x="4652" y="7059"/>
                    <a:pt x="5127" y="7198"/>
                    <a:pt x="5615" y="7198"/>
                  </a:cubicBezTo>
                  <a:cubicBezTo>
                    <a:pt x="5636" y="7198"/>
                    <a:pt x="5658" y="7198"/>
                    <a:pt x="5679" y="7197"/>
                  </a:cubicBezTo>
                  <a:cubicBezTo>
                    <a:pt x="5704" y="7198"/>
                    <a:pt x="5729" y="7198"/>
                    <a:pt x="5754" y="7198"/>
                  </a:cubicBezTo>
                  <a:cubicBezTo>
                    <a:pt x="6174" y="7198"/>
                    <a:pt x="6582" y="7097"/>
                    <a:pt x="6955" y="6917"/>
                  </a:cubicBezTo>
                  <a:cubicBezTo>
                    <a:pt x="7032" y="6878"/>
                    <a:pt x="7096" y="6840"/>
                    <a:pt x="7159" y="6802"/>
                  </a:cubicBezTo>
                  <a:cubicBezTo>
                    <a:pt x="7274" y="6738"/>
                    <a:pt x="7389" y="6674"/>
                    <a:pt x="7504" y="6636"/>
                  </a:cubicBezTo>
                  <a:cubicBezTo>
                    <a:pt x="7642" y="6583"/>
                    <a:pt x="7789" y="6556"/>
                    <a:pt x="7938" y="6556"/>
                  </a:cubicBezTo>
                  <a:cubicBezTo>
                    <a:pt x="7968" y="6556"/>
                    <a:pt x="7997" y="6557"/>
                    <a:pt x="8027" y="6559"/>
                  </a:cubicBezTo>
                  <a:cubicBezTo>
                    <a:pt x="8180" y="6559"/>
                    <a:pt x="8346" y="6572"/>
                    <a:pt x="8525" y="6585"/>
                  </a:cubicBezTo>
                  <a:cubicBezTo>
                    <a:pt x="8703" y="6598"/>
                    <a:pt x="8895" y="6623"/>
                    <a:pt x="9074" y="6623"/>
                  </a:cubicBezTo>
                  <a:cubicBezTo>
                    <a:pt x="9176" y="6623"/>
                    <a:pt x="9278" y="6610"/>
                    <a:pt x="9367" y="6598"/>
                  </a:cubicBezTo>
                  <a:cubicBezTo>
                    <a:pt x="10324" y="6495"/>
                    <a:pt x="11090" y="5755"/>
                    <a:pt x="11230" y="4798"/>
                  </a:cubicBezTo>
                  <a:cubicBezTo>
                    <a:pt x="11370" y="3841"/>
                    <a:pt x="10847" y="2910"/>
                    <a:pt x="9967" y="2527"/>
                  </a:cubicBezTo>
                  <a:cubicBezTo>
                    <a:pt x="9737" y="2438"/>
                    <a:pt x="9507" y="2361"/>
                    <a:pt x="9265" y="2323"/>
                  </a:cubicBezTo>
                  <a:cubicBezTo>
                    <a:pt x="8984" y="2272"/>
                    <a:pt x="8703" y="2170"/>
                    <a:pt x="8448" y="2029"/>
                  </a:cubicBezTo>
                  <a:cubicBezTo>
                    <a:pt x="8193" y="1825"/>
                    <a:pt x="7976" y="1583"/>
                    <a:pt x="7810" y="1289"/>
                  </a:cubicBezTo>
                  <a:cubicBezTo>
                    <a:pt x="7644" y="1021"/>
                    <a:pt x="7453" y="779"/>
                    <a:pt x="7223" y="562"/>
                  </a:cubicBezTo>
                  <a:cubicBezTo>
                    <a:pt x="6891" y="281"/>
                    <a:pt x="6483" y="102"/>
                    <a:pt x="6049" y="39"/>
                  </a:cubicBezTo>
                  <a:cubicBezTo>
                    <a:pt x="5909" y="13"/>
                    <a:pt x="5756" y="0"/>
                    <a:pt x="561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39"/>
            <p:cNvSpPr/>
            <p:nvPr/>
          </p:nvSpPr>
          <p:spPr>
            <a:xfrm>
              <a:off x="1087650" y="1031275"/>
              <a:ext cx="298000" cy="192075"/>
            </a:xfrm>
            <a:custGeom>
              <a:avLst/>
              <a:gdLst/>
              <a:ahLst/>
              <a:cxnLst/>
              <a:rect l="l" t="t" r="r" b="b"/>
              <a:pathLst>
                <a:path w="11920" h="7683" extrusionOk="0">
                  <a:moveTo>
                    <a:pt x="5883" y="485"/>
                  </a:moveTo>
                  <a:lnTo>
                    <a:pt x="5883" y="498"/>
                  </a:lnTo>
                  <a:cubicBezTo>
                    <a:pt x="5921" y="494"/>
                    <a:pt x="5958" y="493"/>
                    <a:pt x="5994" y="493"/>
                  </a:cubicBezTo>
                  <a:cubicBezTo>
                    <a:pt x="6093" y="493"/>
                    <a:pt x="6189" y="505"/>
                    <a:pt x="6292" y="523"/>
                  </a:cubicBezTo>
                  <a:cubicBezTo>
                    <a:pt x="6675" y="574"/>
                    <a:pt x="7045" y="740"/>
                    <a:pt x="7338" y="995"/>
                  </a:cubicBezTo>
                  <a:cubicBezTo>
                    <a:pt x="7823" y="1416"/>
                    <a:pt x="8040" y="2118"/>
                    <a:pt x="8576" y="2476"/>
                  </a:cubicBezTo>
                  <a:cubicBezTo>
                    <a:pt x="9035" y="2782"/>
                    <a:pt x="9635" y="2782"/>
                    <a:pt x="10133" y="2986"/>
                  </a:cubicBezTo>
                  <a:cubicBezTo>
                    <a:pt x="11919" y="3752"/>
                    <a:pt x="11536" y="6393"/>
                    <a:pt x="9609" y="6610"/>
                  </a:cubicBezTo>
                  <a:cubicBezTo>
                    <a:pt x="9520" y="6623"/>
                    <a:pt x="9431" y="6623"/>
                    <a:pt x="9342" y="6623"/>
                  </a:cubicBezTo>
                  <a:cubicBezTo>
                    <a:pt x="8984" y="6623"/>
                    <a:pt x="8627" y="6559"/>
                    <a:pt x="8282" y="6559"/>
                  </a:cubicBezTo>
                  <a:cubicBezTo>
                    <a:pt x="8078" y="6559"/>
                    <a:pt x="7887" y="6585"/>
                    <a:pt x="7695" y="6648"/>
                  </a:cubicBezTo>
                  <a:cubicBezTo>
                    <a:pt x="7491" y="6738"/>
                    <a:pt x="7300" y="6840"/>
                    <a:pt x="7108" y="6942"/>
                  </a:cubicBezTo>
                  <a:cubicBezTo>
                    <a:pt x="6740" y="7126"/>
                    <a:pt x="6342" y="7216"/>
                    <a:pt x="5943" y="7216"/>
                  </a:cubicBezTo>
                  <a:cubicBezTo>
                    <a:pt x="5486" y="7216"/>
                    <a:pt x="5029" y="7097"/>
                    <a:pt x="4620" y="6865"/>
                  </a:cubicBezTo>
                  <a:cubicBezTo>
                    <a:pt x="4327" y="6687"/>
                    <a:pt x="4071" y="6470"/>
                    <a:pt x="3752" y="6380"/>
                  </a:cubicBezTo>
                  <a:cubicBezTo>
                    <a:pt x="3650" y="6355"/>
                    <a:pt x="3548" y="6342"/>
                    <a:pt x="3446" y="6342"/>
                  </a:cubicBezTo>
                  <a:cubicBezTo>
                    <a:pt x="2974" y="6342"/>
                    <a:pt x="2502" y="6572"/>
                    <a:pt x="2017" y="6572"/>
                  </a:cubicBezTo>
                  <a:lnTo>
                    <a:pt x="1902" y="6572"/>
                  </a:lnTo>
                  <a:cubicBezTo>
                    <a:pt x="1366" y="6508"/>
                    <a:pt x="907" y="6151"/>
                    <a:pt x="728" y="5640"/>
                  </a:cubicBezTo>
                  <a:cubicBezTo>
                    <a:pt x="524" y="5002"/>
                    <a:pt x="741" y="4288"/>
                    <a:pt x="1290" y="3892"/>
                  </a:cubicBezTo>
                  <a:cubicBezTo>
                    <a:pt x="1660" y="3599"/>
                    <a:pt x="2093" y="3471"/>
                    <a:pt x="2489" y="3254"/>
                  </a:cubicBezTo>
                  <a:cubicBezTo>
                    <a:pt x="2897" y="3024"/>
                    <a:pt x="3127" y="2667"/>
                    <a:pt x="3357" y="2259"/>
                  </a:cubicBezTo>
                  <a:cubicBezTo>
                    <a:pt x="3918" y="1263"/>
                    <a:pt x="4748" y="485"/>
                    <a:pt x="5883" y="485"/>
                  </a:cubicBezTo>
                  <a:close/>
                  <a:moveTo>
                    <a:pt x="5896" y="0"/>
                  </a:moveTo>
                  <a:lnTo>
                    <a:pt x="5883" y="13"/>
                  </a:lnTo>
                  <a:cubicBezTo>
                    <a:pt x="4697" y="13"/>
                    <a:pt x="3676" y="702"/>
                    <a:pt x="2948" y="2029"/>
                  </a:cubicBezTo>
                  <a:cubicBezTo>
                    <a:pt x="2731" y="2399"/>
                    <a:pt x="2566" y="2667"/>
                    <a:pt x="2272" y="2833"/>
                  </a:cubicBezTo>
                  <a:cubicBezTo>
                    <a:pt x="2144" y="2897"/>
                    <a:pt x="2004" y="2960"/>
                    <a:pt x="1864" y="3024"/>
                  </a:cubicBezTo>
                  <a:cubicBezTo>
                    <a:pt x="1558" y="3139"/>
                    <a:pt x="1264" y="3305"/>
                    <a:pt x="996" y="3509"/>
                  </a:cubicBezTo>
                  <a:cubicBezTo>
                    <a:pt x="294" y="4032"/>
                    <a:pt x="1" y="4951"/>
                    <a:pt x="269" y="5793"/>
                  </a:cubicBezTo>
                  <a:cubicBezTo>
                    <a:pt x="524" y="6482"/>
                    <a:pt x="1136" y="6967"/>
                    <a:pt x="1864" y="7031"/>
                  </a:cubicBezTo>
                  <a:lnTo>
                    <a:pt x="2030" y="7031"/>
                  </a:lnTo>
                  <a:cubicBezTo>
                    <a:pt x="2310" y="7031"/>
                    <a:pt x="2591" y="6980"/>
                    <a:pt x="2859" y="6916"/>
                  </a:cubicBezTo>
                  <a:cubicBezTo>
                    <a:pt x="3051" y="6853"/>
                    <a:pt x="3255" y="6827"/>
                    <a:pt x="3446" y="6814"/>
                  </a:cubicBezTo>
                  <a:cubicBezTo>
                    <a:pt x="3510" y="6814"/>
                    <a:pt x="3574" y="6814"/>
                    <a:pt x="3637" y="6840"/>
                  </a:cubicBezTo>
                  <a:cubicBezTo>
                    <a:pt x="3816" y="6891"/>
                    <a:pt x="3969" y="6980"/>
                    <a:pt x="4122" y="7095"/>
                  </a:cubicBezTo>
                  <a:cubicBezTo>
                    <a:pt x="4199" y="7146"/>
                    <a:pt x="4288" y="7210"/>
                    <a:pt x="4378" y="7261"/>
                  </a:cubicBezTo>
                  <a:cubicBezTo>
                    <a:pt x="4863" y="7541"/>
                    <a:pt x="5407" y="7682"/>
                    <a:pt x="5953" y="7682"/>
                  </a:cubicBezTo>
                  <a:cubicBezTo>
                    <a:pt x="6425" y="7682"/>
                    <a:pt x="6900" y="7576"/>
                    <a:pt x="7338" y="7363"/>
                  </a:cubicBezTo>
                  <a:cubicBezTo>
                    <a:pt x="7415" y="7325"/>
                    <a:pt x="7478" y="7286"/>
                    <a:pt x="7542" y="7248"/>
                  </a:cubicBezTo>
                  <a:cubicBezTo>
                    <a:pt x="7644" y="7184"/>
                    <a:pt x="7759" y="7133"/>
                    <a:pt x="7861" y="7095"/>
                  </a:cubicBezTo>
                  <a:cubicBezTo>
                    <a:pt x="7978" y="7053"/>
                    <a:pt x="8103" y="7028"/>
                    <a:pt x="8222" y="7028"/>
                  </a:cubicBezTo>
                  <a:cubicBezTo>
                    <a:pt x="8247" y="7028"/>
                    <a:pt x="8271" y="7029"/>
                    <a:pt x="8295" y="7031"/>
                  </a:cubicBezTo>
                  <a:cubicBezTo>
                    <a:pt x="8448" y="7031"/>
                    <a:pt x="8614" y="7044"/>
                    <a:pt x="8780" y="7057"/>
                  </a:cubicBezTo>
                  <a:cubicBezTo>
                    <a:pt x="8946" y="7069"/>
                    <a:pt x="9150" y="7095"/>
                    <a:pt x="9354" y="7095"/>
                  </a:cubicBezTo>
                  <a:cubicBezTo>
                    <a:pt x="9456" y="7095"/>
                    <a:pt x="9571" y="7082"/>
                    <a:pt x="9673" y="7069"/>
                  </a:cubicBezTo>
                  <a:cubicBezTo>
                    <a:pt x="10745" y="6955"/>
                    <a:pt x="11587" y="6125"/>
                    <a:pt x="11741" y="5066"/>
                  </a:cubicBezTo>
                  <a:cubicBezTo>
                    <a:pt x="11906" y="3994"/>
                    <a:pt x="11319" y="2960"/>
                    <a:pt x="10337" y="2539"/>
                  </a:cubicBezTo>
                  <a:cubicBezTo>
                    <a:pt x="10094" y="2437"/>
                    <a:pt x="9852" y="2374"/>
                    <a:pt x="9597" y="2322"/>
                  </a:cubicBezTo>
                  <a:cubicBezTo>
                    <a:pt x="9342" y="2271"/>
                    <a:pt x="9086" y="2195"/>
                    <a:pt x="8857" y="2067"/>
                  </a:cubicBezTo>
                  <a:cubicBezTo>
                    <a:pt x="8627" y="1876"/>
                    <a:pt x="8436" y="1646"/>
                    <a:pt x="8295" y="1391"/>
                  </a:cubicBezTo>
                  <a:cubicBezTo>
                    <a:pt x="8116" y="1110"/>
                    <a:pt x="7912" y="842"/>
                    <a:pt x="7670" y="613"/>
                  </a:cubicBezTo>
                  <a:cubicBezTo>
                    <a:pt x="7300" y="306"/>
                    <a:pt x="6853" y="102"/>
                    <a:pt x="6368" y="38"/>
                  </a:cubicBezTo>
                  <a:cubicBezTo>
                    <a:pt x="6215" y="13"/>
                    <a:pt x="6049" y="0"/>
                    <a:pt x="58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93" name="Google Shape;493;p39"/>
          <p:cNvSpPr/>
          <p:nvPr/>
        </p:nvSpPr>
        <p:spPr>
          <a:xfrm>
            <a:off x="7577906" y="1061448"/>
            <a:ext cx="485272" cy="326060"/>
          </a:xfrm>
          <a:custGeom>
            <a:avLst/>
            <a:gdLst/>
            <a:ahLst/>
            <a:cxnLst/>
            <a:rect l="l" t="t" r="r" b="b"/>
            <a:pathLst>
              <a:path w="15441" h="10375" extrusionOk="0">
                <a:moveTo>
                  <a:pt x="8416" y="485"/>
                </a:moveTo>
                <a:lnTo>
                  <a:pt x="8416" y="485"/>
                </a:lnTo>
                <a:cubicBezTo>
                  <a:pt x="9128" y="487"/>
                  <a:pt x="9827" y="844"/>
                  <a:pt x="10145" y="1468"/>
                </a:cubicBezTo>
                <a:cubicBezTo>
                  <a:pt x="10209" y="1608"/>
                  <a:pt x="10272" y="1735"/>
                  <a:pt x="10349" y="1863"/>
                </a:cubicBezTo>
                <a:cubicBezTo>
                  <a:pt x="10732" y="2399"/>
                  <a:pt x="11561" y="2259"/>
                  <a:pt x="12161" y="2501"/>
                </a:cubicBezTo>
                <a:cubicBezTo>
                  <a:pt x="12773" y="2756"/>
                  <a:pt x="13118" y="3407"/>
                  <a:pt x="13246" y="4058"/>
                </a:cubicBezTo>
                <a:cubicBezTo>
                  <a:pt x="13271" y="4326"/>
                  <a:pt x="13322" y="4581"/>
                  <a:pt x="13386" y="4849"/>
                </a:cubicBezTo>
                <a:cubicBezTo>
                  <a:pt x="13654" y="5717"/>
                  <a:pt x="14586" y="6304"/>
                  <a:pt x="14739" y="7197"/>
                </a:cubicBezTo>
                <a:cubicBezTo>
                  <a:pt x="14892" y="8001"/>
                  <a:pt x="14611" y="8843"/>
                  <a:pt x="13731" y="9277"/>
                </a:cubicBezTo>
                <a:cubicBezTo>
                  <a:pt x="13003" y="9647"/>
                  <a:pt x="12072" y="9736"/>
                  <a:pt x="11255" y="9787"/>
                </a:cubicBezTo>
                <a:cubicBezTo>
                  <a:pt x="10285" y="9864"/>
                  <a:pt x="9443" y="9877"/>
                  <a:pt x="8460" y="9877"/>
                </a:cubicBezTo>
                <a:lnTo>
                  <a:pt x="8422" y="9877"/>
                </a:lnTo>
                <a:cubicBezTo>
                  <a:pt x="8097" y="9881"/>
                  <a:pt x="7773" y="9882"/>
                  <a:pt x="7449" y="9882"/>
                </a:cubicBezTo>
                <a:cubicBezTo>
                  <a:pt x="6668" y="9882"/>
                  <a:pt x="5889" y="9873"/>
                  <a:pt x="5104" y="9864"/>
                </a:cubicBezTo>
                <a:cubicBezTo>
                  <a:pt x="4959" y="9868"/>
                  <a:pt x="4814" y="9870"/>
                  <a:pt x="4669" y="9870"/>
                </a:cubicBezTo>
                <a:cubicBezTo>
                  <a:pt x="3822" y="9870"/>
                  <a:pt x="2983" y="9807"/>
                  <a:pt x="2144" y="9698"/>
                </a:cubicBezTo>
                <a:cubicBezTo>
                  <a:pt x="1761" y="9660"/>
                  <a:pt x="1404" y="9545"/>
                  <a:pt x="1072" y="9366"/>
                </a:cubicBezTo>
                <a:cubicBezTo>
                  <a:pt x="740" y="9175"/>
                  <a:pt x="523" y="8843"/>
                  <a:pt x="498" y="8460"/>
                </a:cubicBezTo>
                <a:cubicBezTo>
                  <a:pt x="498" y="8001"/>
                  <a:pt x="932" y="7618"/>
                  <a:pt x="1289" y="7337"/>
                </a:cubicBezTo>
                <a:cubicBezTo>
                  <a:pt x="1557" y="7133"/>
                  <a:pt x="1850" y="6929"/>
                  <a:pt x="2042" y="6636"/>
                </a:cubicBezTo>
                <a:cubicBezTo>
                  <a:pt x="2374" y="6151"/>
                  <a:pt x="2348" y="5474"/>
                  <a:pt x="2731" y="5015"/>
                </a:cubicBezTo>
                <a:cubicBezTo>
                  <a:pt x="3165" y="4492"/>
                  <a:pt x="3943" y="4454"/>
                  <a:pt x="4568" y="4186"/>
                </a:cubicBezTo>
                <a:cubicBezTo>
                  <a:pt x="4964" y="3994"/>
                  <a:pt x="5296" y="3713"/>
                  <a:pt x="5538" y="3343"/>
                </a:cubicBezTo>
                <a:cubicBezTo>
                  <a:pt x="5806" y="2935"/>
                  <a:pt x="5947" y="2463"/>
                  <a:pt x="6163" y="2029"/>
                </a:cubicBezTo>
                <a:cubicBezTo>
                  <a:pt x="6546" y="1289"/>
                  <a:pt x="7223" y="676"/>
                  <a:pt x="8039" y="523"/>
                </a:cubicBezTo>
                <a:cubicBezTo>
                  <a:pt x="8165" y="498"/>
                  <a:pt x="8290" y="485"/>
                  <a:pt x="8416" y="485"/>
                </a:cubicBezTo>
                <a:close/>
                <a:moveTo>
                  <a:pt x="8409" y="0"/>
                </a:moveTo>
                <a:lnTo>
                  <a:pt x="8422" y="13"/>
                </a:lnTo>
                <a:cubicBezTo>
                  <a:pt x="8392" y="10"/>
                  <a:pt x="8362" y="9"/>
                  <a:pt x="8332" y="9"/>
                </a:cubicBezTo>
                <a:cubicBezTo>
                  <a:pt x="8200" y="9"/>
                  <a:pt x="8073" y="30"/>
                  <a:pt x="7937" y="51"/>
                </a:cubicBezTo>
                <a:cubicBezTo>
                  <a:pt x="7031" y="230"/>
                  <a:pt x="6202" y="881"/>
                  <a:pt x="5730" y="1812"/>
                </a:cubicBezTo>
                <a:cubicBezTo>
                  <a:pt x="5628" y="1991"/>
                  <a:pt x="5551" y="2195"/>
                  <a:pt x="5474" y="2374"/>
                </a:cubicBezTo>
                <a:cubicBezTo>
                  <a:pt x="5385" y="2616"/>
                  <a:pt x="5270" y="2858"/>
                  <a:pt x="5130" y="3088"/>
                </a:cubicBezTo>
                <a:cubicBezTo>
                  <a:pt x="4938" y="3369"/>
                  <a:pt x="4670" y="3599"/>
                  <a:pt x="4351" y="3739"/>
                </a:cubicBezTo>
                <a:cubicBezTo>
                  <a:pt x="4160" y="3828"/>
                  <a:pt x="3969" y="3892"/>
                  <a:pt x="3764" y="3943"/>
                </a:cubicBezTo>
                <a:cubicBezTo>
                  <a:pt x="3292" y="4083"/>
                  <a:pt x="2744" y="4249"/>
                  <a:pt x="2361" y="4709"/>
                </a:cubicBezTo>
                <a:cubicBezTo>
                  <a:pt x="2131" y="5015"/>
                  <a:pt x="1965" y="5372"/>
                  <a:pt x="1876" y="5742"/>
                </a:cubicBezTo>
                <a:cubicBezTo>
                  <a:pt x="1825" y="5959"/>
                  <a:pt x="1748" y="6176"/>
                  <a:pt x="1633" y="6380"/>
                </a:cubicBezTo>
                <a:cubicBezTo>
                  <a:pt x="1493" y="6559"/>
                  <a:pt x="1314" y="6725"/>
                  <a:pt x="1123" y="6853"/>
                </a:cubicBezTo>
                <a:cubicBezTo>
                  <a:pt x="1072" y="6891"/>
                  <a:pt x="1021" y="6929"/>
                  <a:pt x="970" y="6980"/>
                </a:cubicBezTo>
                <a:cubicBezTo>
                  <a:pt x="651" y="7223"/>
                  <a:pt x="0" y="7746"/>
                  <a:pt x="13" y="8473"/>
                </a:cubicBezTo>
                <a:cubicBezTo>
                  <a:pt x="38" y="9022"/>
                  <a:pt x="345" y="9507"/>
                  <a:pt x="817" y="9787"/>
                </a:cubicBezTo>
                <a:cubicBezTo>
                  <a:pt x="1200" y="10004"/>
                  <a:pt x="1621" y="10145"/>
                  <a:pt x="2055" y="10183"/>
                </a:cubicBezTo>
                <a:cubicBezTo>
                  <a:pt x="2964" y="10310"/>
                  <a:pt x="3883" y="10364"/>
                  <a:pt x="4804" y="10364"/>
                </a:cubicBezTo>
                <a:cubicBezTo>
                  <a:pt x="4904" y="10364"/>
                  <a:pt x="5004" y="10363"/>
                  <a:pt x="5104" y="10362"/>
                </a:cubicBezTo>
                <a:cubicBezTo>
                  <a:pt x="6202" y="10374"/>
                  <a:pt x="7325" y="10374"/>
                  <a:pt x="8422" y="10374"/>
                </a:cubicBezTo>
                <a:lnTo>
                  <a:pt x="8460" y="10374"/>
                </a:lnTo>
                <a:cubicBezTo>
                  <a:pt x="9417" y="10374"/>
                  <a:pt x="10272" y="10362"/>
                  <a:pt x="11293" y="10285"/>
                </a:cubicBezTo>
                <a:cubicBezTo>
                  <a:pt x="12059" y="10234"/>
                  <a:pt x="13105" y="10145"/>
                  <a:pt x="13947" y="9724"/>
                </a:cubicBezTo>
                <a:cubicBezTo>
                  <a:pt x="14917" y="9252"/>
                  <a:pt x="15440" y="8167"/>
                  <a:pt x="15224" y="7120"/>
                </a:cubicBezTo>
                <a:cubicBezTo>
                  <a:pt x="15109" y="6521"/>
                  <a:pt x="14739" y="6049"/>
                  <a:pt x="14420" y="5653"/>
                </a:cubicBezTo>
                <a:cubicBezTo>
                  <a:pt x="14177" y="5372"/>
                  <a:pt x="13973" y="5053"/>
                  <a:pt x="13833" y="4709"/>
                </a:cubicBezTo>
                <a:cubicBezTo>
                  <a:pt x="13794" y="4568"/>
                  <a:pt x="13769" y="4415"/>
                  <a:pt x="13756" y="4262"/>
                </a:cubicBezTo>
                <a:cubicBezTo>
                  <a:pt x="13743" y="4160"/>
                  <a:pt x="13731" y="4071"/>
                  <a:pt x="13705" y="3969"/>
                </a:cubicBezTo>
                <a:cubicBezTo>
                  <a:pt x="13552" y="3063"/>
                  <a:pt x="13041" y="2348"/>
                  <a:pt x="12352" y="2067"/>
                </a:cubicBezTo>
                <a:cubicBezTo>
                  <a:pt x="12084" y="1965"/>
                  <a:pt x="11804" y="1901"/>
                  <a:pt x="11523" y="1863"/>
                </a:cubicBezTo>
                <a:cubicBezTo>
                  <a:pt x="11115" y="1799"/>
                  <a:pt x="10859" y="1748"/>
                  <a:pt x="10745" y="1595"/>
                </a:cubicBezTo>
                <a:cubicBezTo>
                  <a:pt x="10706" y="1531"/>
                  <a:pt x="10668" y="1468"/>
                  <a:pt x="10642" y="1404"/>
                </a:cubicBezTo>
                <a:cubicBezTo>
                  <a:pt x="10617" y="1353"/>
                  <a:pt x="10591" y="1302"/>
                  <a:pt x="10566" y="1251"/>
                </a:cubicBezTo>
                <a:cubicBezTo>
                  <a:pt x="10183" y="485"/>
                  <a:pt x="9341" y="0"/>
                  <a:pt x="840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39"/>
          <p:cNvSpPr/>
          <p:nvPr/>
        </p:nvSpPr>
        <p:spPr>
          <a:xfrm>
            <a:off x="1651325" y="905499"/>
            <a:ext cx="374616" cy="241457"/>
          </a:xfrm>
          <a:custGeom>
            <a:avLst/>
            <a:gdLst/>
            <a:ahLst/>
            <a:cxnLst/>
            <a:rect l="l" t="t" r="r" b="b"/>
            <a:pathLst>
              <a:path w="11920" h="7683" extrusionOk="0">
                <a:moveTo>
                  <a:pt x="5883" y="485"/>
                </a:moveTo>
                <a:lnTo>
                  <a:pt x="5883" y="498"/>
                </a:lnTo>
                <a:cubicBezTo>
                  <a:pt x="5921" y="494"/>
                  <a:pt x="5958" y="493"/>
                  <a:pt x="5994" y="493"/>
                </a:cubicBezTo>
                <a:cubicBezTo>
                  <a:pt x="6093" y="493"/>
                  <a:pt x="6189" y="505"/>
                  <a:pt x="6292" y="523"/>
                </a:cubicBezTo>
                <a:cubicBezTo>
                  <a:pt x="6675" y="574"/>
                  <a:pt x="7045" y="740"/>
                  <a:pt x="7338" y="995"/>
                </a:cubicBezTo>
                <a:cubicBezTo>
                  <a:pt x="7823" y="1416"/>
                  <a:pt x="8040" y="2118"/>
                  <a:pt x="8576" y="2476"/>
                </a:cubicBezTo>
                <a:cubicBezTo>
                  <a:pt x="9035" y="2782"/>
                  <a:pt x="9635" y="2782"/>
                  <a:pt x="10133" y="2986"/>
                </a:cubicBezTo>
                <a:cubicBezTo>
                  <a:pt x="11919" y="3752"/>
                  <a:pt x="11536" y="6393"/>
                  <a:pt x="9609" y="6610"/>
                </a:cubicBezTo>
                <a:cubicBezTo>
                  <a:pt x="9520" y="6623"/>
                  <a:pt x="9431" y="6623"/>
                  <a:pt x="9342" y="6623"/>
                </a:cubicBezTo>
                <a:cubicBezTo>
                  <a:pt x="8984" y="6623"/>
                  <a:pt x="8627" y="6559"/>
                  <a:pt x="8282" y="6559"/>
                </a:cubicBezTo>
                <a:cubicBezTo>
                  <a:pt x="8078" y="6559"/>
                  <a:pt x="7887" y="6585"/>
                  <a:pt x="7695" y="6648"/>
                </a:cubicBezTo>
                <a:cubicBezTo>
                  <a:pt x="7491" y="6738"/>
                  <a:pt x="7300" y="6840"/>
                  <a:pt x="7108" y="6942"/>
                </a:cubicBezTo>
                <a:cubicBezTo>
                  <a:pt x="6740" y="7126"/>
                  <a:pt x="6342" y="7216"/>
                  <a:pt x="5943" y="7216"/>
                </a:cubicBezTo>
                <a:cubicBezTo>
                  <a:pt x="5486" y="7216"/>
                  <a:pt x="5029" y="7097"/>
                  <a:pt x="4620" y="6865"/>
                </a:cubicBezTo>
                <a:cubicBezTo>
                  <a:pt x="4327" y="6687"/>
                  <a:pt x="4071" y="6470"/>
                  <a:pt x="3752" y="6380"/>
                </a:cubicBezTo>
                <a:cubicBezTo>
                  <a:pt x="3650" y="6355"/>
                  <a:pt x="3548" y="6342"/>
                  <a:pt x="3446" y="6342"/>
                </a:cubicBezTo>
                <a:cubicBezTo>
                  <a:pt x="2974" y="6342"/>
                  <a:pt x="2502" y="6572"/>
                  <a:pt x="2017" y="6572"/>
                </a:cubicBezTo>
                <a:lnTo>
                  <a:pt x="1902" y="6572"/>
                </a:lnTo>
                <a:cubicBezTo>
                  <a:pt x="1366" y="6508"/>
                  <a:pt x="907" y="6151"/>
                  <a:pt x="728" y="5640"/>
                </a:cubicBezTo>
                <a:cubicBezTo>
                  <a:pt x="524" y="5002"/>
                  <a:pt x="741" y="4288"/>
                  <a:pt x="1290" y="3892"/>
                </a:cubicBezTo>
                <a:cubicBezTo>
                  <a:pt x="1660" y="3599"/>
                  <a:pt x="2093" y="3471"/>
                  <a:pt x="2489" y="3254"/>
                </a:cubicBezTo>
                <a:cubicBezTo>
                  <a:pt x="2897" y="3024"/>
                  <a:pt x="3127" y="2667"/>
                  <a:pt x="3357" y="2259"/>
                </a:cubicBezTo>
                <a:cubicBezTo>
                  <a:pt x="3918" y="1263"/>
                  <a:pt x="4748" y="485"/>
                  <a:pt x="5883" y="485"/>
                </a:cubicBezTo>
                <a:close/>
                <a:moveTo>
                  <a:pt x="5896" y="0"/>
                </a:moveTo>
                <a:lnTo>
                  <a:pt x="5883" y="13"/>
                </a:lnTo>
                <a:cubicBezTo>
                  <a:pt x="4697" y="13"/>
                  <a:pt x="3676" y="702"/>
                  <a:pt x="2948" y="2029"/>
                </a:cubicBezTo>
                <a:cubicBezTo>
                  <a:pt x="2731" y="2399"/>
                  <a:pt x="2566" y="2667"/>
                  <a:pt x="2272" y="2833"/>
                </a:cubicBezTo>
                <a:cubicBezTo>
                  <a:pt x="2144" y="2897"/>
                  <a:pt x="2004" y="2960"/>
                  <a:pt x="1864" y="3024"/>
                </a:cubicBezTo>
                <a:cubicBezTo>
                  <a:pt x="1558" y="3139"/>
                  <a:pt x="1264" y="3305"/>
                  <a:pt x="996" y="3509"/>
                </a:cubicBezTo>
                <a:cubicBezTo>
                  <a:pt x="294" y="4032"/>
                  <a:pt x="1" y="4951"/>
                  <a:pt x="269" y="5793"/>
                </a:cubicBezTo>
                <a:cubicBezTo>
                  <a:pt x="524" y="6482"/>
                  <a:pt x="1136" y="6967"/>
                  <a:pt x="1864" y="7031"/>
                </a:cubicBezTo>
                <a:lnTo>
                  <a:pt x="2030" y="7031"/>
                </a:lnTo>
                <a:cubicBezTo>
                  <a:pt x="2310" y="7031"/>
                  <a:pt x="2591" y="6980"/>
                  <a:pt x="2859" y="6916"/>
                </a:cubicBezTo>
                <a:cubicBezTo>
                  <a:pt x="3051" y="6853"/>
                  <a:pt x="3255" y="6827"/>
                  <a:pt x="3446" y="6814"/>
                </a:cubicBezTo>
                <a:cubicBezTo>
                  <a:pt x="3510" y="6814"/>
                  <a:pt x="3574" y="6814"/>
                  <a:pt x="3637" y="6840"/>
                </a:cubicBezTo>
                <a:cubicBezTo>
                  <a:pt x="3816" y="6891"/>
                  <a:pt x="3969" y="6980"/>
                  <a:pt x="4122" y="7095"/>
                </a:cubicBezTo>
                <a:cubicBezTo>
                  <a:pt x="4199" y="7146"/>
                  <a:pt x="4288" y="7210"/>
                  <a:pt x="4378" y="7261"/>
                </a:cubicBezTo>
                <a:cubicBezTo>
                  <a:pt x="4863" y="7541"/>
                  <a:pt x="5407" y="7682"/>
                  <a:pt x="5953" y="7682"/>
                </a:cubicBezTo>
                <a:cubicBezTo>
                  <a:pt x="6425" y="7682"/>
                  <a:pt x="6900" y="7576"/>
                  <a:pt x="7338" y="7363"/>
                </a:cubicBezTo>
                <a:cubicBezTo>
                  <a:pt x="7415" y="7325"/>
                  <a:pt x="7478" y="7286"/>
                  <a:pt x="7542" y="7248"/>
                </a:cubicBezTo>
                <a:cubicBezTo>
                  <a:pt x="7644" y="7184"/>
                  <a:pt x="7759" y="7133"/>
                  <a:pt x="7861" y="7095"/>
                </a:cubicBezTo>
                <a:cubicBezTo>
                  <a:pt x="7978" y="7053"/>
                  <a:pt x="8103" y="7028"/>
                  <a:pt x="8222" y="7028"/>
                </a:cubicBezTo>
                <a:cubicBezTo>
                  <a:pt x="8247" y="7028"/>
                  <a:pt x="8271" y="7029"/>
                  <a:pt x="8295" y="7031"/>
                </a:cubicBezTo>
                <a:cubicBezTo>
                  <a:pt x="8448" y="7031"/>
                  <a:pt x="8614" y="7044"/>
                  <a:pt x="8780" y="7057"/>
                </a:cubicBezTo>
                <a:cubicBezTo>
                  <a:pt x="8946" y="7069"/>
                  <a:pt x="9150" y="7095"/>
                  <a:pt x="9354" y="7095"/>
                </a:cubicBezTo>
                <a:cubicBezTo>
                  <a:pt x="9456" y="7095"/>
                  <a:pt x="9571" y="7082"/>
                  <a:pt x="9673" y="7069"/>
                </a:cubicBezTo>
                <a:cubicBezTo>
                  <a:pt x="10745" y="6955"/>
                  <a:pt x="11587" y="6125"/>
                  <a:pt x="11741" y="5066"/>
                </a:cubicBezTo>
                <a:cubicBezTo>
                  <a:pt x="11906" y="3994"/>
                  <a:pt x="11319" y="2960"/>
                  <a:pt x="10337" y="2539"/>
                </a:cubicBezTo>
                <a:cubicBezTo>
                  <a:pt x="10094" y="2437"/>
                  <a:pt x="9852" y="2374"/>
                  <a:pt x="9597" y="2322"/>
                </a:cubicBezTo>
                <a:cubicBezTo>
                  <a:pt x="9342" y="2271"/>
                  <a:pt x="9086" y="2195"/>
                  <a:pt x="8857" y="2067"/>
                </a:cubicBezTo>
                <a:cubicBezTo>
                  <a:pt x="8627" y="1876"/>
                  <a:pt x="8436" y="1646"/>
                  <a:pt x="8295" y="1391"/>
                </a:cubicBezTo>
                <a:cubicBezTo>
                  <a:pt x="8116" y="1110"/>
                  <a:pt x="7912" y="842"/>
                  <a:pt x="7670" y="613"/>
                </a:cubicBezTo>
                <a:cubicBezTo>
                  <a:pt x="7300" y="306"/>
                  <a:pt x="6853" y="102"/>
                  <a:pt x="6368" y="38"/>
                </a:cubicBezTo>
                <a:cubicBezTo>
                  <a:pt x="6215" y="13"/>
                  <a:pt x="6049" y="0"/>
                  <a:pt x="58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5" name="Google Shape;495;p39"/>
          <p:cNvGrpSpPr/>
          <p:nvPr/>
        </p:nvGrpSpPr>
        <p:grpSpPr>
          <a:xfrm>
            <a:off x="2187622" y="1538425"/>
            <a:ext cx="485272" cy="326060"/>
            <a:chOff x="2493575" y="1248525"/>
            <a:chExt cx="386025" cy="259375"/>
          </a:xfrm>
        </p:grpSpPr>
        <p:sp>
          <p:nvSpPr>
            <p:cNvPr id="496" name="Google Shape;496;p39"/>
            <p:cNvSpPr/>
            <p:nvPr/>
          </p:nvSpPr>
          <p:spPr>
            <a:xfrm>
              <a:off x="2499950" y="1254550"/>
              <a:ext cx="372625" cy="246975"/>
            </a:xfrm>
            <a:custGeom>
              <a:avLst/>
              <a:gdLst/>
              <a:ahLst/>
              <a:cxnLst/>
              <a:rect l="l" t="t" r="r" b="b"/>
              <a:pathLst>
                <a:path w="14905" h="9879" extrusionOk="0">
                  <a:moveTo>
                    <a:pt x="8222" y="0"/>
                  </a:moveTo>
                  <a:cubicBezTo>
                    <a:pt x="8199" y="0"/>
                    <a:pt x="8177" y="1"/>
                    <a:pt x="8154" y="1"/>
                  </a:cubicBezTo>
                  <a:cubicBezTo>
                    <a:pt x="8014" y="1"/>
                    <a:pt x="7874" y="14"/>
                    <a:pt x="7733" y="40"/>
                  </a:cubicBezTo>
                  <a:cubicBezTo>
                    <a:pt x="6891" y="206"/>
                    <a:pt x="6125" y="805"/>
                    <a:pt x="5692" y="1673"/>
                  </a:cubicBezTo>
                  <a:cubicBezTo>
                    <a:pt x="5602" y="1852"/>
                    <a:pt x="5513" y="2043"/>
                    <a:pt x="5436" y="2222"/>
                  </a:cubicBezTo>
                  <a:cubicBezTo>
                    <a:pt x="5347" y="2477"/>
                    <a:pt x="5219" y="2732"/>
                    <a:pt x="5079" y="2962"/>
                  </a:cubicBezTo>
                  <a:cubicBezTo>
                    <a:pt x="4862" y="3294"/>
                    <a:pt x="4556" y="3549"/>
                    <a:pt x="4199" y="3715"/>
                  </a:cubicBezTo>
                  <a:cubicBezTo>
                    <a:pt x="3994" y="3804"/>
                    <a:pt x="3790" y="3868"/>
                    <a:pt x="3586" y="3932"/>
                  </a:cubicBezTo>
                  <a:cubicBezTo>
                    <a:pt x="3114" y="4059"/>
                    <a:pt x="2616" y="4213"/>
                    <a:pt x="2284" y="4608"/>
                  </a:cubicBezTo>
                  <a:cubicBezTo>
                    <a:pt x="2080" y="4889"/>
                    <a:pt x="1927" y="5221"/>
                    <a:pt x="1863" y="5565"/>
                  </a:cubicBezTo>
                  <a:cubicBezTo>
                    <a:pt x="1800" y="5808"/>
                    <a:pt x="1710" y="6037"/>
                    <a:pt x="1583" y="6267"/>
                  </a:cubicBezTo>
                  <a:cubicBezTo>
                    <a:pt x="1429" y="6471"/>
                    <a:pt x="1238" y="6650"/>
                    <a:pt x="1021" y="6790"/>
                  </a:cubicBezTo>
                  <a:lnTo>
                    <a:pt x="868" y="6905"/>
                  </a:lnTo>
                  <a:cubicBezTo>
                    <a:pt x="421" y="7262"/>
                    <a:pt x="0" y="7683"/>
                    <a:pt x="0" y="8219"/>
                  </a:cubicBezTo>
                  <a:cubicBezTo>
                    <a:pt x="26" y="8679"/>
                    <a:pt x="281" y="9100"/>
                    <a:pt x="689" y="9330"/>
                  </a:cubicBezTo>
                  <a:cubicBezTo>
                    <a:pt x="1047" y="9534"/>
                    <a:pt x="1429" y="9649"/>
                    <a:pt x="1838" y="9700"/>
                  </a:cubicBezTo>
                  <a:cubicBezTo>
                    <a:pt x="2735" y="9815"/>
                    <a:pt x="3642" y="9867"/>
                    <a:pt x="4550" y="9867"/>
                  </a:cubicBezTo>
                  <a:cubicBezTo>
                    <a:pt x="4650" y="9867"/>
                    <a:pt x="4749" y="9867"/>
                    <a:pt x="4849" y="9865"/>
                  </a:cubicBezTo>
                  <a:cubicBezTo>
                    <a:pt x="5959" y="9878"/>
                    <a:pt x="7070" y="9878"/>
                    <a:pt x="8167" y="9878"/>
                  </a:cubicBezTo>
                  <a:lnTo>
                    <a:pt x="8205" y="9878"/>
                  </a:lnTo>
                  <a:cubicBezTo>
                    <a:pt x="9162" y="9878"/>
                    <a:pt x="10017" y="9865"/>
                    <a:pt x="11013" y="9789"/>
                  </a:cubicBezTo>
                  <a:cubicBezTo>
                    <a:pt x="11766" y="9738"/>
                    <a:pt x="12786" y="9661"/>
                    <a:pt x="13590" y="9253"/>
                  </a:cubicBezTo>
                  <a:cubicBezTo>
                    <a:pt x="14471" y="8806"/>
                    <a:pt x="14905" y="7926"/>
                    <a:pt x="14726" y="6918"/>
                  </a:cubicBezTo>
                  <a:cubicBezTo>
                    <a:pt x="14624" y="6382"/>
                    <a:pt x="14292" y="5961"/>
                    <a:pt x="13973" y="5552"/>
                  </a:cubicBezTo>
                  <a:cubicBezTo>
                    <a:pt x="13718" y="5221"/>
                    <a:pt x="13463" y="4902"/>
                    <a:pt x="13361" y="4544"/>
                  </a:cubicBezTo>
                  <a:cubicBezTo>
                    <a:pt x="13310" y="4378"/>
                    <a:pt x="13284" y="4213"/>
                    <a:pt x="13259" y="4047"/>
                  </a:cubicBezTo>
                  <a:cubicBezTo>
                    <a:pt x="13246" y="3957"/>
                    <a:pt x="13233" y="3868"/>
                    <a:pt x="13220" y="3766"/>
                  </a:cubicBezTo>
                  <a:cubicBezTo>
                    <a:pt x="13067" y="2949"/>
                    <a:pt x="12621" y="2298"/>
                    <a:pt x="12008" y="2043"/>
                  </a:cubicBezTo>
                  <a:cubicBezTo>
                    <a:pt x="11753" y="1954"/>
                    <a:pt x="11498" y="1890"/>
                    <a:pt x="11230" y="1865"/>
                  </a:cubicBezTo>
                  <a:cubicBezTo>
                    <a:pt x="10821" y="1801"/>
                    <a:pt x="10477" y="1737"/>
                    <a:pt x="10298" y="1482"/>
                  </a:cubicBezTo>
                  <a:cubicBezTo>
                    <a:pt x="10247" y="1418"/>
                    <a:pt x="10209" y="1329"/>
                    <a:pt x="10171" y="1252"/>
                  </a:cubicBezTo>
                  <a:cubicBezTo>
                    <a:pt x="10145" y="1214"/>
                    <a:pt x="10132" y="1163"/>
                    <a:pt x="10107" y="1112"/>
                  </a:cubicBezTo>
                  <a:cubicBezTo>
                    <a:pt x="9722" y="429"/>
                    <a:pt x="9000" y="0"/>
                    <a:pt x="82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39"/>
            <p:cNvSpPr/>
            <p:nvPr/>
          </p:nvSpPr>
          <p:spPr>
            <a:xfrm>
              <a:off x="2493575" y="1248525"/>
              <a:ext cx="386025" cy="259375"/>
            </a:xfrm>
            <a:custGeom>
              <a:avLst/>
              <a:gdLst/>
              <a:ahLst/>
              <a:cxnLst/>
              <a:rect l="l" t="t" r="r" b="b"/>
              <a:pathLst>
                <a:path w="15441" h="10375" extrusionOk="0">
                  <a:moveTo>
                    <a:pt x="8416" y="485"/>
                  </a:moveTo>
                  <a:lnTo>
                    <a:pt x="8416" y="485"/>
                  </a:lnTo>
                  <a:cubicBezTo>
                    <a:pt x="9128" y="487"/>
                    <a:pt x="9827" y="844"/>
                    <a:pt x="10145" y="1468"/>
                  </a:cubicBezTo>
                  <a:cubicBezTo>
                    <a:pt x="10209" y="1608"/>
                    <a:pt x="10272" y="1735"/>
                    <a:pt x="10349" y="1863"/>
                  </a:cubicBezTo>
                  <a:cubicBezTo>
                    <a:pt x="10732" y="2399"/>
                    <a:pt x="11561" y="2259"/>
                    <a:pt x="12161" y="2501"/>
                  </a:cubicBezTo>
                  <a:cubicBezTo>
                    <a:pt x="12773" y="2756"/>
                    <a:pt x="13118" y="3407"/>
                    <a:pt x="13246" y="4058"/>
                  </a:cubicBezTo>
                  <a:cubicBezTo>
                    <a:pt x="13271" y="4326"/>
                    <a:pt x="13322" y="4581"/>
                    <a:pt x="13386" y="4849"/>
                  </a:cubicBezTo>
                  <a:cubicBezTo>
                    <a:pt x="13654" y="5717"/>
                    <a:pt x="14586" y="6304"/>
                    <a:pt x="14739" y="7197"/>
                  </a:cubicBezTo>
                  <a:cubicBezTo>
                    <a:pt x="14892" y="8001"/>
                    <a:pt x="14611" y="8843"/>
                    <a:pt x="13731" y="9277"/>
                  </a:cubicBezTo>
                  <a:cubicBezTo>
                    <a:pt x="13003" y="9647"/>
                    <a:pt x="12072" y="9736"/>
                    <a:pt x="11255" y="9787"/>
                  </a:cubicBezTo>
                  <a:cubicBezTo>
                    <a:pt x="10285" y="9864"/>
                    <a:pt x="9443" y="9877"/>
                    <a:pt x="8460" y="9877"/>
                  </a:cubicBezTo>
                  <a:lnTo>
                    <a:pt x="8422" y="9877"/>
                  </a:lnTo>
                  <a:cubicBezTo>
                    <a:pt x="8097" y="9881"/>
                    <a:pt x="7773" y="9882"/>
                    <a:pt x="7449" y="9882"/>
                  </a:cubicBezTo>
                  <a:cubicBezTo>
                    <a:pt x="6668" y="9882"/>
                    <a:pt x="5889" y="9873"/>
                    <a:pt x="5104" y="9864"/>
                  </a:cubicBezTo>
                  <a:cubicBezTo>
                    <a:pt x="4959" y="9868"/>
                    <a:pt x="4814" y="9870"/>
                    <a:pt x="4669" y="9870"/>
                  </a:cubicBezTo>
                  <a:cubicBezTo>
                    <a:pt x="3822" y="9870"/>
                    <a:pt x="2983" y="9807"/>
                    <a:pt x="2144" y="9698"/>
                  </a:cubicBezTo>
                  <a:cubicBezTo>
                    <a:pt x="1761" y="9660"/>
                    <a:pt x="1404" y="9545"/>
                    <a:pt x="1072" y="9366"/>
                  </a:cubicBezTo>
                  <a:cubicBezTo>
                    <a:pt x="740" y="9175"/>
                    <a:pt x="523" y="8843"/>
                    <a:pt x="498" y="8460"/>
                  </a:cubicBezTo>
                  <a:cubicBezTo>
                    <a:pt x="498" y="8001"/>
                    <a:pt x="932" y="7618"/>
                    <a:pt x="1289" y="7337"/>
                  </a:cubicBezTo>
                  <a:cubicBezTo>
                    <a:pt x="1557" y="7133"/>
                    <a:pt x="1850" y="6929"/>
                    <a:pt x="2042" y="6636"/>
                  </a:cubicBezTo>
                  <a:cubicBezTo>
                    <a:pt x="2374" y="6151"/>
                    <a:pt x="2348" y="5474"/>
                    <a:pt x="2731" y="5015"/>
                  </a:cubicBezTo>
                  <a:cubicBezTo>
                    <a:pt x="3165" y="4492"/>
                    <a:pt x="3943" y="4454"/>
                    <a:pt x="4568" y="4186"/>
                  </a:cubicBezTo>
                  <a:cubicBezTo>
                    <a:pt x="4964" y="3994"/>
                    <a:pt x="5296" y="3713"/>
                    <a:pt x="5538" y="3343"/>
                  </a:cubicBezTo>
                  <a:cubicBezTo>
                    <a:pt x="5806" y="2935"/>
                    <a:pt x="5947" y="2463"/>
                    <a:pt x="6163" y="2029"/>
                  </a:cubicBezTo>
                  <a:cubicBezTo>
                    <a:pt x="6546" y="1289"/>
                    <a:pt x="7223" y="676"/>
                    <a:pt x="8039" y="523"/>
                  </a:cubicBezTo>
                  <a:cubicBezTo>
                    <a:pt x="8165" y="498"/>
                    <a:pt x="8290" y="485"/>
                    <a:pt x="8416" y="485"/>
                  </a:cubicBezTo>
                  <a:close/>
                  <a:moveTo>
                    <a:pt x="8409" y="0"/>
                  </a:moveTo>
                  <a:lnTo>
                    <a:pt x="8422" y="13"/>
                  </a:lnTo>
                  <a:cubicBezTo>
                    <a:pt x="8392" y="10"/>
                    <a:pt x="8362" y="9"/>
                    <a:pt x="8332" y="9"/>
                  </a:cubicBezTo>
                  <a:cubicBezTo>
                    <a:pt x="8200" y="9"/>
                    <a:pt x="8073" y="30"/>
                    <a:pt x="7937" y="51"/>
                  </a:cubicBezTo>
                  <a:cubicBezTo>
                    <a:pt x="7031" y="230"/>
                    <a:pt x="6202" y="881"/>
                    <a:pt x="5730" y="1812"/>
                  </a:cubicBezTo>
                  <a:cubicBezTo>
                    <a:pt x="5628" y="1991"/>
                    <a:pt x="5551" y="2195"/>
                    <a:pt x="5474" y="2374"/>
                  </a:cubicBezTo>
                  <a:cubicBezTo>
                    <a:pt x="5385" y="2616"/>
                    <a:pt x="5270" y="2858"/>
                    <a:pt x="5130" y="3088"/>
                  </a:cubicBezTo>
                  <a:cubicBezTo>
                    <a:pt x="4938" y="3369"/>
                    <a:pt x="4670" y="3599"/>
                    <a:pt x="4351" y="3739"/>
                  </a:cubicBezTo>
                  <a:cubicBezTo>
                    <a:pt x="4160" y="3828"/>
                    <a:pt x="3969" y="3892"/>
                    <a:pt x="3764" y="3943"/>
                  </a:cubicBezTo>
                  <a:cubicBezTo>
                    <a:pt x="3292" y="4083"/>
                    <a:pt x="2744" y="4249"/>
                    <a:pt x="2361" y="4709"/>
                  </a:cubicBezTo>
                  <a:cubicBezTo>
                    <a:pt x="2131" y="5015"/>
                    <a:pt x="1965" y="5372"/>
                    <a:pt x="1876" y="5742"/>
                  </a:cubicBezTo>
                  <a:cubicBezTo>
                    <a:pt x="1825" y="5959"/>
                    <a:pt x="1748" y="6176"/>
                    <a:pt x="1633" y="6380"/>
                  </a:cubicBezTo>
                  <a:cubicBezTo>
                    <a:pt x="1493" y="6559"/>
                    <a:pt x="1314" y="6725"/>
                    <a:pt x="1123" y="6853"/>
                  </a:cubicBezTo>
                  <a:cubicBezTo>
                    <a:pt x="1072" y="6891"/>
                    <a:pt x="1021" y="6929"/>
                    <a:pt x="970" y="6980"/>
                  </a:cubicBezTo>
                  <a:cubicBezTo>
                    <a:pt x="651" y="7223"/>
                    <a:pt x="0" y="7746"/>
                    <a:pt x="13" y="8473"/>
                  </a:cubicBezTo>
                  <a:cubicBezTo>
                    <a:pt x="38" y="9022"/>
                    <a:pt x="345" y="9507"/>
                    <a:pt x="817" y="9787"/>
                  </a:cubicBezTo>
                  <a:cubicBezTo>
                    <a:pt x="1200" y="10004"/>
                    <a:pt x="1621" y="10145"/>
                    <a:pt x="2055" y="10183"/>
                  </a:cubicBezTo>
                  <a:cubicBezTo>
                    <a:pt x="2964" y="10310"/>
                    <a:pt x="3883" y="10364"/>
                    <a:pt x="4804" y="10364"/>
                  </a:cubicBezTo>
                  <a:cubicBezTo>
                    <a:pt x="4904" y="10364"/>
                    <a:pt x="5004" y="10363"/>
                    <a:pt x="5104" y="10362"/>
                  </a:cubicBezTo>
                  <a:cubicBezTo>
                    <a:pt x="6202" y="10374"/>
                    <a:pt x="7325" y="10374"/>
                    <a:pt x="8422" y="10374"/>
                  </a:cubicBezTo>
                  <a:lnTo>
                    <a:pt x="8460" y="10374"/>
                  </a:lnTo>
                  <a:cubicBezTo>
                    <a:pt x="9417" y="10374"/>
                    <a:pt x="10272" y="10362"/>
                    <a:pt x="11293" y="10285"/>
                  </a:cubicBezTo>
                  <a:cubicBezTo>
                    <a:pt x="12059" y="10234"/>
                    <a:pt x="13105" y="10145"/>
                    <a:pt x="13947" y="9724"/>
                  </a:cubicBezTo>
                  <a:cubicBezTo>
                    <a:pt x="14917" y="9252"/>
                    <a:pt x="15440" y="8167"/>
                    <a:pt x="15224" y="7120"/>
                  </a:cubicBezTo>
                  <a:cubicBezTo>
                    <a:pt x="15109" y="6521"/>
                    <a:pt x="14739" y="6049"/>
                    <a:pt x="14420" y="5653"/>
                  </a:cubicBezTo>
                  <a:cubicBezTo>
                    <a:pt x="14177" y="5372"/>
                    <a:pt x="13973" y="5053"/>
                    <a:pt x="13833" y="4709"/>
                  </a:cubicBezTo>
                  <a:cubicBezTo>
                    <a:pt x="13794" y="4568"/>
                    <a:pt x="13769" y="4415"/>
                    <a:pt x="13756" y="4262"/>
                  </a:cubicBezTo>
                  <a:cubicBezTo>
                    <a:pt x="13743" y="4160"/>
                    <a:pt x="13731" y="4071"/>
                    <a:pt x="13705" y="3969"/>
                  </a:cubicBezTo>
                  <a:cubicBezTo>
                    <a:pt x="13552" y="3063"/>
                    <a:pt x="13041" y="2348"/>
                    <a:pt x="12352" y="2067"/>
                  </a:cubicBezTo>
                  <a:cubicBezTo>
                    <a:pt x="12084" y="1965"/>
                    <a:pt x="11804" y="1901"/>
                    <a:pt x="11523" y="1863"/>
                  </a:cubicBezTo>
                  <a:cubicBezTo>
                    <a:pt x="11115" y="1799"/>
                    <a:pt x="10859" y="1748"/>
                    <a:pt x="10745" y="1595"/>
                  </a:cubicBezTo>
                  <a:cubicBezTo>
                    <a:pt x="10706" y="1531"/>
                    <a:pt x="10668" y="1468"/>
                    <a:pt x="10642" y="1404"/>
                  </a:cubicBezTo>
                  <a:cubicBezTo>
                    <a:pt x="10617" y="1353"/>
                    <a:pt x="10591" y="1302"/>
                    <a:pt x="10566" y="1251"/>
                  </a:cubicBezTo>
                  <a:cubicBezTo>
                    <a:pt x="10183" y="485"/>
                    <a:pt x="9341" y="0"/>
                    <a:pt x="840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98" name="Google Shape;498;p39"/>
          <p:cNvSpPr/>
          <p:nvPr/>
        </p:nvSpPr>
        <p:spPr>
          <a:xfrm>
            <a:off x="825952" y="3143349"/>
            <a:ext cx="1070221" cy="866189"/>
          </a:xfrm>
          <a:custGeom>
            <a:avLst/>
            <a:gdLst/>
            <a:ahLst/>
            <a:cxnLst/>
            <a:rect l="l" t="t" r="r" b="b"/>
            <a:pathLst>
              <a:path w="31661" h="25625" fill="none" extrusionOk="0">
                <a:moveTo>
                  <a:pt x="24489" y="25267"/>
                </a:moveTo>
                <a:cubicBezTo>
                  <a:pt x="23404" y="24705"/>
                  <a:pt x="22358" y="23735"/>
                  <a:pt x="22383" y="22523"/>
                </a:cubicBezTo>
                <a:cubicBezTo>
                  <a:pt x="22421" y="20673"/>
                  <a:pt x="24872" y="19422"/>
                  <a:pt x="24616" y="17585"/>
                </a:cubicBezTo>
                <a:cubicBezTo>
                  <a:pt x="24463" y="16411"/>
                  <a:pt x="23213" y="15696"/>
                  <a:pt x="22051" y="15479"/>
                </a:cubicBezTo>
                <a:cubicBezTo>
                  <a:pt x="20877" y="15250"/>
                  <a:pt x="19652" y="15326"/>
                  <a:pt x="18555" y="14892"/>
                </a:cubicBezTo>
                <a:cubicBezTo>
                  <a:pt x="16934" y="14190"/>
                  <a:pt x="15965" y="12532"/>
                  <a:pt x="16143" y="10783"/>
                </a:cubicBezTo>
                <a:cubicBezTo>
                  <a:pt x="16347" y="9124"/>
                  <a:pt x="18147" y="7619"/>
                  <a:pt x="19652" y="8333"/>
                </a:cubicBezTo>
                <a:cubicBezTo>
                  <a:pt x="20112" y="8537"/>
                  <a:pt x="20469" y="8908"/>
                  <a:pt x="20788" y="9290"/>
                </a:cubicBezTo>
                <a:cubicBezTo>
                  <a:pt x="21299" y="9877"/>
                  <a:pt x="21783" y="10554"/>
                  <a:pt x="21847" y="11319"/>
                </a:cubicBezTo>
                <a:cubicBezTo>
                  <a:pt x="21962" y="12889"/>
                  <a:pt x="20367" y="13961"/>
                  <a:pt x="19002" y="14739"/>
                </a:cubicBezTo>
                <a:cubicBezTo>
                  <a:pt x="17636" y="15518"/>
                  <a:pt x="16092" y="16743"/>
                  <a:pt x="16398" y="18287"/>
                </a:cubicBezTo>
                <a:cubicBezTo>
                  <a:pt x="16692" y="19741"/>
                  <a:pt x="18657" y="20354"/>
                  <a:pt x="20010" y="19729"/>
                </a:cubicBezTo>
                <a:cubicBezTo>
                  <a:pt x="21375" y="19091"/>
                  <a:pt x="22179" y="17700"/>
                  <a:pt x="22728" y="16309"/>
                </a:cubicBezTo>
                <a:cubicBezTo>
                  <a:pt x="22945" y="15747"/>
                  <a:pt x="23174" y="15135"/>
                  <a:pt x="23685" y="14816"/>
                </a:cubicBezTo>
                <a:cubicBezTo>
                  <a:pt x="24259" y="14458"/>
                  <a:pt x="24999" y="14599"/>
                  <a:pt x="25675" y="14650"/>
                </a:cubicBezTo>
                <a:cubicBezTo>
                  <a:pt x="27526" y="14816"/>
                  <a:pt x="29542" y="14139"/>
                  <a:pt x="30588" y="12595"/>
                </a:cubicBezTo>
                <a:cubicBezTo>
                  <a:pt x="31647" y="11064"/>
                  <a:pt x="31392" y="8652"/>
                  <a:pt x="29810" y="7657"/>
                </a:cubicBezTo>
                <a:cubicBezTo>
                  <a:pt x="28700" y="6955"/>
                  <a:pt x="27194" y="7083"/>
                  <a:pt x="26084" y="7785"/>
                </a:cubicBezTo>
                <a:cubicBezTo>
                  <a:pt x="24974" y="8499"/>
                  <a:pt x="24246" y="9686"/>
                  <a:pt x="23889" y="10962"/>
                </a:cubicBezTo>
                <a:cubicBezTo>
                  <a:pt x="23468" y="12442"/>
                  <a:pt x="23570" y="14165"/>
                  <a:pt x="24527" y="15377"/>
                </a:cubicBezTo>
                <a:cubicBezTo>
                  <a:pt x="25484" y="16602"/>
                  <a:pt x="27436" y="17049"/>
                  <a:pt x="28649" y="16092"/>
                </a:cubicBezTo>
                <a:cubicBezTo>
                  <a:pt x="30116" y="14918"/>
                  <a:pt x="29682" y="12366"/>
                  <a:pt x="28215" y="11166"/>
                </a:cubicBezTo>
                <a:cubicBezTo>
                  <a:pt x="26747" y="9979"/>
                  <a:pt x="24706" y="9839"/>
                  <a:pt x="22817" y="9954"/>
                </a:cubicBezTo>
                <a:cubicBezTo>
                  <a:pt x="21541" y="10030"/>
                  <a:pt x="20201" y="10247"/>
                  <a:pt x="19257" y="11102"/>
                </a:cubicBezTo>
                <a:cubicBezTo>
                  <a:pt x="18300" y="11957"/>
                  <a:pt x="18032" y="13642"/>
                  <a:pt x="19002" y="14471"/>
                </a:cubicBezTo>
                <a:cubicBezTo>
                  <a:pt x="20010" y="15313"/>
                  <a:pt x="21669" y="14701"/>
                  <a:pt x="22409" y="13603"/>
                </a:cubicBezTo>
                <a:cubicBezTo>
                  <a:pt x="23162" y="12519"/>
                  <a:pt x="23302" y="11153"/>
                  <a:pt x="23595" y="9865"/>
                </a:cubicBezTo>
                <a:cubicBezTo>
                  <a:pt x="23876" y="8576"/>
                  <a:pt x="24438" y="7198"/>
                  <a:pt x="25624" y="6623"/>
                </a:cubicBezTo>
                <a:cubicBezTo>
                  <a:pt x="26211" y="6330"/>
                  <a:pt x="26900" y="6279"/>
                  <a:pt x="27487" y="5985"/>
                </a:cubicBezTo>
                <a:cubicBezTo>
                  <a:pt x="29185" y="5143"/>
                  <a:pt x="29236" y="2400"/>
                  <a:pt x="27768" y="1200"/>
                </a:cubicBezTo>
                <a:cubicBezTo>
                  <a:pt x="26301" y="1"/>
                  <a:pt x="23965" y="307"/>
                  <a:pt x="22562" y="1583"/>
                </a:cubicBezTo>
                <a:cubicBezTo>
                  <a:pt x="21720" y="2336"/>
                  <a:pt x="21158" y="3344"/>
                  <a:pt x="20482" y="4263"/>
                </a:cubicBezTo>
                <a:cubicBezTo>
                  <a:pt x="18606" y="6815"/>
                  <a:pt x="15875" y="8614"/>
                  <a:pt x="12787" y="9341"/>
                </a:cubicBezTo>
                <a:cubicBezTo>
                  <a:pt x="12455" y="9443"/>
                  <a:pt x="12098" y="9469"/>
                  <a:pt x="11754" y="9431"/>
                </a:cubicBezTo>
                <a:cubicBezTo>
                  <a:pt x="11383" y="9341"/>
                  <a:pt x="11039" y="9163"/>
                  <a:pt x="10771" y="8882"/>
                </a:cubicBezTo>
                <a:cubicBezTo>
                  <a:pt x="9750" y="7912"/>
                  <a:pt x="9508" y="6381"/>
                  <a:pt x="10158" y="5143"/>
                </a:cubicBezTo>
                <a:cubicBezTo>
                  <a:pt x="10822" y="3905"/>
                  <a:pt x="12226" y="3242"/>
                  <a:pt x="13591" y="3548"/>
                </a:cubicBezTo>
                <a:cubicBezTo>
                  <a:pt x="14867" y="3816"/>
                  <a:pt x="15837" y="4850"/>
                  <a:pt x="16845" y="5692"/>
                </a:cubicBezTo>
                <a:cubicBezTo>
                  <a:pt x="18006" y="6674"/>
                  <a:pt x="19423" y="7491"/>
                  <a:pt x="20941" y="7376"/>
                </a:cubicBezTo>
                <a:cubicBezTo>
                  <a:pt x="22447" y="7274"/>
                  <a:pt x="23927" y="5909"/>
                  <a:pt x="23685" y="4416"/>
                </a:cubicBezTo>
                <a:cubicBezTo>
                  <a:pt x="23417" y="2872"/>
                  <a:pt x="21490" y="2081"/>
                  <a:pt x="19971" y="2489"/>
                </a:cubicBezTo>
                <a:cubicBezTo>
                  <a:pt x="18453" y="2897"/>
                  <a:pt x="17304" y="4122"/>
                  <a:pt x="16296" y="5335"/>
                </a:cubicBezTo>
                <a:cubicBezTo>
                  <a:pt x="15518" y="6279"/>
                  <a:pt x="14625" y="7338"/>
                  <a:pt x="13400" y="7402"/>
                </a:cubicBezTo>
                <a:cubicBezTo>
                  <a:pt x="12034" y="7491"/>
                  <a:pt x="10873" y="6126"/>
                  <a:pt x="10784" y="4760"/>
                </a:cubicBezTo>
                <a:cubicBezTo>
                  <a:pt x="10707" y="3382"/>
                  <a:pt x="11473" y="2081"/>
                  <a:pt x="12443" y="1085"/>
                </a:cubicBezTo>
                <a:cubicBezTo>
                  <a:pt x="12953" y="562"/>
                  <a:pt x="13629" y="77"/>
                  <a:pt x="14369" y="166"/>
                </a:cubicBezTo>
                <a:cubicBezTo>
                  <a:pt x="15390" y="307"/>
                  <a:pt x="15901" y="1494"/>
                  <a:pt x="16105" y="2514"/>
                </a:cubicBezTo>
                <a:cubicBezTo>
                  <a:pt x="16654" y="5220"/>
                  <a:pt x="16296" y="8308"/>
                  <a:pt x="14357" y="10273"/>
                </a:cubicBezTo>
                <a:cubicBezTo>
                  <a:pt x="11958" y="12697"/>
                  <a:pt x="7428" y="12442"/>
                  <a:pt x="5335" y="9763"/>
                </a:cubicBezTo>
                <a:cubicBezTo>
                  <a:pt x="4773" y="9048"/>
                  <a:pt x="4365" y="8155"/>
                  <a:pt x="4442" y="7249"/>
                </a:cubicBezTo>
                <a:cubicBezTo>
                  <a:pt x="4531" y="6572"/>
                  <a:pt x="4799" y="5934"/>
                  <a:pt x="5233" y="5411"/>
                </a:cubicBezTo>
                <a:cubicBezTo>
                  <a:pt x="6011" y="4365"/>
                  <a:pt x="7211" y="3561"/>
                  <a:pt x="8525" y="3561"/>
                </a:cubicBezTo>
                <a:cubicBezTo>
                  <a:pt x="9827" y="3561"/>
                  <a:pt x="11141" y="4543"/>
                  <a:pt x="11256" y="5845"/>
                </a:cubicBezTo>
                <a:cubicBezTo>
                  <a:pt x="11358" y="7070"/>
                  <a:pt x="10414" y="8180"/>
                  <a:pt x="9291" y="8716"/>
                </a:cubicBezTo>
                <a:cubicBezTo>
                  <a:pt x="8168" y="9239"/>
                  <a:pt x="6892" y="9290"/>
                  <a:pt x="5679" y="9418"/>
                </a:cubicBezTo>
                <a:cubicBezTo>
                  <a:pt x="4454" y="9546"/>
                  <a:pt x="3166" y="9763"/>
                  <a:pt x="2196" y="10528"/>
                </a:cubicBezTo>
                <a:cubicBezTo>
                  <a:pt x="652" y="11740"/>
                  <a:pt x="511" y="14497"/>
                  <a:pt x="2170" y="15556"/>
                </a:cubicBezTo>
                <a:cubicBezTo>
                  <a:pt x="3497" y="16398"/>
                  <a:pt x="5373" y="15862"/>
                  <a:pt x="6458" y="14714"/>
                </a:cubicBezTo>
                <a:cubicBezTo>
                  <a:pt x="7555" y="13578"/>
                  <a:pt x="8040" y="11996"/>
                  <a:pt x="8397" y="10464"/>
                </a:cubicBezTo>
                <a:cubicBezTo>
                  <a:pt x="8653" y="9392"/>
                  <a:pt x="8831" y="8206"/>
                  <a:pt x="8283" y="7274"/>
                </a:cubicBezTo>
                <a:cubicBezTo>
                  <a:pt x="7849" y="6534"/>
                  <a:pt x="7019" y="6100"/>
                  <a:pt x="6177" y="5947"/>
                </a:cubicBezTo>
                <a:cubicBezTo>
                  <a:pt x="4556" y="5654"/>
                  <a:pt x="2821" y="6343"/>
                  <a:pt x="1685" y="7568"/>
                </a:cubicBezTo>
                <a:cubicBezTo>
                  <a:pt x="550" y="8780"/>
                  <a:pt x="1" y="10477"/>
                  <a:pt x="14" y="12136"/>
                </a:cubicBezTo>
                <a:cubicBezTo>
                  <a:pt x="14" y="13157"/>
                  <a:pt x="243" y="14203"/>
                  <a:pt x="830" y="15033"/>
                </a:cubicBezTo>
                <a:cubicBezTo>
                  <a:pt x="1953" y="16602"/>
                  <a:pt x="4186" y="17036"/>
                  <a:pt x="6037" y="16538"/>
                </a:cubicBezTo>
                <a:cubicBezTo>
                  <a:pt x="7517" y="16130"/>
                  <a:pt x="8831" y="15224"/>
                  <a:pt x="10299" y="14777"/>
                </a:cubicBezTo>
                <a:cubicBezTo>
                  <a:pt x="11779" y="14344"/>
                  <a:pt x="13655" y="14509"/>
                  <a:pt x="14472" y="15811"/>
                </a:cubicBezTo>
                <a:cubicBezTo>
                  <a:pt x="15250" y="17062"/>
                  <a:pt x="14574" y="18912"/>
                  <a:pt x="13234" y="19524"/>
                </a:cubicBezTo>
                <a:cubicBezTo>
                  <a:pt x="11894" y="20137"/>
                  <a:pt x="10197" y="19601"/>
                  <a:pt x="9278" y="18440"/>
                </a:cubicBezTo>
                <a:cubicBezTo>
                  <a:pt x="8372" y="17279"/>
                  <a:pt x="8206" y="15645"/>
                  <a:pt x="8640" y="14242"/>
                </a:cubicBezTo>
                <a:cubicBezTo>
                  <a:pt x="9125" y="12710"/>
                  <a:pt x="10312" y="11396"/>
                  <a:pt x="11830" y="10924"/>
                </a:cubicBezTo>
                <a:cubicBezTo>
                  <a:pt x="13999" y="10247"/>
                  <a:pt x="16590" y="11562"/>
                  <a:pt x="17330" y="13718"/>
                </a:cubicBezTo>
                <a:cubicBezTo>
                  <a:pt x="18057" y="15862"/>
                  <a:pt x="16820" y="18491"/>
                  <a:pt x="14688" y="19282"/>
                </a:cubicBezTo>
                <a:cubicBezTo>
                  <a:pt x="12966" y="19920"/>
                  <a:pt x="11001" y="19448"/>
                  <a:pt x="9240" y="19997"/>
                </a:cubicBezTo>
                <a:cubicBezTo>
                  <a:pt x="8449" y="20239"/>
                  <a:pt x="7721" y="20686"/>
                  <a:pt x="7147" y="21298"/>
                </a:cubicBezTo>
                <a:cubicBezTo>
                  <a:pt x="6764" y="21707"/>
                  <a:pt x="6445" y="22204"/>
                  <a:pt x="6394" y="22753"/>
                </a:cubicBezTo>
                <a:cubicBezTo>
                  <a:pt x="6330" y="23710"/>
                  <a:pt x="7160" y="24565"/>
                  <a:pt x="8091" y="24756"/>
                </a:cubicBezTo>
                <a:cubicBezTo>
                  <a:pt x="9035" y="24935"/>
                  <a:pt x="10005" y="24565"/>
                  <a:pt x="10771" y="23991"/>
                </a:cubicBezTo>
                <a:cubicBezTo>
                  <a:pt x="11856" y="23174"/>
                  <a:pt x="12621" y="21872"/>
                  <a:pt x="12583" y="20520"/>
                </a:cubicBezTo>
                <a:cubicBezTo>
                  <a:pt x="12557" y="19167"/>
                  <a:pt x="11600" y="17827"/>
                  <a:pt x="10273" y="17559"/>
                </a:cubicBezTo>
                <a:cubicBezTo>
                  <a:pt x="8946" y="17291"/>
                  <a:pt x="7440" y="18312"/>
                  <a:pt x="7389" y="19665"/>
                </a:cubicBezTo>
                <a:cubicBezTo>
                  <a:pt x="7338" y="20928"/>
                  <a:pt x="8512" y="22013"/>
                  <a:pt x="9776" y="22179"/>
                </a:cubicBezTo>
                <a:cubicBezTo>
                  <a:pt x="11026" y="22332"/>
                  <a:pt x="12277" y="21758"/>
                  <a:pt x="13247" y="20954"/>
                </a:cubicBezTo>
                <a:cubicBezTo>
                  <a:pt x="13987" y="20341"/>
                  <a:pt x="14612" y="19588"/>
                  <a:pt x="15480" y="19193"/>
                </a:cubicBezTo>
                <a:cubicBezTo>
                  <a:pt x="16985" y="18491"/>
                  <a:pt x="18989" y="19231"/>
                  <a:pt x="19678" y="20737"/>
                </a:cubicBezTo>
                <a:cubicBezTo>
                  <a:pt x="20367" y="22242"/>
                  <a:pt x="19627" y="24246"/>
                  <a:pt x="18121" y="24935"/>
                </a:cubicBezTo>
                <a:cubicBezTo>
                  <a:pt x="16615" y="25624"/>
                  <a:pt x="14612" y="24884"/>
                  <a:pt x="13936" y="23365"/>
                </a:cubicBezTo>
                <a:cubicBezTo>
                  <a:pt x="13566" y="22561"/>
                  <a:pt x="13553" y="21630"/>
                  <a:pt x="13668" y="20749"/>
                </a:cubicBezTo>
                <a:cubicBezTo>
                  <a:pt x="13834" y="19550"/>
                  <a:pt x="14216" y="18338"/>
                  <a:pt x="15020" y="17432"/>
                </a:cubicBezTo>
                <a:cubicBezTo>
                  <a:pt x="15811" y="16513"/>
                  <a:pt x="17075" y="15951"/>
                  <a:pt x="18261" y="16194"/>
                </a:cubicBezTo>
                <a:cubicBezTo>
                  <a:pt x="19448" y="16449"/>
                  <a:pt x="20431" y="17636"/>
                  <a:pt x="20227" y="18835"/>
                </a:cubicBezTo>
                <a:cubicBezTo>
                  <a:pt x="20112" y="19588"/>
                  <a:pt x="19589" y="20239"/>
                  <a:pt x="19589" y="21005"/>
                </a:cubicBezTo>
                <a:cubicBezTo>
                  <a:pt x="19589" y="21974"/>
                  <a:pt x="20482" y="22753"/>
                  <a:pt x="21413" y="23034"/>
                </a:cubicBezTo>
                <a:cubicBezTo>
                  <a:pt x="23621" y="23684"/>
                  <a:pt x="26199" y="22000"/>
                  <a:pt x="26530" y="19729"/>
                </a:cubicBezTo>
                <a:cubicBezTo>
                  <a:pt x="26862" y="17444"/>
                  <a:pt x="24923" y="15122"/>
                  <a:pt x="22626" y="15007"/>
                </a:cubicBezTo>
                <a:cubicBezTo>
                  <a:pt x="21758" y="14956"/>
                  <a:pt x="20737" y="15339"/>
                  <a:pt x="20584" y="16194"/>
                </a:cubicBezTo>
                <a:cubicBezTo>
                  <a:pt x="20444" y="16921"/>
                  <a:pt x="21056" y="17598"/>
                  <a:pt x="21720" y="17929"/>
                </a:cubicBezTo>
                <a:cubicBezTo>
                  <a:pt x="23340" y="18733"/>
                  <a:pt x="25548" y="18031"/>
                  <a:pt x="26416" y="16436"/>
                </a:cubicBezTo>
                <a:cubicBezTo>
                  <a:pt x="27322" y="14790"/>
                  <a:pt x="26798" y="12723"/>
                  <a:pt x="25918" y="11051"/>
                </a:cubicBezTo>
                <a:cubicBezTo>
                  <a:pt x="25050" y="9380"/>
                  <a:pt x="23851" y="7848"/>
                  <a:pt x="23366" y="6036"/>
                </a:cubicBezTo>
                <a:cubicBezTo>
                  <a:pt x="22894" y="4212"/>
                  <a:pt x="23430" y="1915"/>
                  <a:pt x="25165" y="1187"/>
                </a:cubicBezTo>
                <a:cubicBezTo>
                  <a:pt x="26900" y="460"/>
                  <a:pt x="28904" y="1672"/>
                  <a:pt x="30014" y="3204"/>
                </a:cubicBezTo>
                <a:cubicBezTo>
                  <a:pt x="31060" y="4658"/>
                  <a:pt x="31660" y="6560"/>
                  <a:pt x="31188" y="8282"/>
                </a:cubicBezTo>
                <a:cubicBezTo>
                  <a:pt x="30499" y="10745"/>
                  <a:pt x="27947" y="12149"/>
                  <a:pt x="26479" y="14242"/>
                </a:cubicBezTo>
                <a:cubicBezTo>
                  <a:pt x="26250" y="14573"/>
                  <a:pt x="26045" y="14931"/>
                  <a:pt x="26020" y="15339"/>
                </a:cubicBezTo>
                <a:cubicBezTo>
                  <a:pt x="25982" y="16322"/>
                  <a:pt x="27015" y="16947"/>
                  <a:pt x="27615" y="17725"/>
                </a:cubicBezTo>
                <a:cubicBezTo>
                  <a:pt x="28802" y="19307"/>
                  <a:pt x="28100" y="21758"/>
                  <a:pt x="26530" y="22957"/>
                </a:cubicBezTo>
                <a:cubicBezTo>
                  <a:pt x="24961" y="24169"/>
                  <a:pt x="22843" y="24361"/>
                  <a:pt x="20877" y="24169"/>
                </a:cubicBezTo>
                <a:cubicBezTo>
                  <a:pt x="18491" y="23940"/>
                  <a:pt x="16130" y="23187"/>
                  <a:pt x="14191" y="21783"/>
                </a:cubicBezTo>
                <a:cubicBezTo>
                  <a:pt x="12251" y="20392"/>
                  <a:pt x="10745" y="18312"/>
                  <a:pt x="10273" y="15964"/>
                </a:cubicBezTo>
                <a:cubicBezTo>
                  <a:pt x="9903" y="14139"/>
                  <a:pt x="10056" y="12034"/>
                  <a:pt x="8768" y="10707"/>
                </a:cubicBezTo>
                <a:cubicBezTo>
                  <a:pt x="7619" y="9507"/>
                  <a:pt x="5552" y="9456"/>
                  <a:pt x="4212" y="10413"/>
                </a:cubicBezTo>
                <a:cubicBezTo>
                  <a:pt x="2859" y="11383"/>
                  <a:pt x="2234" y="13170"/>
                  <a:pt x="2464" y="14816"/>
                </a:cubicBezTo>
                <a:cubicBezTo>
                  <a:pt x="2744" y="16883"/>
                  <a:pt x="4786" y="18848"/>
                  <a:pt x="6777" y="18197"/>
                </a:cubicBezTo>
                <a:cubicBezTo>
                  <a:pt x="8372" y="17674"/>
                  <a:pt x="9087" y="15824"/>
                  <a:pt x="9342" y="14152"/>
                </a:cubicBezTo>
                <a:cubicBezTo>
                  <a:pt x="9610" y="12493"/>
                  <a:pt x="9661" y="10681"/>
                  <a:pt x="10682" y="9354"/>
                </a:cubicBezTo>
                <a:cubicBezTo>
                  <a:pt x="11205" y="8691"/>
                  <a:pt x="11996" y="8180"/>
                  <a:pt x="12838" y="8218"/>
                </a:cubicBezTo>
                <a:cubicBezTo>
                  <a:pt x="13872" y="8257"/>
                  <a:pt x="14765" y="9137"/>
                  <a:pt x="14969" y="10145"/>
                </a:cubicBezTo>
                <a:cubicBezTo>
                  <a:pt x="15173" y="11166"/>
                  <a:pt x="14791" y="12238"/>
                  <a:pt x="14101" y="13016"/>
                </a:cubicBezTo>
                <a:cubicBezTo>
                  <a:pt x="13502" y="13667"/>
                  <a:pt x="12685" y="14178"/>
                  <a:pt x="12379" y="15007"/>
                </a:cubicBezTo>
                <a:cubicBezTo>
                  <a:pt x="12085" y="15837"/>
                  <a:pt x="12864" y="17036"/>
                  <a:pt x="13655" y="16628"/>
                </a:cubicBezTo>
              </a:path>
            </a:pathLst>
          </a:custGeom>
          <a:noFill/>
          <a:ln w="19050" cap="flat" cmpd="sng">
            <a:solidFill>
              <a:schemeClr val="dk1"/>
            </a:solidFill>
            <a:prstDash val="solid"/>
            <a:miter lim="1276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9" name="Google Shape;499;p39"/>
          <p:cNvGrpSpPr/>
          <p:nvPr/>
        </p:nvGrpSpPr>
        <p:grpSpPr>
          <a:xfrm rot="-2316253">
            <a:off x="1055698" y="1468819"/>
            <a:ext cx="664301" cy="1213372"/>
            <a:chOff x="849025" y="3368050"/>
            <a:chExt cx="491325" cy="897425"/>
          </a:xfrm>
        </p:grpSpPr>
        <p:sp>
          <p:nvSpPr>
            <p:cNvPr id="500" name="Google Shape;500;p39"/>
            <p:cNvSpPr/>
            <p:nvPr/>
          </p:nvSpPr>
          <p:spPr>
            <a:xfrm>
              <a:off x="862600" y="3987625"/>
              <a:ext cx="375725" cy="232000"/>
            </a:xfrm>
            <a:custGeom>
              <a:avLst/>
              <a:gdLst/>
              <a:ahLst/>
              <a:cxnLst/>
              <a:rect l="l" t="t" r="r" b="b"/>
              <a:pathLst>
                <a:path w="15029" h="9280" extrusionOk="0">
                  <a:moveTo>
                    <a:pt x="1258" y="0"/>
                  </a:moveTo>
                  <a:cubicBezTo>
                    <a:pt x="380" y="0"/>
                    <a:pt x="1" y="868"/>
                    <a:pt x="389" y="2194"/>
                  </a:cubicBezTo>
                  <a:cubicBezTo>
                    <a:pt x="1474" y="5881"/>
                    <a:pt x="4468" y="9279"/>
                    <a:pt x="8133" y="9279"/>
                  </a:cubicBezTo>
                  <a:cubicBezTo>
                    <a:pt x="8477" y="9279"/>
                    <a:pt x="8827" y="9249"/>
                    <a:pt x="9181" y="9187"/>
                  </a:cubicBezTo>
                  <a:cubicBezTo>
                    <a:pt x="12946" y="8536"/>
                    <a:pt x="15026" y="5805"/>
                    <a:pt x="15026" y="4376"/>
                  </a:cubicBezTo>
                  <a:cubicBezTo>
                    <a:pt x="15029" y="3594"/>
                    <a:pt x="14596" y="3298"/>
                    <a:pt x="13931" y="3298"/>
                  </a:cubicBezTo>
                  <a:cubicBezTo>
                    <a:pt x="11847" y="3298"/>
                    <a:pt x="7485" y="6209"/>
                    <a:pt x="7135" y="6209"/>
                  </a:cubicBezTo>
                  <a:cubicBezTo>
                    <a:pt x="7124" y="6209"/>
                    <a:pt x="7117" y="6206"/>
                    <a:pt x="7114" y="6201"/>
                  </a:cubicBezTo>
                  <a:cubicBezTo>
                    <a:pt x="4682" y="1694"/>
                    <a:pt x="2484" y="0"/>
                    <a:pt x="125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39"/>
            <p:cNvSpPr/>
            <p:nvPr/>
          </p:nvSpPr>
          <p:spPr>
            <a:xfrm>
              <a:off x="849025" y="3949300"/>
              <a:ext cx="389875" cy="286200"/>
            </a:xfrm>
            <a:custGeom>
              <a:avLst/>
              <a:gdLst/>
              <a:ahLst/>
              <a:cxnLst/>
              <a:rect l="l" t="t" r="r" b="b"/>
              <a:pathLst>
                <a:path w="15595" h="11448" fill="none" extrusionOk="0">
                  <a:moveTo>
                    <a:pt x="7657" y="7734"/>
                  </a:moveTo>
                  <a:cubicBezTo>
                    <a:pt x="3484" y="1"/>
                    <a:pt x="1" y="550"/>
                    <a:pt x="932" y="3727"/>
                  </a:cubicBezTo>
                  <a:cubicBezTo>
                    <a:pt x="2119" y="7759"/>
                    <a:pt x="5590" y="11447"/>
                    <a:pt x="9724" y="10720"/>
                  </a:cubicBezTo>
                  <a:cubicBezTo>
                    <a:pt x="13489" y="10069"/>
                    <a:pt x="15569" y="7338"/>
                    <a:pt x="15569" y="5909"/>
                  </a:cubicBezTo>
                  <a:cubicBezTo>
                    <a:pt x="15594" y="2604"/>
                    <a:pt x="7797" y="7989"/>
                    <a:pt x="7657" y="7734"/>
                  </a:cubicBezTo>
                  <a:close/>
                </a:path>
              </a:pathLst>
            </a:custGeom>
            <a:solidFill>
              <a:schemeClr val="dk1"/>
            </a:solidFill>
            <a:ln w="8625" cap="flat" cmpd="sng">
              <a:solidFill>
                <a:srgbClr val="000000"/>
              </a:solidFill>
              <a:prstDash val="solid"/>
              <a:miter lim="1276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39"/>
            <p:cNvSpPr/>
            <p:nvPr/>
          </p:nvSpPr>
          <p:spPr>
            <a:xfrm>
              <a:off x="972800" y="3655825"/>
              <a:ext cx="327350" cy="237550"/>
            </a:xfrm>
            <a:custGeom>
              <a:avLst/>
              <a:gdLst/>
              <a:ahLst/>
              <a:cxnLst/>
              <a:rect l="l" t="t" r="r" b="b"/>
              <a:pathLst>
                <a:path w="13094" h="9502" extrusionOk="0">
                  <a:moveTo>
                    <a:pt x="1400" y="1"/>
                  </a:moveTo>
                  <a:cubicBezTo>
                    <a:pt x="1122" y="1"/>
                    <a:pt x="882" y="170"/>
                    <a:pt x="703" y="549"/>
                  </a:cubicBezTo>
                  <a:cubicBezTo>
                    <a:pt x="1" y="2055"/>
                    <a:pt x="1583" y="7299"/>
                    <a:pt x="4148" y="8920"/>
                  </a:cubicBezTo>
                  <a:cubicBezTo>
                    <a:pt x="4779" y="9317"/>
                    <a:pt x="5465" y="9501"/>
                    <a:pt x="6161" y="9501"/>
                  </a:cubicBezTo>
                  <a:cubicBezTo>
                    <a:pt x="6717" y="9501"/>
                    <a:pt x="7279" y="9383"/>
                    <a:pt x="7823" y="9162"/>
                  </a:cubicBezTo>
                  <a:cubicBezTo>
                    <a:pt x="10733" y="7963"/>
                    <a:pt x="13093" y="4568"/>
                    <a:pt x="10950" y="4224"/>
                  </a:cubicBezTo>
                  <a:lnTo>
                    <a:pt x="10937" y="4224"/>
                  </a:lnTo>
                  <a:cubicBezTo>
                    <a:pt x="10748" y="4196"/>
                    <a:pt x="10557" y="4183"/>
                    <a:pt x="10367" y="4183"/>
                  </a:cubicBezTo>
                  <a:cubicBezTo>
                    <a:pt x="9849" y="4183"/>
                    <a:pt x="9332" y="4283"/>
                    <a:pt x="8857" y="4479"/>
                  </a:cubicBezTo>
                  <a:cubicBezTo>
                    <a:pt x="7325" y="5041"/>
                    <a:pt x="6305" y="6010"/>
                    <a:pt x="5488" y="6712"/>
                  </a:cubicBezTo>
                  <a:cubicBezTo>
                    <a:pt x="5376" y="6806"/>
                    <a:pt x="5316" y="6857"/>
                    <a:pt x="5276" y="6857"/>
                  </a:cubicBezTo>
                  <a:cubicBezTo>
                    <a:pt x="5229" y="6857"/>
                    <a:pt x="5210" y="6787"/>
                    <a:pt x="5169" y="6636"/>
                  </a:cubicBezTo>
                  <a:cubicBezTo>
                    <a:pt x="4647" y="3421"/>
                    <a:pt x="2648" y="1"/>
                    <a:pt x="140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39"/>
            <p:cNvSpPr/>
            <p:nvPr/>
          </p:nvSpPr>
          <p:spPr>
            <a:xfrm>
              <a:off x="972800" y="3617525"/>
              <a:ext cx="327350" cy="279800"/>
            </a:xfrm>
            <a:custGeom>
              <a:avLst/>
              <a:gdLst/>
              <a:ahLst/>
              <a:cxnLst/>
              <a:rect l="l" t="t" r="r" b="b"/>
              <a:pathLst>
                <a:path w="13094" h="11192" fill="none" extrusionOk="0">
                  <a:moveTo>
                    <a:pt x="10937" y="5756"/>
                  </a:moveTo>
                  <a:cubicBezTo>
                    <a:pt x="10235" y="5654"/>
                    <a:pt x="9508" y="5743"/>
                    <a:pt x="8857" y="6011"/>
                  </a:cubicBezTo>
                  <a:cubicBezTo>
                    <a:pt x="7325" y="6573"/>
                    <a:pt x="6305" y="7542"/>
                    <a:pt x="5488" y="8244"/>
                  </a:cubicBezTo>
                  <a:cubicBezTo>
                    <a:pt x="5245" y="8448"/>
                    <a:pt x="5245" y="8448"/>
                    <a:pt x="5169" y="8168"/>
                  </a:cubicBezTo>
                  <a:cubicBezTo>
                    <a:pt x="4531" y="4237"/>
                    <a:pt x="1685" y="1"/>
                    <a:pt x="703" y="2081"/>
                  </a:cubicBezTo>
                  <a:cubicBezTo>
                    <a:pt x="1" y="3587"/>
                    <a:pt x="1583" y="8831"/>
                    <a:pt x="4148" y="10452"/>
                  </a:cubicBezTo>
                  <a:cubicBezTo>
                    <a:pt x="5284" y="11166"/>
                    <a:pt x="6598" y="11192"/>
                    <a:pt x="7823" y="10694"/>
                  </a:cubicBezTo>
                  <a:cubicBezTo>
                    <a:pt x="10733" y="9495"/>
                    <a:pt x="13093" y="6100"/>
                    <a:pt x="10937" y="5756"/>
                  </a:cubicBezTo>
                  <a:close/>
                </a:path>
              </a:pathLst>
            </a:custGeom>
            <a:solidFill>
              <a:schemeClr val="dk1"/>
            </a:solidFill>
            <a:ln w="8625" cap="flat" cmpd="sng">
              <a:solidFill>
                <a:srgbClr val="000000"/>
              </a:solidFill>
              <a:prstDash val="solid"/>
              <a:miter lim="1276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39"/>
            <p:cNvSpPr/>
            <p:nvPr/>
          </p:nvSpPr>
          <p:spPr>
            <a:xfrm>
              <a:off x="910125" y="3833975"/>
              <a:ext cx="310150" cy="213700"/>
            </a:xfrm>
            <a:custGeom>
              <a:avLst/>
              <a:gdLst/>
              <a:ahLst/>
              <a:cxnLst/>
              <a:rect l="l" t="t" r="r" b="b"/>
              <a:pathLst>
                <a:path w="12406" h="8548" extrusionOk="0">
                  <a:moveTo>
                    <a:pt x="1232" y="0"/>
                  </a:moveTo>
                  <a:cubicBezTo>
                    <a:pt x="895" y="0"/>
                    <a:pt x="611" y="190"/>
                    <a:pt x="492" y="722"/>
                  </a:cubicBezTo>
                  <a:cubicBezTo>
                    <a:pt x="1" y="2951"/>
                    <a:pt x="3362" y="8547"/>
                    <a:pt x="6921" y="8547"/>
                  </a:cubicBezTo>
                  <a:cubicBezTo>
                    <a:pt x="6968" y="8547"/>
                    <a:pt x="7016" y="8546"/>
                    <a:pt x="7063" y="8544"/>
                  </a:cubicBezTo>
                  <a:cubicBezTo>
                    <a:pt x="9386" y="8455"/>
                    <a:pt x="12168" y="5813"/>
                    <a:pt x="12308" y="4678"/>
                  </a:cubicBezTo>
                  <a:cubicBezTo>
                    <a:pt x="12405" y="3908"/>
                    <a:pt x="11931" y="3679"/>
                    <a:pt x="11337" y="3679"/>
                  </a:cubicBezTo>
                  <a:cubicBezTo>
                    <a:pt x="10760" y="3679"/>
                    <a:pt x="10069" y="3895"/>
                    <a:pt x="9679" y="4040"/>
                  </a:cubicBezTo>
                  <a:cubicBezTo>
                    <a:pt x="8429" y="4512"/>
                    <a:pt x="7268" y="5277"/>
                    <a:pt x="6145" y="5992"/>
                  </a:cubicBezTo>
                  <a:cubicBezTo>
                    <a:pt x="6145" y="5992"/>
                    <a:pt x="4920" y="2738"/>
                    <a:pt x="2699" y="735"/>
                  </a:cubicBezTo>
                  <a:cubicBezTo>
                    <a:pt x="2335" y="408"/>
                    <a:pt x="1727" y="0"/>
                    <a:pt x="12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39"/>
            <p:cNvSpPr/>
            <p:nvPr/>
          </p:nvSpPr>
          <p:spPr>
            <a:xfrm>
              <a:off x="909975" y="3819150"/>
              <a:ext cx="312650" cy="232275"/>
            </a:xfrm>
            <a:custGeom>
              <a:avLst/>
              <a:gdLst/>
              <a:ahLst/>
              <a:cxnLst/>
              <a:rect l="l" t="t" r="r" b="b"/>
              <a:pathLst>
                <a:path w="12506" h="9291" fill="none" extrusionOk="0">
                  <a:moveTo>
                    <a:pt x="7069" y="9137"/>
                  </a:moveTo>
                  <a:cubicBezTo>
                    <a:pt x="9392" y="9048"/>
                    <a:pt x="12174" y="6406"/>
                    <a:pt x="12314" y="5271"/>
                  </a:cubicBezTo>
                  <a:cubicBezTo>
                    <a:pt x="12505" y="3752"/>
                    <a:pt x="10477" y="4339"/>
                    <a:pt x="9685" y="4633"/>
                  </a:cubicBezTo>
                  <a:cubicBezTo>
                    <a:pt x="8435" y="5105"/>
                    <a:pt x="7274" y="5870"/>
                    <a:pt x="6151" y="6585"/>
                  </a:cubicBezTo>
                  <a:cubicBezTo>
                    <a:pt x="6151" y="6585"/>
                    <a:pt x="4926" y="3331"/>
                    <a:pt x="2705" y="1328"/>
                  </a:cubicBezTo>
                  <a:cubicBezTo>
                    <a:pt x="2093" y="779"/>
                    <a:pt x="791" y="1"/>
                    <a:pt x="498" y="1315"/>
                  </a:cubicBezTo>
                  <a:cubicBezTo>
                    <a:pt x="0" y="3561"/>
                    <a:pt x="3458" y="9290"/>
                    <a:pt x="7069" y="9137"/>
                  </a:cubicBezTo>
                  <a:close/>
                </a:path>
              </a:pathLst>
            </a:custGeom>
            <a:solidFill>
              <a:schemeClr val="dk1"/>
            </a:solidFill>
            <a:ln w="8625" cap="flat" cmpd="sng">
              <a:solidFill>
                <a:srgbClr val="000000"/>
              </a:solidFill>
              <a:prstDash val="solid"/>
              <a:miter lim="1276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39"/>
            <p:cNvSpPr/>
            <p:nvPr/>
          </p:nvSpPr>
          <p:spPr>
            <a:xfrm>
              <a:off x="1056375" y="3497300"/>
              <a:ext cx="250475" cy="233900"/>
            </a:xfrm>
            <a:custGeom>
              <a:avLst/>
              <a:gdLst/>
              <a:ahLst/>
              <a:cxnLst/>
              <a:rect l="l" t="t" r="r" b="b"/>
              <a:pathLst>
                <a:path w="10019" h="9356" extrusionOk="0">
                  <a:moveTo>
                    <a:pt x="1356" y="1"/>
                  </a:moveTo>
                  <a:cubicBezTo>
                    <a:pt x="0" y="1"/>
                    <a:pt x="52" y="6220"/>
                    <a:pt x="2375" y="8600"/>
                  </a:cubicBezTo>
                  <a:cubicBezTo>
                    <a:pt x="2890" y="9134"/>
                    <a:pt x="3530" y="9356"/>
                    <a:pt x="4221" y="9356"/>
                  </a:cubicBezTo>
                  <a:cubicBezTo>
                    <a:pt x="5857" y="9356"/>
                    <a:pt x="7784" y="8116"/>
                    <a:pt x="9048" y="6852"/>
                  </a:cubicBezTo>
                  <a:cubicBezTo>
                    <a:pt x="9444" y="6443"/>
                    <a:pt x="10018" y="5614"/>
                    <a:pt x="9840" y="5001"/>
                  </a:cubicBezTo>
                  <a:cubicBezTo>
                    <a:pt x="9722" y="4596"/>
                    <a:pt x="9381" y="4455"/>
                    <a:pt x="8966" y="4455"/>
                  </a:cubicBezTo>
                  <a:cubicBezTo>
                    <a:pt x="8259" y="4455"/>
                    <a:pt x="7337" y="4864"/>
                    <a:pt x="6943" y="5065"/>
                  </a:cubicBezTo>
                  <a:lnTo>
                    <a:pt x="6943" y="5078"/>
                  </a:lnTo>
                  <a:cubicBezTo>
                    <a:pt x="4289" y="6456"/>
                    <a:pt x="3957" y="6481"/>
                    <a:pt x="3957" y="6481"/>
                  </a:cubicBezTo>
                  <a:cubicBezTo>
                    <a:pt x="3957" y="6481"/>
                    <a:pt x="3549" y="1696"/>
                    <a:pt x="1826" y="216"/>
                  </a:cubicBezTo>
                  <a:cubicBezTo>
                    <a:pt x="1655" y="69"/>
                    <a:pt x="1497" y="1"/>
                    <a:pt x="13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39"/>
            <p:cNvSpPr/>
            <p:nvPr/>
          </p:nvSpPr>
          <p:spPr>
            <a:xfrm>
              <a:off x="1051600" y="3463775"/>
              <a:ext cx="255250" cy="293500"/>
            </a:xfrm>
            <a:custGeom>
              <a:avLst/>
              <a:gdLst/>
              <a:ahLst/>
              <a:cxnLst/>
              <a:rect l="l" t="t" r="r" b="b"/>
              <a:pathLst>
                <a:path w="10210" h="11740" fill="none" extrusionOk="0">
                  <a:moveTo>
                    <a:pt x="7134" y="6419"/>
                  </a:moveTo>
                  <a:cubicBezTo>
                    <a:pt x="4480" y="7797"/>
                    <a:pt x="4148" y="7822"/>
                    <a:pt x="4148" y="7822"/>
                  </a:cubicBezTo>
                  <a:cubicBezTo>
                    <a:pt x="4148" y="7822"/>
                    <a:pt x="3740" y="3037"/>
                    <a:pt x="2017" y="1557"/>
                  </a:cubicBezTo>
                  <a:cubicBezTo>
                    <a:pt x="205" y="0"/>
                    <a:pt x="1" y="7312"/>
                    <a:pt x="2566" y="9941"/>
                  </a:cubicBezTo>
                  <a:cubicBezTo>
                    <a:pt x="4301" y="11740"/>
                    <a:pt x="7440" y="9992"/>
                    <a:pt x="9239" y="8193"/>
                  </a:cubicBezTo>
                  <a:cubicBezTo>
                    <a:pt x="9635" y="7784"/>
                    <a:pt x="10209" y="6955"/>
                    <a:pt x="10031" y="6342"/>
                  </a:cubicBezTo>
                  <a:cubicBezTo>
                    <a:pt x="9712" y="5258"/>
                    <a:pt x="7746" y="6087"/>
                    <a:pt x="7134" y="6419"/>
                  </a:cubicBezTo>
                  <a:close/>
                </a:path>
              </a:pathLst>
            </a:custGeom>
            <a:solidFill>
              <a:schemeClr val="dk1"/>
            </a:solidFill>
            <a:ln w="8625" cap="flat" cmpd="sng">
              <a:solidFill>
                <a:srgbClr val="000000"/>
              </a:solidFill>
              <a:prstDash val="solid"/>
              <a:miter lim="1276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39"/>
            <p:cNvSpPr/>
            <p:nvPr/>
          </p:nvSpPr>
          <p:spPr>
            <a:xfrm>
              <a:off x="1150175" y="3374450"/>
              <a:ext cx="184100" cy="199075"/>
            </a:xfrm>
            <a:custGeom>
              <a:avLst/>
              <a:gdLst/>
              <a:ahLst/>
              <a:cxnLst/>
              <a:rect l="l" t="t" r="r" b="b"/>
              <a:pathLst>
                <a:path w="7364" h="7963" extrusionOk="0">
                  <a:moveTo>
                    <a:pt x="2183" y="0"/>
                  </a:moveTo>
                  <a:cubicBezTo>
                    <a:pt x="1302" y="0"/>
                    <a:pt x="537" y="1812"/>
                    <a:pt x="307" y="3573"/>
                  </a:cubicBezTo>
                  <a:cubicBezTo>
                    <a:pt x="1" y="5896"/>
                    <a:pt x="652" y="7503"/>
                    <a:pt x="2043" y="7886"/>
                  </a:cubicBezTo>
                  <a:cubicBezTo>
                    <a:pt x="2247" y="7937"/>
                    <a:pt x="2464" y="7963"/>
                    <a:pt x="2681" y="7963"/>
                  </a:cubicBezTo>
                  <a:cubicBezTo>
                    <a:pt x="4607" y="7963"/>
                    <a:pt x="6483" y="5768"/>
                    <a:pt x="7108" y="4186"/>
                  </a:cubicBezTo>
                  <a:cubicBezTo>
                    <a:pt x="7338" y="3586"/>
                    <a:pt x="7364" y="3152"/>
                    <a:pt x="7172" y="2871"/>
                  </a:cubicBezTo>
                  <a:lnTo>
                    <a:pt x="7160" y="2871"/>
                  </a:lnTo>
                  <a:cubicBezTo>
                    <a:pt x="7021" y="2674"/>
                    <a:pt x="6797" y="2562"/>
                    <a:pt x="6557" y="2562"/>
                  </a:cubicBezTo>
                  <a:cubicBezTo>
                    <a:pt x="6532" y="2562"/>
                    <a:pt x="6508" y="2563"/>
                    <a:pt x="6483" y="2565"/>
                  </a:cubicBezTo>
                  <a:cubicBezTo>
                    <a:pt x="5590" y="2565"/>
                    <a:pt x="4148" y="3420"/>
                    <a:pt x="3752" y="3726"/>
                  </a:cubicBezTo>
                  <a:cubicBezTo>
                    <a:pt x="3701" y="3765"/>
                    <a:pt x="3574" y="3854"/>
                    <a:pt x="3472" y="3930"/>
                  </a:cubicBezTo>
                  <a:lnTo>
                    <a:pt x="3472" y="3714"/>
                  </a:lnTo>
                  <a:cubicBezTo>
                    <a:pt x="3484" y="2922"/>
                    <a:pt x="3395" y="2118"/>
                    <a:pt x="3204" y="1353"/>
                  </a:cubicBezTo>
                  <a:cubicBezTo>
                    <a:pt x="2987" y="447"/>
                    <a:pt x="2642" y="0"/>
                    <a:pt x="218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39"/>
            <p:cNvSpPr/>
            <p:nvPr/>
          </p:nvSpPr>
          <p:spPr>
            <a:xfrm>
              <a:off x="1150175" y="3374450"/>
              <a:ext cx="183775" cy="199075"/>
            </a:xfrm>
            <a:custGeom>
              <a:avLst/>
              <a:gdLst/>
              <a:ahLst/>
              <a:cxnLst/>
              <a:rect l="l" t="t" r="r" b="b"/>
              <a:pathLst>
                <a:path w="7351" h="7963" fill="none" extrusionOk="0">
                  <a:moveTo>
                    <a:pt x="7160" y="2871"/>
                  </a:moveTo>
                  <a:cubicBezTo>
                    <a:pt x="7006" y="2654"/>
                    <a:pt x="6751" y="2540"/>
                    <a:pt x="6483" y="2565"/>
                  </a:cubicBezTo>
                  <a:cubicBezTo>
                    <a:pt x="5590" y="2565"/>
                    <a:pt x="4148" y="3420"/>
                    <a:pt x="3752" y="3726"/>
                  </a:cubicBezTo>
                  <a:cubicBezTo>
                    <a:pt x="3701" y="3765"/>
                    <a:pt x="3574" y="3854"/>
                    <a:pt x="3472" y="3930"/>
                  </a:cubicBezTo>
                  <a:lnTo>
                    <a:pt x="3472" y="3714"/>
                  </a:lnTo>
                  <a:cubicBezTo>
                    <a:pt x="3484" y="2922"/>
                    <a:pt x="3395" y="2118"/>
                    <a:pt x="3204" y="1353"/>
                  </a:cubicBezTo>
                  <a:cubicBezTo>
                    <a:pt x="2987" y="447"/>
                    <a:pt x="2642" y="0"/>
                    <a:pt x="2183" y="0"/>
                  </a:cubicBezTo>
                  <a:cubicBezTo>
                    <a:pt x="1302" y="0"/>
                    <a:pt x="537" y="1812"/>
                    <a:pt x="307" y="3573"/>
                  </a:cubicBezTo>
                  <a:cubicBezTo>
                    <a:pt x="1" y="5896"/>
                    <a:pt x="652" y="7503"/>
                    <a:pt x="2043" y="7886"/>
                  </a:cubicBezTo>
                  <a:cubicBezTo>
                    <a:pt x="2247" y="7937"/>
                    <a:pt x="2464" y="7963"/>
                    <a:pt x="2681" y="7963"/>
                  </a:cubicBezTo>
                  <a:lnTo>
                    <a:pt x="2681" y="7963"/>
                  </a:lnTo>
                  <a:cubicBezTo>
                    <a:pt x="4607" y="7963"/>
                    <a:pt x="6483" y="5768"/>
                    <a:pt x="7108" y="4186"/>
                  </a:cubicBezTo>
                  <a:cubicBezTo>
                    <a:pt x="7338" y="3586"/>
                    <a:pt x="7351" y="3152"/>
                    <a:pt x="7160" y="2871"/>
                  </a:cubicBezTo>
                  <a:close/>
                </a:path>
              </a:pathLst>
            </a:custGeom>
            <a:solidFill>
              <a:schemeClr val="dk1"/>
            </a:solidFill>
            <a:ln w="8625" cap="flat" cmpd="sng">
              <a:solidFill>
                <a:srgbClr val="000000"/>
              </a:solidFill>
              <a:prstDash val="solid"/>
              <a:miter lim="1276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39"/>
            <p:cNvSpPr/>
            <p:nvPr/>
          </p:nvSpPr>
          <p:spPr>
            <a:xfrm>
              <a:off x="1226200" y="3470100"/>
              <a:ext cx="78675" cy="64200"/>
            </a:xfrm>
            <a:custGeom>
              <a:avLst/>
              <a:gdLst/>
              <a:ahLst/>
              <a:cxnLst/>
              <a:rect l="l" t="t" r="r" b="b"/>
              <a:pathLst>
                <a:path w="3147" h="2568" extrusionOk="0">
                  <a:moveTo>
                    <a:pt x="2925" y="1"/>
                  </a:moveTo>
                  <a:cubicBezTo>
                    <a:pt x="2889" y="1"/>
                    <a:pt x="2851" y="13"/>
                    <a:pt x="2817" y="41"/>
                  </a:cubicBezTo>
                  <a:cubicBezTo>
                    <a:pt x="2498" y="283"/>
                    <a:pt x="1707" y="1010"/>
                    <a:pt x="852" y="1712"/>
                  </a:cubicBezTo>
                  <a:cubicBezTo>
                    <a:pt x="651" y="1850"/>
                    <a:pt x="154" y="2210"/>
                    <a:pt x="162" y="2210"/>
                  </a:cubicBezTo>
                  <a:cubicBezTo>
                    <a:pt x="162" y="2210"/>
                    <a:pt x="162" y="2210"/>
                    <a:pt x="163" y="2210"/>
                  </a:cubicBezTo>
                  <a:lnTo>
                    <a:pt x="163" y="2210"/>
                  </a:lnTo>
                  <a:cubicBezTo>
                    <a:pt x="1" y="2322"/>
                    <a:pt x="94" y="2568"/>
                    <a:pt x="277" y="2568"/>
                  </a:cubicBezTo>
                  <a:cubicBezTo>
                    <a:pt x="281" y="2568"/>
                    <a:pt x="286" y="2568"/>
                    <a:pt x="290" y="2567"/>
                  </a:cubicBezTo>
                  <a:cubicBezTo>
                    <a:pt x="1452" y="2440"/>
                    <a:pt x="2677" y="1304"/>
                    <a:pt x="3098" y="245"/>
                  </a:cubicBezTo>
                  <a:cubicBezTo>
                    <a:pt x="3146" y="119"/>
                    <a:pt x="3041" y="1"/>
                    <a:pt x="29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39"/>
            <p:cNvSpPr/>
            <p:nvPr/>
          </p:nvSpPr>
          <p:spPr>
            <a:xfrm>
              <a:off x="1178900" y="3412400"/>
              <a:ext cx="31600" cy="100375"/>
            </a:xfrm>
            <a:custGeom>
              <a:avLst/>
              <a:gdLst/>
              <a:ahLst/>
              <a:cxnLst/>
              <a:rect l="l" t="t" r="r" b="b"/>
              <a:pathLst>
                <a:path w="1264" h="4015" extrusionOk="0">
                  <a:moveTo>
                    <a:pt x="945" y="1"/>
                  </a:moveTo>
                  <a:cubicBezTo>
                    <a:pt x="881" y="1"/>
                    <a:pt x="817" y="26"/>
                    <a:pt x="779" y="90"/>
                  </a:cubicBezTo>
                  <a:cubicBezTo>
                    <a:pt x="587" y="358"/>
                    <a:pt x="447" y="664"/>
                    <a:pt x="345" y="983"/>
                  </a:cubicBezTo>
                  <a:cubicBezTo>
                    <a:pt x="77" y="1800"/>
                    <a:pt x="0" y="2974"/>
                    <a:pt x="383" y="3880"/>
                  </a:cubicBezTo>
                  <a:cubicBezTo>
                    <a:pt x="417" y="3971"/>
                    <a:pt x="495" y="4014"/>
                    <a:pt x="573" y="4014"/>
                  </a:cubicBezTo>
                  <a:cubicBezTo>
                    <a:pt x="669" y="4014"/>
                    <a:pt x="765" y="3949"/>
                    <a:pt x="779" y="3829"/>
                  </a:cubicBezTo>
                  <a:cubicBezTo>
                    <a:pt x="830" y="3510"/>
                    <a:pt x="842" y="3216"/>
                    <a:pt x="868" y="2910"/>
                  </a:cubicBezTo>
                  <a:cubicBezTo>
                    <a:pt x="1098" y="218"/>
                    <a:pt x="1264" y="13"/>
                    <a:pt x="94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39"/>
            <p:cNvSpPr/>
            <p:nvPr/>
          </p:nvSpPr>
          <p:spPr>
            <a:xfrm>
              <a:off x="1085100" y="3542200"/>
              <a:ext cx="45325" cy="126275"/>
            </a:xfrm>
            <a:custGeom>
              <a:avLst/>
              <a:gdLst/>
              <a:ahLst/>
              <a:cxnLst/>
              <a:rect l="l" t="t" r="r" b="b"/>
              <a:pathLst>
                <a:path w="1813" h="5051" extrusionOk="0">
                  <a:moveTo>
                    <a:pt x="245" y="1"/>
                  </a:moveTo>
                  <a:cubicBezTo>
                    <a:pt x="156" y="1"/>
                    <a:pt x="66" y="62"/>
                    <a:pt x="52" y="181"/>
                  </a:cubicBezTo>
                  <a:cubicBezTo>
                    <a:pt x="1" y="602"/>
                    <a:pt x="179" y="2848"/>
                    <a:pt x="690" y="3920"/>
                  </a:cubicBezTo>
                  <a:cubicBezTo>
                    <a:pt x="854" y="4270"/>
                    <a:pt x="1299" y="5050"/>
                    <a:pt x="1607" y="5050"/>
                  </a:cubicBezTo>
                  <a:cubicBezTo>
                    <a:pt x="1659" y="5050"/>
                    <a:pt x="1707" y="5028"/>
                    <a:pt x="1749" y="4979"/>
                  </a:cubicBezTo>
                  <a:cubicBezTo>
                    <a:pt x="1813" y="4915"/>
                    <a:pt x="1813" y="4826"/>
                    <a:pt x="1774" y="4749"/>
                  </a:cubicBezTo>
                  <a:cubicBezTo>
                    <a:pt x="1213" y="3601"/>
                    <a:pt x="868" y="1495"/>
                    <a:pt x="422" y="130"/>
                  </a:cubicBezTo>
                  <a:cubicBezTo>
                    <a:pt x="393" y="43"/>
                    <a:pt x="319" y="1"/>
                    <a:pt x="24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39"/>
            <p:cNvSpPr/>
            <p:nvPr/>
          </p:nvSpPr>
          <p:spPr>
            <a:xfrm>
              <a:off x="1012350" y="3706600"/>
              <a:ext cx="64175" cy="118825"/>
            </a:xfrm>
            <a:custGeom>
              <a:avLst/>
              <a:gdLst/>
              <a:ahLst/>
              <a:cxnLst/>
              <a:rect l="l" t="t" r="r" b="b"/>
              <a:pathLst>
                <a:path w="2567" h="4753" extrusionOk="0">
                  <a:moveTo>
                    <a:pt x="407" y="0"/>
                  </a:moveTo>
                  <a:cubicBezTo>
                    <a:pt x="387" y="0"/>
                    <a:pt x="367" y="4"/>
                    <a:pt x="346" y="11"/>
                  </a:cubicBezTo>
                  <a:cubicBezTo>
                    <a:pt x="269" y="36"/>
                    <a:pt x="218" y="100"/>
                    <a:pt x="218" y="177"/>
                  </a:cubicBezTo>
                  <a:lnTo>
                    <a:pt x="205" y="177"/>
                  </a:lnTo>
                  <a:cubicBezTo>
                    <a:pt x="1" y="2677"/>
                    <a:pt x="1740" y="4752"/>
                    <a:pt x="2357" y="4752"/>
                  </a:cubicBezTo>
                  <a:cubicBezTo>
                    <a:pt x="2433" y="4752"/>
                    <a:pt x="2492" y="4721"/>
                    <a:pt x="2528" y="4656"/>
                  </a:cubicBezTo>
                  <a:cubicBezTo>
                    <a:pt x="2566" y="4579"/>
                    <a:pt x="2553" y="4490"/>
                    <a:pt x="2502" y="4426"/>
                  </a:cubicBezTo>
                  <a:cubicBezTo>
                    <a:pt x="869" y="2290"/>
                    <a:pt x="902" y="0"/>
                    <a:pt x="4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39"/>
            <p:cNvSpPr/>
            <p:nvPr/>
          </p:nvSpPr>
          <p:spPr>
            <a:xfrm>
              <a:off x="948575" y="3860600"/>
              <a:ext cx="86150" cy="129125"/>
            </a:xfrm>
            <a:custGeom>
              <a:avLst/>
              <a:gdLst/>
              <a:ahLst/>
              <a:cxnLst/>
              <a:rect l="l" t="t" r="r" b="b"/>
              <a:pathLst>
                <a:path w="3446" h="5165" extrusionOk="0">
                  <a:moveTo>
                    <a:pt x="242" y="1"/>
                  </a:moveTo>
                  <a:cubicBezTo>
                    <a:pt x="210" y="1"/>
                    <a:pt x="179" y="9"/>
                    <a:pt x="153" y="27"/>
                  </a:cubicBezTo>
                  <a:cubicBezTo>
                    <a:pt x="0" y="116"/>
                    <a:pt x="64" y="320"/>
                    <a:pt x="128" y="614"/>
                  </a:cubicBezTo>
                  <a:lnTo>
                    <a:pt x="140" y="614"/>
                  </a:lnTo>
                  <a:cubicBezTo>
                    <a:pt x="741" y="2959"/>
                    <a:pt x="2599" y="5164"/>
                    <a:pt x="3231" y="5164"/>
                  </a:cubicBezTo>
                  <a:cubicBezTo>
                    <a:pt x="3311" y="5164"/>
                    <a:pt x="3371" y="5129"/>
                    <a:pt x="3407" y="5055"/>
                  </a:cubicBezTo>
                  <a:cubicBezTo>
                    <a:pt x="3445" y="4978"/>
                    <a:pt x="3433" y="4876"/>
                    <a:pt x="3356" y="4812"/>
                  </a:cubicBezTo>
                  <a:cubicBezTo>
                    <a:pt x="2731" y="4161"/>
                    <a:pt x="2118" y="3000"/>
                    <a:pt x="408" y="91"/>
                  </a:cubicBezTo>
                  <a:cubicBezTo>
                    <a:pt x="366" y="32"/>
                    <a:pt x="303" y="1"/>
                    <a:pt x="24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39"/>
            <p:cNvSpPr/>
            <p:nvPr/>
          </p:nvSpPr>
          <p:spPr>
            <a:xfrm>
              <a:off x="912600" y="4041175"/>
              <a:ext cx="97225" cy="126275"/>
            </a:xfrm>
            <a:custGeom>
              <a:avLst/>
              <a:gdLst/>
              <a:ahLst/>
              <a:cxnLst/>
              <a:rect l="l" t="t" r="r" b="b"/>
              <a:pathLst>
                <a:path w="3889" h="5051" extrusionOk="0">
                  <a:moveTo>
                    <a:pt x="218" y="1"/>
                  </a:moveTo>
                  <a:cubicBezTo>
                    <a:pt x="106" y="1"/>
                    <a:pt x="1" y="101"/>
                    <a:pt x="35" y="231"/>
                  </a:cubicBezTo>
                  <a:cubicBezTo>
                    <a:pt x="35" y="231"/>
                    <a:pt x="90" y="439"/>
                    <a:pt x="88" y="439"/>
                  </a:cubicBezTo>
                  <a:cubicBezTo>
                    <a:pt x="88" y="439"/>
                    <a:pt x="87" y="438"/>
                    <a:pt x="86" y="435"/>
                  </a:cubicBezTo>
                  <a:lnTo>
                    <a:pt x="86" y="448"/>
                  </a:lnTo>
                  <a:cubicBezTo>
                    <a:pt x="405" y="1341"/>
                    <a:pt x="610" y="1953"/>
                    <a:pt x="1286" y="2974"/>
                  </a:cubicBezTo>
                  <a:cubicBezTo>
                    <a:pt x="1860" y="3816"/>
                    <a:pt x="2575" y="4595"/>
                    <a:pt x="3506" y="5029"/>
                  </a:cubicBezTo>
                  <a:cubicBezTo>
                    <a:pt x="3538" y="5044"/>
                    <a:pt x="3570" y="5050"/>
                    <a:pt x="3599" y="5050"/>
                  </a:cubicBezTo>
                  <a:cubicBezTo>
                    <a:pt x="3772" y="5050"/>
                    <a:pt x="3888" y="4826"/>
                    <a:pt x="3736" y="4684"/>
                  </a:cubicBezTo>
                  <a:cubicBezTo>
                    <a:pt x="3404" y="4352"/>
                    <a:pt x="3085" y="4008"/>
                    <a:pt x="2792" y="3651"/>
                  </a:cubicBezTo>
                  <a:cubicBezTo>
                    <a:pt x="1941" y="2597"/>
                    <a:pt x="485" y="243"/>
                    <a:pt x="494" y="243"/>
                  </a:cubicBezTo>
                  <a:lnTo>
                    <a:pt x="494" y="243"/>
                  </a:lnTo>
                  <a:cubicBezTo>
                    <a:pt x="495" y="243"/>
                    <a:pt x="495" y="243"/>
                    <a:pt x="495" y="243"/>
                  </a:cubicBezTo>
                  <a:lnTo>
                    <a:pt x="367" y="78"/>
                  </a:lnTo>
                  <a:cubicBezTo>
                    <a:pt x="326" y="24"/>
                    <a:pt x="271" y="1"/>
                    <a:pt x="2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39"/>
            <p:cNvSpPr/>
            <p:nvPr/>
          </p:nvSpPr>
          <p:spPr>
            <a:xfrm>
              <a:off x="1067975" y="4109925"/>
              <a:ext cx="134250" cy="81875"/>
            </a:xfrm>
            <a:custGeom>
              <a:avLst/>
              <a:gdLst/>
              <a:ahLst/>
              <a:cxnLst/>
              <a:rect l="l" t="t" r="r" b="b"/>
              <a:pathLst>
                <a:path w="5370" h="3275" extrusionOk="0">
                  <a:moveTo>
                    <a:pt x="5116" y="1"/>
                  </a:moveTo>
                  <a:cubicBezTo>
                    <a:pt x="5082" y="1"/>
                    <a:pt x="5046" y="11"/>
                    <a:pt x="5011" y="33"/>
                  </a:cubicBezTo>
                  <a:cubicBezTo>
                    <a:pt x="5011" y="33"/>
                    <a:pt x="2880" y="1462"/>
                    <a:pt x="2051" y="1947"/>
                  </a:cubicBezTo>
                  <a:lnTo>
                    <a:pt x="2064" y="1934"/>
                  </a:lnTo>
                  <a:lnTo>
                    <a:pt x="2064" y="1934"/>
                  </a:lnTo>
                  <a:cubicBezTo>
                    <a:pt x="757" y="2698"/>
                    <a:pt x="225" y="2879"/>
                    <a:pt x="213" y="2879"/>
                  </a:cubicBezTo>
                  <a:cubicBezTo>
                    <a:pt x="212" y="2879"/>
                    <a:pt x="213" y="2879"/>
                    <a:pt x="213" y="2878"/>
                  </a:cubicBezTo>
                  <a:lnTo>
                    <a:pt x="213" y="2878"/>
                  </a:lnTo>
                  <a:cubicBezTo>
                    <a:pt x="1" y="2966"/>
                    <a:pt x="70" y="3274"/>
                    <a:pt x="290" y="3274"/>
                  </a:cubicBezTo>
                  <a:cubicBezTo>
                    <a:pt x="294" y="3274"/>
                    <a:pt x="298" y="3274"/>
                    <a:pt x="303" y="3274"/>
                  </a:cubicBezTo>
                  <a:cubicBezTo>
                    <a:pt x="2038" y="3223"/>
                    <a:pt x="4233" y="1653"/>
                    <a:pt x="5267" y="314"/>
                  </a:cubicBezTo>
                  <a:cubicBezTo>
                    <a:pt x="5370" y="170"/>
                    <a:pt x="5257" y="1"/>
                    <a:pt x="51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39"/>
            <p:cNvSpPr/>
            <p:nvPr/>
          </p:nvSpPr>
          <p:spPr>
            <a:xfrm>
              <a:off x="1083825" y="3943700"/>
              <a:ext cx="119725" cy="75300"/>
            </a:xfrm>
            <a:custGeom>
              <a:avLst/>
              <a:gdLst/>
              <a:ahLst/>
              <a:cxnLst/>
              <a:rect l="l" t="t" r="r" b="b"/>
              <a:pathLst>
                <a:path w="4789" h="3012" extrusionOk="0">
                  <a:moveTo>
                    <a:pt x="4537" y="0"/>
                  </a:moveTo>
                  <a:cubicBezTo>
                    <a:pt x="4502" y="0"/>
                    <a:pt x="4465" y="10"/>
                    <a:pt x="4429" y="34"/>
                  </a:cubicBezTo>
                  <a:cubicBezTo>
                    <a:pt x="3433" y="774"/>
                    <a:pt x="2400" y="1463"/>
                    <a:pt x="1328" y="2101"/>
                  </a:cubicBezTo>
                  <a:lnTo>
                    <a:pt x="1328" y="2113"/>
                  </a:lnTo>
                  <a:cubicBezTo>
                    <a:pt x="970" y="2305"/>
                    <a:pt x="600" y="2471"/>
                    <a:pt x="205" y="2611"/>
                  </a:cubicBezTo>
                  <a:cubicBezTo>
                    <a:pt x="1" y="2688"/>
                    <a:pt x="39" y="2994"/>
                    <a:pt x="269" y="3007"/>
                  </a:cubicBezTo>
                  <a:cubicBezTo>
                    <a:pt x="321" y="3010"/>
                    <a:pt x="373" y="3012"/>
                    <a:pt x="426" y="3012"/>
                  </a:cubicBezTo>
                  <a:cubicBezTo>
                    <a:pt x="1992" y="3012"/>
                    <a:pt x="3882" y="1573"/>
                    <a:pt x="4697" y="301"/>
                  </a:cubicBezTo>
                  <a:cubicBezTo>
                    <a:pt x="4788" y="159"/>
                    <a:pt x="4677" y="0"/>
                    <a:pt x="45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39"/>
            <p:cNvSpPr/>
            <p:nvPr/>
          </p:nvSpPr>
          <p:spPr>
            <a:xfrm>
              <a:off x="1125925" y="3784450"/>
              <a:ext cx="120100" cy="73400"/>
            </a:xfrm>
            <a:custGeom>
              <a:avLst/>
              <a:gdLst/>
              <a:ahLst/>
              <a:cxnLst/>
              <a:rect l="l" t="t" r="r" b="b"/>
              <a:pathLst>
                <a:path w="4804" h="2936" extrusionOk="0">
                  <a:moveTo>
                    <a:pt x="4554" y="0"/>
                  </a:moveTo>
                  <a:cubicBezTo>
                    <a:pt x="4512" y="0"/>
                    <a:pt x="4469" y="15"/>
                    <a:pt x="4429" y="49"/>
                  </a:cubicBezTo>
                  <a:cubicBezTo>
                    <a:pt x="2936" y="1350"/>
                    <a:pt x="2438" y="1554"/>
                    <a:pt x="2196" y="1720"/>
                  </a:cubicBezTo>
                  <a:cubicBezTo>
                    <a:pt x="1571" y="2065"/>
                    <a:pt x="907" y="2333"/>
                    <a:pt x="218" y="2512"/>
                  </a:cubicBezTo>
                  <a:cubicBezTo>
                    <a:pt x="1" y="2588"/>
                    <a:pt x="39" y="2894"/>
                    <a:pt x="256" y="2920"/>
                  </a:cubicBezTo>
                  <a:cubicBezTo>
                    <a:pt x="369" y="2930"/>
                    <a:pt x="482" y="2936"/>
                    <a:pt x="595" y="2936"/>
                  </a:cubicBezTo>
                  <a:cubicBezTo>
                    <a:pt x="2375" y="2936"/>
                    <a:pt x="4063" y="1647"/>
                    <a:pt x="4735" y="291"/>
                  </a:cubicBezTo>
                  <a:cubicBezTo>
                    <a:pt x="4803" y="146"/>
                    <a:pt x="4687" y="0"/>
                    <a:pt x="45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39"/>
            <p:cNvSpPr/>
            <p:nvPr/>
          </p:nvSpPr>
          <p:spPr>
            <a:xfrm>
              <a:off x="1160400" y="3628150"/>
              <a:ext cx="118100" cy="68375"/>
            </a:xfrm>
            <a:custGeom>
              <a:avLst/>
              <a:gdLst/>
              <a:ahLst/>
              <a:cxnLst/>
              <a:rect l="l" t="t" r="r" b="b"/>
              <a:pathLst>
                <a:path w="4724" h="2735" extrusionOk="0">
                  <a:moveTo>
                    <a:pt x="4486" y="1"/>
                  </a:moveTo>
                  <a:cubicBezTo>
                    <a:pt x="4467" y="1"/>
                    <a:pt x="4448" y="4"/>
                    <a:pt x="4428" y="10"/>
                  </a:cubicBezTo>
                  <a:cubicBezTo>
                    <a:pt x="4428" y="10"/>
                    <a:pt x="4300" y="61"/>
                    <a:pt x="4288" y="73"/>
                  </a:cubicBezTo>
                  <a:cubicBezTo>
                    <a:pt x="4264" y="85"/>
                    <a:pt x="4093" y="177"/>
                    <a:pt x="4094" y="177"/>
                  </a:cubicBezTo>
                  <a:cubicBezTo>
                    <a:pt x="4094" y="177"/>
                    <a:pt x="4095" y="176"/>
                    <a:pt x="4096" y="176"/>
                  </a:cubicBezTo>
                  <a:lnTo>
                    <a:pt x="4096" y="176"/>
                  </a:lnTo>
                  <a:lnTo>
                    <a:pt x="3318" y="648"/>
                  </a:lnTo>
                  <a:cubicBezTo>
                    <a:pt x="2476" y="1145"/>
                    <a:pt x="1136" y="2000"/>
                    <a:pt x="230" y="2319"/>
                  </a:cubicBezTo>
                  <a:lnTo>
                    <a:pt x="217" y="2319"/>
                  </a:lnTo>
                  <a:cubicBezTo>
                    <a:pt x="0" y="2396"/>
                    <a:pt x="38" y="2702"/>
                    <a:pt x="268" y="2728"/>
                  </a:cubicBezTo>
                  <a:cubicBezTo>
                    <a:pt x="322" y="2732"/>
                    <a:pt x="377" y="2734"/>
                    <a:pt x="432" y="2734"/>
                  </a:cubicBezTo>
                  <a:cubicBezTo>
                    <a:pt x="1188" y="2734"/>
                    <a:pt x="2063" y="2342"/>
                    <a:pt x="2705" y="1949"/>
                  </a:cubicBezTo>
                  <a:cubicBezTo>
                    <a:pt x="3331" y="1566"/>
                    <a:pt x="4249" y="865"/>
                    <a:pt x="4645" y="278"/>
                  </a:cubicBezTo>
                  <a:cubicBezTo>
                    <a:pt x="4724" y="154"/>
                    <a:pt x="4624" y="1"/>
                    <a:pt x="448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39"/>
            <p:cNvSpPr/>
            <p:nvPr/>
          </p:nvSpPr>
          <p:spPr>
            <a:xfrm>
              <a:off x="857000" y="3368050"/>
              <a:ext cx="483350" cy="897425"/>
            </a:xfrm>
            <a:custGeom>
              <a:avLst/>
              <a:gdLst/>
              <a:ahLst/>
              <a:cxnLst/>
              <a:rect l="l" t="t" r="r" b="b"/>
              <a:pathLst>
                <a:path w="19334" h="35897" extrusionOk="0">
                  <a:moveTo>
                    <a:pt x="13910" y="486"/>
                  </a:moveTo>
                  <a:lnTo>
                    <a:pt x="13910" y="499"/>
                  </a:lnTo>
                  <a:cubicBezTo>
                    <a:pt x="14203" y="499"/>
                    <a:pt x="14484" y="843"/>
                    <a:pt x="14688" y="1673"/>
                  </a:cubicBezTo>
                  <a:cubicBezTo>
                    <a:pt x="15148" y="3561"/>
                    <a:pt x="14790" y="4505"/>
                    <a:pt x="15058" y="4505"/>
                  </a:cubicBezTo>
                  <a:cubicBezTo>
                    <a:pt x="15160" y="4505"/>
                    <a:pt x="15326" y="4403"/>
                    <a:pt x="15633" y="4174"/>
                  </a:cubicBezTo>
                  <a:cubicBezTo>
                    <a:pt x="16066" y="3855"/>
                    <a:pt x="17432" y="3051"/>
                    <a:pt x="18210" y="3051"/>
                  </a:cubicBezTo>
                  <a:cubicBezTo>
                    <a:pt x="18708" y="3051"/>
                    <a:pt x="18963" y="3370"/>
                    <a:pt x="18593" y="4340"/>
                  </a:cubicBezTo>
                  <a:cubicBezTo>
                    <a:pt x="18032" y="5794"/>
                    <a:pt x="16207" y="7964"/>
                    <a:pt x="14395" y="7964"/>
                  </a:cubicBezTo>
                  <a:cubicBezTo>
                    <a:pt x="14203" y="7964"/>
                    <a:pt x="14012" y="7938"/>
                    <a:pt x="13833" y="7887"/>
                  </a:cubicBezTo>
                  <a:cubicBezTo>
                    <a:pt x="13795" y="7874"/>
                    <a:pt x="13757" y="7862"/>
                    <a:pt x="13718" y="7849"/>
                  </a:cubicBezTo>
                  <a:cubicBezTo>
                    <a:pt x="13986" y="7211"/>
                    <a:pt x="14267" y="6573"/>
                    <a:pt x="14573" y="5884"/>
                  </a:cubicBezTo>
                  <a:cubicBezTo>
                    <a:pt x="14666" y="5691"/>
                    <a:pt x="14499" y="5531"/>
                    <a:pt x="14338" y="5531"/>
                  </a:cubicBezTo>
                  <a:cubicBezTo>
                    <a:pt x="14253" y="5531"/>
                    <a:pt x="14171" y="5574"/>
                    <a:pt x="14127" y="5679"/>
                  </a:cubicBezTo>
                  <a:cubicBezTo>
                    <a:pt x="13821" y="6356"/>
                    <a:pt x="13540" y="7007"/>
                    <a:pt x="13272" y="7632"/>
                  </a:cubicBezTo>
                  <a:cubicBezTo>
                    <a:pt x="11141" y="6177"/>
                    <a:pt x="12685" y="486"/>
                    <a:pt x="13910" y="486"/>
                  </a:cubicBezTo>
                  <a:close/>
                  <a:moveTo>
                    <a:pt x="9316" y="5411"/>
                  </a:moveTo>
                  <a:cubicBezTo>
                    <a:pt x="9444" y="5424"/>
                    <a:pt x="9546" y="5488"/>
                    <a:pt x="9635" y="5577"/>
                  </a:cubicBezTo>
                  <a:cubicBezTo>
                    <a:pt x="11166" y="6892"/>
                    <a:pt x="11626" y="11116"/>
                    <a:pt x="11677" y="11613"/>
                  </a:cubicBezTo>
                  <a:cubicBezTo>
                    <a:pt x="11370" y="12430"/>
                    <a:pt x="11115" y="13183"/>
                    <a:pt x="10873" y="13897"/>
                  </a:cubicBezTo>
                  <a:cubicBezTo>
                    <a:pt x="10745" y="13808"/>
                    <a:pt x="10630" y="13706"/>
                    <a:pt x="10516" y="13604"/>
                  </a:cubicBezTo>
                  <a:lnTo>
                    <a:pt x="10516" y="13591"/>
                  </a:lnTo>
                  <a:cubicBezTo>
                    <a:pt x="8538" y="11562"/>
                    <a:pt x="8282" y="6420"/>
                    <a:pt x="9137" y="5514"/>
                  </a:cubicBezTo>
                  <a:cubicBezTo>
                    <a:pt x="9188" y="5450"/>
                    <a:pt x="9252" y="5411"/>
                    <a:pt x="9316" y="5411"/>
                  </a:cubicBezTo>
                  <a:close/>
                  <a:moveTo>
                    <a:pt x="16946" y="9881"/>
                  </a:moveTo>
                  <a:cubicBezTo>
                    <a:pt x="17086" y="9881"/>
                    <a:pt x="17213" y="9899"/>
                    <a:pt x="17317" y="9942"/>
                  </a:cubicBezTo>
                  <a:cubicBezTo>
                    <a:pt x="17445" y="9993"/>
                    <a:pt x="17534" y="10107"/>
                    <a:pt x="17572" y="10248"/>
                  </a:cubicBezTo>
                  <a:cubicBezTo>
                    <a:pt x="17713" y="10733"/>
                    <a:pt x="17202" y="11486"/>
                    <a:pt x="16845" y="11843"/>
                  </a:cubicBezTo>
                  <a:cubicBezTo>
                    <a:pt x="15722" y="12953"/>
                    <a:pt x="13821" y="14267"/>
                    <a:pt x="12187" y="14267"/>
                  </a:cubicBezTo>
                  <a:lnTo>
                    <a:pt x="12162" y="14267"/>
                  </a:lnTo>
                  <a:cubicBezTo>
                    <a:pt x="11881" y="14267"/>
                    <a:pt x="11600" y="14216"/>
                    <a:pt x="11332" y="14127"/>
                  </a:cubicBezTo>
                  <a:cubicBezTo>
                    <a:pt x="11562" y="13412"/>
                    <a:pt x="11830" y="12660"/>
                    <a:pt x="12123" y="11843"/>
                  </a:cubicBezTo>
                  <a:cubicBezTo>
                    <a:pt x="12557" y="11703"/>
                    <a:pt x="13604" y="11205"/>
                    <a:pt x="15033" y="10465"/>
                  </a:cubicBezTo>
                  <a:cubicBezTo>
                    <a:pt x="15547" y="10198"/>
                    <a:pt x="16367" y="9881"/>
                    <a:pt x="16946" y="9881"/>
                  </a:cubicBezTo>
                  <a:close/>
                  <a:moveTo>
                    <a:pt x="6060" y="11757"/>
                  </a:moveTo>
                  <a:cubicBezTo>
                    <a:pt x="6072" y="11757"/>
                    <a:pt x="6081" y="11760"/>
                    <a:pt x="6088" y="11766"/>
                  </a:cubicBezTo>
                  <a:cubicBezTo>
                    <a:pt x="7172" y="11907"/>
                    <a:pt x="9035" y="15059"/>
                    <a:pt x="9558" y="18210"/>
                  </a:cubicBezTo>
                  <a:cubicBezTo>
                    <a:pt x="9558" y="18249"/>
                    <a:pt x="9571" y="18300"/>
                    <a:pt x="9597" y="18338"/>
                  </a:cubicBezTo>
                  <a:lnTo>
                    <a:pt x="9571" y="18389"/>
                  </a:lnTo>
                  <a:cubicBezTo>
                    <a:pt x="9482" y="18746"/>
                    <a:pt x="9380" y="19129"/>
                    <a:pt x="9265" y="19550"/>
                  </a:cubicBezTo>
                  <a:lnTo>
                    <a:pt x="9061" y="20303"/>
                  </a:lnTo>
                  <a:cubicBezTo>
                    <a:pt x="9010" y="20278"/>
                    <a:pt x="8959" y="20252"/>
                    <a:pt x="8920" y="20227"/>
                  </a:cubicBezTo>
                  <a:cubicBezTo>
                    <a:pt x="6407" y="18644"/>
                    <a:pt x="4952" y="13463"/>
                    <a:pt x="5552" y="12175"/>
                  </a:cubicBezTo>
                  <a:cubicBezTo>
                    <a:pt x="5718" y="11830"/>
                    <a:pt x="5883" y="11766"/>
                    <a:pt x="6024" y="11766"/>
                  </a:cubicBezTo>
                  <a:cubicBezTo>
                    <a:pt x="6037" y="11760"/>
                    <a:pt x="6049" y="11757"/>
                    <a:pt x="6060" y="11757"/>
                  </a:cubicBezTo>
                  <a:close/>
                  <a:moveTo>
                    <a:pt x="14988" y="15936"/>
                  </a:moveTo>
                  <a:cubicBezTo>
                    <a:pt x="15169" y="15936"/>
                    <a:pt x="15350" y="15950"/>
                    <a:pt x="15530" y="15977"/>
                  </a:cubicBezTo>
                  <a:cubicBezTo>
                    <a:pt x="16041" y="16054"/>
                    <a:pt x="16130" y="16309"/>
                    <a:pt x="16143" y="16488"/>
                  </a:cubicBezTo>
                  <a:cubicBezTo>
                    <a:pt x="16258" y="17483"/>
                    <a:pt x="14497" y="19550"/>
                    <a:pt x="12353" y="20431"/>
                  </a:cubicBezTo>
                  <a:cubicBezTo>
                    <a:pt x="11871" y="20644"/>
                    <a:pt x="11352" y="20750"/>
                    <a:pt x="10832" y="20750"/>
                  </a:cubicBezTo>
                  <a:cubicBezTo>
                    <a:pt x="10388" y="20750"/>
                    <a:pt x="9943" y="20673"/>
                    <a:pt x="9520" y="20520"/>
                  </a:cubicBezTo>
                  <a:cubicBezTo>
                    <a:pt x="9597" y="20227"/>
                    <a:pt x="9673" y="19946"/>
                    <a:pt x="9750" y="19691"/>
                  </a:cubicBezTo>
                  <a:cubicBezTo>
                    <a:pt x="9865" y="19282"/>
                    <a:pt x="9954" y="18925"/>
                    <a:pt x="10043" y="18581"/>
                  </a:cubicBezTo>
                  <a:cubicBezTo>
                    <a:pt x="10133" y="18542"/>
                    <a:pt x="10209" y="18478"/>
                    <a:pt x="10273" y="18427"/>
                  </a:cubicBezTo>
                  <a:lnTo>
                    <a:pt x="10554" y="18172"/>
                  </a:lnTo>
                  <a:cubicBezTo>
                    <a:pt x="11307" y="17521"/>
                    <a:pt x="12251" y="16705"/>
                    <a:pt x="13565" y="16220"/>
                  </a:cubicBezTo>
                  <a:cubicBezTo>
                    <a:pt x="14021" y="16034"/>
                    <a:pt x="14503" y="15936"/>
                    <a:pt x="14988" y="15936"/>
                  </a:cubicBezTo>
                  <a:close/>
                  <a:moveTo>
                    <a:pt x="3357" y="18874"/>
                  </a:moveTo>
                  <a:cubicBezTo>
                    <a:pt x="3740" y="18874"/>
                    <a:pt x="4276" y="19193"/>
                    <a:pt x="4658" y="19538"/>
                  </a:cubicBezTo>
                  <a:cubicBezTo>
                    <a:pt x="6815" y="21477"/>
                    <a:pt x="8027" y="24667"/>
                    <a:pt x="8040" y="24693"/>
                  </a:cubicBezTo>
                  <a:cubicBezTo>
                    <a:pt x="8040" y="24693"/>
                    <a:pt x="8053" y="24706"/>
                    <a:pt x="8053" y="24718"/>
                  </a:cubicBezTo>
                  <a:cubicBezTo>
                    <a:pt x="7938" y="25318"/>
                    <a:pt x="7823" y="25956"/>
                    <a:pt x="7708" y="26645"/>
                  </a:cubicBezTo>
                  <a:cubicBezTo>
                    <a:pt x="6509" y="26173"/>
                    <a:pt x="5526" y="25191"/>
                    <a:pt x="4965" y="24514"/>
                  </a:cubicBezTo>
                  <a:cubicBezTo>
                    <a:pt x="3523" y="22804"/>
                    <a:pt x="2604" y="20558"/>
                    <a:pt x="2859" y="19397"/>
                  </a:cubicBezTo>
                  <a:cubicBezTo>
                    <a:pt x="2948" y="18976"/>
                    <a:pt x="3140" y="18912"/>
                    <a:pt x="3204" y="18900"/>
                  </a:cubicBezTo>
                  <a:cubicBezTo>
                    <a:pt x="3255" y="18874"/>
                    <a:pt x="3306" y="18874"/>
                    <a:pt x="3357" y="18874"/>
                  </a:cubicBezTo>
                  <a:close/>
                  <a:moveTo>
                    <a:pt x="13458" y="22562"/>
                  </a:moveTo>
                  <a:cubicBezTo>
                    <a:pt x="13695" y="22562"/>
                    <a:pt x="13896" y="22603"/>
                    <a:pt x="14025" y="22702"/>
                  </a:cubicBezTo>
                  <a:cubicBezTo>
                    <a:pt x="14076" y="22753"/>
                    <a:pt x="14229" y="22868"/>
                    <a:pt x="14191" y="23289"/>
                  </a:cubicBezTo>
                  <a:cubicBezTo>
                    <a:pt x="14050" y="24323"/>
                    <a:pt x="11358" y="26849"/>
                    <a:pt x="9176" y="26939"/>
                  </a:cubicBezTo>
                  <a:cubicBezTo>
                    <a:pt x="9134" y="26940"/>
                    <a:pt x="9093" y="26941"/>
                    <a:pt x="9051" y="26941"/>
                  </a:cubicBezTo>
                  <a:cubicBezTo>
                    <a:pt x="8758" y="26941"/>
                    <a:pt x="8459" y="26902"/>
                    <a:pt x="8180" y="26824"/>
                  </a:cubicBezTo>
                  <a:cubicBezTo>
                    <a:pt x="8295" y="26071"/>
                    <a:pt x="8423" y="25382"/>
                    <a:pt x="8550" y="24744"/>
                  </a:cubicBezTo>
                  <a:lnTo>
                    <a:pt x="8589" y="24718"/>
                  </a:lnTo>
                  <a:cubicBezTo>
                    <a:pt x="9635" y="24042"/>
                    <a:pt x="10720" y="23353"/>
                    <a:pt x="11881" y="22906"/>
                  </a:cubicBezTo>
                  <a:cubicBezTo>
                    <a:pt x="12380" y="22720"/>
                    <a:pt x="12991" y="22562"/>
                    <a:pt x="13458" y="22562"/>
                  </a:cubicBezTo>
                  <a:close/>
                  <a:moveTo>
                    <a:pt x="1481" y="25012"/>
                  </a:moveTo>
                  <a:cubicBezTo>
                    <a:pt x="2527" y="25012"/>
                    <a:pt x="4633" y="26518"/>
                    <a:pt x="7083" y="31035"/>
                  </a:cubicBezTo>
                  <a:cubicBezTo>
                    <a:pt x="6994" y="31826"/>
                    <a:pt x="6904" y="32681"/>
                    <a:pt x="6815" y="33587"/>
                  </a:cubicBezTo>
                  <a:cubicBezTo>
                    <a:pt x="3969" y="32783"/>
                    <a:pt x="1723" y="29874"/>
                    <a:pt x="843" y="26888"/>
                  </a:cubicBezTo>
                  <a:cubicBezTo>
                    <a:pt x="575" y="25956"/>
                    <a:pt x="677" y="25267"/>
                    <a:pt x="1162" y="25076"/>
                  </a:cubicBezTo>
                  <a:cubicBezTo>
                    <a:pt x="1264" y="25037"/>
                    <a:pt x="1366" y="25012"/>
                    <a:pt x="1481" y="25012"/>
                  </a:cubicBezTo>
                  <a:close/>
                  <a:moveTo>
                    <a:pt x="14148" y="28307"/>
                  </a:moveTo>
                  <a:cubicBezTo>
                    <a:pt x="14369" y="28307"/>
                    <a:pt x="14557" y="28346"/>
                    <a:pt x="14701" y="28432"/>
                  </a:cubicBezTo>
                  <a:cubicBezTo>
                    <a:pt x="14905" y="28547"/>
                    <a:pt x="15007" y="28789"/>
                    <a:pt x="15007" y="29146"/>
                  </a:cubicBezTo>
                  <a:cubicBezTo>
                    <a:pt x="15007" y="30397"/>
                    <a:pt x="13068" y="33077"/>
                    <a:pt x="9367" y="33715"/>
                  </a:cubicBezTo>
                  <a:cubicBezTo>
                    <a:pt x="9046" y="33769"/>
                    <a:pt x="8719" y="33798"/>
                    <a:pt x="8390" y="33798"/>
                  </a:cubicBezTo>
                  <a:cubicBezTo>
                    <a:pt x="8027" y="33798"/>
                    <a:pt x="7662" y="33763"/>
                    <a:pt x="7300" y="33689"/>
                  </a:cubicBezTo>
                  <a:cubicBezTo>
                    <a:pt x="7389" y="32796"/>
                    <a:pt x="7478" y="31966"/>
                    <a:pt x="7568" y="31175"/>
                  </a:cubicBezTo>
                  <a:cubicBezTo>
                    <a:pt x="7759" y="31099"/>
                    <a:pt x="8065" y="30933"/>
                    <a:pt x="8652" y="30601"/>
                  </a:cubicBezTo>
                  <a:cubicBezTo>
                    <a:pt x="10050" y="29820"/>
                    <a:pt x="12758" y="28307"/>
                    <a:pt x="14148" y="28307"/>
                  </a:cubicBezTo>
                  <a:close/>
                  <a:moveTo>
                    <a:pt x="13910" y="1"/>
                  </a:moveTo>
                  <a:cubicBezTo>
                    <a:pt x="12723" y="1"/>
                    <a:pt x="11996" y="2272"/>
                    <a:pt x="11792" y="3791"/>
                  </a:cubicBezTo>
                  <a:cubicBezTo>
                    <a:pt x="11511" y="5884"/>
                    <a:pt x="11983" y="7440"/>
                    <a:pt x="13068" y="8104"/>
                  </a:cubicBezTo>
                  <a:cubicBezTo>
                    <a:pt x="12685" y="8984"/>
                    <a:pt x="12353" y="9814"/>
                    <a:pt x="12047" y="10605"/>
                  </a:cubicBezTo>
                  <a:cubicBezTo>
                    <a:pt x="11830" y="9099"/>
                    <a:pt x="11256" y="6305"/>
                    <a:pt x="9954" y="5182"/>
                  </a:cubicBezTo>
                  <a:cubicBezTo>
                    <a:pt x="9716" y="4979"/>
                    <a:pt x="9505" y="4909"/>
                    <a:pt x="9329" y="4909"/>
                  </a:cubicBezTo>
                  <a:cubicBezTo>
                    <a:pt x="9062" y="4909"/>
                    <a:pt x="8872" y="5069"/>
                    <a:pt x="8780" y="5169"/>
                  </a:cubicBezTo>
                  <a:cubicBezTo>
                    <a:pt x="8168" y="5820"/>
                    <a:pt x="8078" y="7645"/>
                    <a:pt x="8257" y="9150"/>
                  </a:cubicBezTo>
                  <a:cubicBezTo>
                    <a:pt x="8499" y="11205"/>
                    <a:pt x="9188" y="12940"/>
                    <a:pt x="10158" y="13936"/>
                  </a:cubicBezTo>
                  <a:cubicBezTo>
                    <a:pt x="10324" y="14102"/>
                    <a:pt x="10516" y="14255"/>
                    <a:pt x="10720" y="14369"/>
                  </a:cubicBezTo>
                  <a:cubicBezTo>
                    <a:pt x="10375" y="15441"/>
                    <a:pt x="10094" y="16398"/>
                    <a:pt x="9865" y="17253"/>
                  </a:cubicBezTo>
                  <a:cubicBezTo>
                    <a:pt x="9176" y="14331"/>
                    <a:pt x="7440" y="11435"/>
                    <a:pt x="6164" y="11256"/>
                  </a:cubicBezTo>
                  <a:cubicBezTo>
                    <a:pt x="6127" y="11252"/>
                    <a:pt x="6087" y="11250"/>
                    <a:pt x="6043" y="11250"/>
                  </a:cubicBezTo>
                  <a:cubicBezTo>
                    <a:pt x="5770" y="11250"/>
                    <a:pt x="5380" y="11350"/>
                    <a:pt x="5105" y="11945"/>
                  </a:cubicBezTo>
                  <a:cubicBezTo>
                    <a:pt x="4327" y="13591"/>
                    <a:pt x="5998" y="18963"/>
                    <a:pt x="8640" y="20635"/>
                  </a:cubicBezTo>
                  <a:cubicBezTo>
                    <a:pt x="8742" y="20699"/>
                    <a:pt x="8831" y="20737"/>
                    <a:pt x="8933" y="20788"/>
                  </a:cubicBezTo>
                  <a:cubicBezTo>
                    <a:pt x="8716" y="21643"/>
                    <a:pt x="8461" y="22638"/>
                    <a:pt x="8219" y="23863"/>
                  </a:cubicBezTo>
                  <a:cubicBezTo>
                    <a:pt x="7734" y="22792"/>
                    <a:pt x="6636" y="20673"/>
                    <a:pt x="4990" y="19180"/>
                  </a:cubicBezTo>
                  <a:cubicBezTo>
                    <a:pt x="4823" y="19035"/>
                    <a:pt x="4051" y="18383"/>
                    <a:pt x="3340" y="18383"/>
                  </a:cubicBezTo>
                  <a:cubicBezTo>
                    <a:pt x="3237" y="18383"/>
                    <a:pt x="3136" y="18397"/>
                    <a:pt x="3038" y="18427"/>
                  </a:cubicBezTo>
                  <a:cubicBezTo>
                    <a:pt x="2808" y="18504"/>
                    <a:pt x="2489" y="18721"/>
                    <a:pt x="2361" y="19295"/>
                  </a:cubicBezTo>
                  <a:cubicBezTo>
                    <a:pt x="2081" y="20609"/>
                    <a:pt x="3025" y="22996"/>
                    <a:pt x="4582" y="24846"/>
                  </a:cubicBezTo>
                  <a:cubicBezTo>
                    <a:pt x="5182" y="25573"/>
                    <a:pt x="6266" y="26671"/>
                    <a:pt x="7606" y="27168"/>
                  </a:cubicBezTo>
                  <a:cubicBezTo>
                    <a:pt x="7466" y="28087"/>
                    <a:pt x="7313" y="29095"/>
                    <a:pt x="7172" y="30193"/>
                  </a:cubicBezTo>
                  <a:cubicBezTo>
                    <a:pt x="4899" y="26206"/>
                    <a:pt x="2793" y="24519"/>
                    <a:pt x="1466" y="24519"/>
                  </a:cubicBezTo>
                  <a:cubicBezTo>
                    <a:pt x="1281" y="24519"/>
                    <a:pt x="1111" y="24552"/>
                    <a:pt x="958" y="24616"/>
                  </a:cubicBezTo>
                  <a:cubicBezTo>
                    <a:pt x="230" y="24910"/>
                    <a:pt x="1" y="25829"/>
                    <a:pt x="358" y="27028"/>
                  </a:cubicBezTo>
                  <a:cubicBezTo>
                    <a:pt x="1290" y="30193"/>
                    <a:pt x="3689" y="33243"/>
                    <a:pt x="6751" y="34085"/>
                  </a:cubicBezTo>
                  <a:cubicBezTo>
                    <a:pt x="6713" y="34582"/>
                    <a:pt x="6662" y="35093"/>
                    <a:pt x="6624" y="35616"/>
                  </a:cubicBezTo>
                  <a:cubicBezTo>
                    <a:pt x="6611" y="35756"/>
                    <a:pt x="6713" y="35884"/>
                    <a:pt x="6853" y="35897"/>
                  </a:cubicBezTo>
                  <a:lnTo>
                    <a:pt x="6866" y="35897"/>
                  </a:lnTo>
                  <a:cubicBezTo>
                    <a:pt x="6994" y="35897"/>
                    <a:pt x="7108" y="35795"/>
                    <a:pt x="7121" y="35667"/>
                  </a:cubicBezTo>
                  <a:cubicBezTo>
                    <a:pt x="7159" y="35157"/>
                    <a:pt x="7198" y="34672"/>
                    <a:pt x="7249" y="34187"/>
                  </a:cubicBezTo>
                  <a:cubicBezTo>
                    <a:pt x="7619" y="34263"/>
                    <a:pt x="7989" y="34302"/>
                    <a:pt x="8372" y="34302"/>
                  </a:cubicBezTo>
                  <a:cubicBezTo>
                    <a:pt x="8729" y="34302"/>
                    <a:pt x="9086" y="34263"/>
                    <a:pt x="9444" y="34200"/>
                  </a:cubicBezTo>
                  <a:cubicBezTo>
                    <a:pt x="13463" y="33511"/>
                    <a:pt x="15492" y="30588"/>
                    <a:pt x="15492" y="29146"/>
                  </a:cubicBezTo>
                  <a:cubicBezTo>
                    <a:pt x="15492" y="28598"/>
                    <a:pt x="15314" y="28215"/>
                    <a:pt x="14943" y="27998"/>
                  </a:cubicBezTo>
                  <a:cubicBezTo>
                    <a:pt x="14729" y="27872"/>
                    <a:pt x="14462" y="27816"/>
                    <a:pt x="14155" y="27816"/>
                  </a:cubicBezTo>
                  <a:cubicBezTo>
                    <a:pt x="12747" y="27816"/>
                    <a:pt x="10482" y="29004"/>
                    <a:pt x="8397" y="30167"/>
                  </a:cubicBezTo>
                  <a:cubicBezTo>
                    <a:pt x="8129" y="30320"/>
                    <a:pt x="7836" y="30486"/>
                    <a:pt x="7632" y="30588"/>
                  </a:cubicBezTo>
                  <a:cubicBezTo>
                    <a:pt x="7785" y="29376"/>
                    <a:pt x="7938" y="28279"/>
                    <a:pt x="8091" y="27296"/>
                  </a:cubicBezTo>
                  <a:cubicBezTo>
                    <a:pt x="8397" y="27373"/>
                    <a:pt x="8716" y="27411"/>
                    <a:pt x="9035" y="27424"/>
                  </a:cubicBezTo>
                  <a:lnTo>
                    <a:pt x="9188" y="27424"/>
                  </a:lnTo>
                  <a:cubicBezTo>
                    <a:pt x="11677" y="27309"/>
                    <a:pt x="14522" y="24553"/>
                    <a:pt x="14676" y="23340"/>
                  </a:cubicBezTo>
                  <a:cubicBezTo>
                    <a:pt x="14752" y="22753"/>
                    <a:pt x="14535" y="22460"/>
                    <a:pt x="14344" y="22307"/>
                  </a:cubicBezTo>
                  <a:cubicBezTo>
                    <a:pt x="14109" y="22121"/>
                    <a:pt x="13788" y="22053"/>
                    <a:pt x="13446" y="22053"/>
                  </a:cubicBezTo>
                  <a:cubicBezTo>
                    <a:pt x="12802" y="22053"/>
                    <a:pt x="12082" y="22293"/>
                    <a:pt x="11715" y="22434"/>
                  </a:cubicBezTo>
                  <a:cubicBezTo>
                    <a:pt x="10643" y="22830"/>
                    <a:pt x="9648" y="23442"/>
                    <a:pt x="8678" y="24055"/>
                  </a:cubicBezTo>
                  <a:cubicBezTo>
                    <a:pt x="8933" y="22855"/>
                    <a:pt x="9176" y="21847"/>
                    <a:pt x="9393" y="20992"/>
                  </a:cubicBezTo>
                  <a:cubicBezTo>
                    <a:pt x="9839" y="21158"/>
                    <a:pt x="10299" y="21247"/>
                    <a:pt x="10771" y="21247"/>
                  </a:cubicBezTo>
                  <a:cubicBezTo>
                    <a:pt x="11383" y="21247"/>
                    <a:pt x="11983" y="21120"/>
                    <a:pt x="12544" y="20890"/>
                  </a:cubicBezTo>
                  <a:cubicBezTo>
                    <a:pt x="14778" y="19971"/>
                    <a:pt x="16794" y="17751"/>
                    <a:pt x="16641" y="16424"/>
                  </a:cubicBezTo>
                  <a:cubicBezTo>
                    <a:pt x="16602" y="16118"/>
                    <a:pt x="16424" y="15607"/>
                    <a:pt x="15607" y="15467"/>
                  </a:cubicBezTo>
                  <a:cubicBezTo>
                    <a:pt x="15408" y="15440"/>
                    <a:pt x="15208" y="15426"/>
                    <a:pt x="15009" y="15426"/>
                  </a:cubicBezTo>
                  <a:cubicBezTo>
                    <a:pt x="14454" y="15426"/>
                    <a:pt x="13903" y="15532"/>
                    <a:pt x="13387" y="15748"/>
                  </a:cubicBezTo>
                  <a:cubicBezTo>
                    <a:pt x="12009" y="16258"/>
                    <a:pt x="11039" y="17088"/>
                    <a:pt x="10248" y="17764"/>
                  </a:cubicBezTo>
                  <a:cubicBezTo>
                    <a:pt x="10490" y="16832"/>
                    <a:pt x="10796" y="15786"/>
                    <a:pt x="11179" y="14586"/>
                  </a:cubicBezTo>
                  <a:cubicBezTo>
                    <a:pt x="11485" y="14701"/>
                    <a:pt x="11830" y="14765"/>
                    <a:pt x="12162" y="14765"/>
                  </a:cubicBezTo>
                  <a:lnTo>
                    <a:pt x="12187" y="14765"/>
                  </a:lnTo>
                  <a:cubicBezTo>
                    <a:pt x="13974" y="14765"/>
                    <a:pt x="16003" y="13374"/>
                    <a:pt x="17189" y="12187"/>
                  </a:cubicBezTo>
                  <a:cubicBezTo>
                    <a:pt x="17610" y="11766"/>
                    <a:pt x="18274" y="10848"/>
                    <a:pt x="18057" y="10095"/>
                  </a:cubicBezTo>
                  <a:cubicBezTo>
                    <a:pt x="17981" y="9814"/>
                    <a:pt x="17776" y="9584"/>
                    <a:pt x="17508" y="9469"/>
                  </a:cubicBezTo>
                  <a:cubicBezTo>
                    <a:pt x="17340" y="9398"/>
                    <a:pt x="17147" y="9369"/>
                    <a:pt x="16944" y="9369"/>
                  </a:cubicBezTo>
                  <a:cubicBezTo>
                    <a:pt x="16050" y="9369"/>
                    <a:pt x="14946" y="9933"/>
                    <a:pt x="14790" y="10005"/>
                  </a:cubicBezTo>
                  <a:cubicBezTo>
                    <a:pt x="13489" y="10694"/>
                    <a:pt x="12749" y="11039"/>
                    <a:pt x="12353" y="11218"/>
                  </a:cubicBezTo>
                  <a:cubicBezTo>
                    <a:pt x="12698" y="10312"/>
                    <a:pt x="13080" y="9342"/>
                    <a:pt x="13514" y="8308"/>
                  </a:cubicBezTo>
                  <a:cubicBezTo>
                    <a:pt x="13565" y="8334"/>
                    <a:pt x="13629" y="8346"/>
                    <a:pt x="13693" y="8372"/>
                  </a:cubicBezTo>
                  <a:lnTo>
                    <a:pt x="13706" y="8385"/>
                  </a:lnTo>
                  <a:cubicBezTo>
                    <a:pt x="13923" y="8449"/>
                    <a:pt x="14165" y="8474"/>
                    <a:pt x="14395" y="8474"/>
                  </a:cubicBezTo>
                  <a:cubicBezTo>
                    <a:pt x="16436" y="8474"/>
                    <a:pt x="18414" y="6190"/>
                    <a:pt x="19052" y="4531"/>
                  </a:cubicBezTo>
                  <a:cubicBezTo>
                    <a:pt x="19320" y="3842"/>
                    <a:pt x="19333" y="3344"/>
                    <a:pt x="19091" y="2987"/>
                  </a:cubicBezTo>
                  <a:cubicBezTo>
                    <a:pt x="18900" y="2725"/>
                    <a:pt x="18599" y="2563"/>
                    <a:pt x="18280" y="2563"/>
                  </a:cubicBezTo>
                  <a:cubicBezTo>
                    <a:pt x="18257" y="2563"/>
                    <a:pt x="18234" y="2564"/>
                    <a:pt x="18210" y="2566"/>
                  </a:cubicBezTo>
                  <a:cubicBezTo>
                    <a:pt x="17317" y="2566"/>
                    <a:pt x="15977" y="3332"/>
                    <a:pt x="15441" y="3702"/>
                  </a:cubicBezTo>
                  <a:cubicBezTo>
                    <a:pt x="15428" y="2974"/>
                    <a:pt x="15339" y="2260"/>
                    <a:pt x="15173" y="1558"/>
                  </a:cubicBezTo>
                  <a:cubicBezTo>
                    <a:pt x="14918" y="524"/>
                    <a:pt x="14497" y="1"/>
                    <a:pt x="1391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1" name="Google Shape;521;p39"/>
          <p:cNvGrpSpPr/>
          <p:nvPr/>
        </p:nvGrpSpPr>
        <p:grpSpPr>
          <a:xfrm>
            <a:off x="7695702" y="3083115"/>
            <a:ext cx="653267" cy="732771"/>
            <a:chOff x="3844875" y="2100375"/>
            <a:chExt cx="483150" cy="541950"/>
          </a:xfrm>
        </p:grpSpPr>
        <p:sp>
          <p:nvSpPr>
            <p:cNvPr id="522" name="Google Shape;522;p39"/>
            <p:cNvSpPr/>
            <p:nvPr/>
          </p:nvSpPr>
          <p:spPr>
            <a:xfrm>
              <a:off x="3844875" y="2107500"/>
              <a:ext cx="483150" cy="465225"/>
            </a:xfrm>
            <a:custGeom>
              <a:avLst/>
              <a:gdLst/>
              <a:ahLst/>
              <a:cxnLst/>
              <a:rect l="l" t="t" r="r" b="b"/>
              <a:pathLst>
                <a:path w="19326" h="18609" extrusionOk="0">
                  <a:moveTo>
                    <a:pt x="11866" y="0"/>
                  </a:moveTo>
                  <a:cubicBezTo>
                    <a:pt x="11845" y="0"/>
                    <a:pt x="11825" y="2"/>
                    <a:pt x="11806" y="6"/>
                  </a:cubicBezTo>
                  <a:cubicBezTo>
                    <a:pt x="11500" y="57"/>
                    <a:pt x="10964" y="848"/>
                    <a:pt x="10721" y="1077"/>
                  </a:cubicBezTo>
                  <a:cubicBezTo>
                    <a:pt x="7659" y="3821"/>
                    <a:pt x="3907" y="4268"/>
                    <a:pt x="1980" y="7573"/>
                  </a:cubicBezTo>
                  <a:cubicBezTo>
                    <a:pt x="0" y="10954"/>
                    <a:pt x="2121" y="16196"/>
                    <a:pt x="6297" y="16196"/>
                  </a:cubicBezTo>
                  <a:cubicBezTo>
                    <a:pt x="6454" y="16196"/>
                    <a:pt x="6615" y="16189"/>
                    <a:pt x="6778" y="16173"/>
                  </a:cubicBezTo>
                  <a:cubicBezTo>
                    <a:pt x="6880" y="16161"/>
                    <a:pt x="8271" y="15893"/>
                    <a:pt x="8246" y="15829"/>
                  </a:cubicBezTo>
                  <a:lnTo>
                    <a:pt x="8246" y="15829"/>
                  </a:lnTo>
                  <a:cubicBezTo>
                    <a:pt x="8692" y="16913"/>
                    <a:pt x="9267" y="17832"/>
                    <a:pt x="10415" y="18317"/>
                  </a:cubicBezTo>
                  <a:cubicBezTo>
                    <a:pt x="10898" y="18514"/>
                    <a:pt x="11405" y="18608"/>
                    <a:pt x="11915" y="18608"/>
                  </a:cubicBezTo>
                  <a:cubicBezTo>
                    <a:pt x="15516" y="18608"/>
                    <a:pt x="19326" y="13896"/>
                    <a:pt x="16744" y="6922"/>
                  </a:cubicBezTo>
                  <a:cubicBezTo>
                    <a:pt x="15484" y="3528"/>
                    <a:pt x="12784" y="0"/>
                    <a:pt x="1186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39"/>
            <p:cNvSpPr/>
            <p:nvPr/>
          </p:nvSpPr>
          <p:spPr>
            <a:xfrm>
              <a:off x="3940950" y="2267075"/>
              <a:ext cx="117025" cy="162750"/>
            </a:xfrm>
            <a:custGeom>
              <a:avLst/>
              <a:gdLst/>
              <a:ahLst/>
              <a:cxnLst/>
              <a:rect l="l" t="t" r="r" b="b"/>
              <a:pathLst>
                <a:path w="4681" h="6510" extrusionOk="0">
                  <a:moveTo>
                    <a:pt x="166" y="0"/>
                  </a:moveTo>
                  <a:cubicBezTo>
                    <a:pt x="158" y="0"/>
                    <a:pt x="149" y="1"/>
                    <a:pt x="141" y="3"/>
                  </a:cubicBezTo>
                  <a:cubicBezTo>
                    <a:pt x="51" y="28"/>
                    <a:pt x="0" y="105"/>
                    <a:pt x="13" y="194"/>
                  </a:cubicBezTo>
                  <a:cubicBezTo>
                    <a:pt x="523" y="2632"/>
                    <a:pt x="2310" y="5069"/>
                    <a:pt x="4352" y="6473"/>
                  </a:cubicBezTo>
                  <a:cubicBezTo>
                    <a:pt x="4385" y="6499"/>
                    <a:pt x="4420" y="6510"/>
                    <a:pt x="4453" y="6510"/>
                  </a:cubicBezTo>
                  <a:cubicBezTo>
                    <a:pt x="4582" y="6510"/>
                    <a:pt x="4680" y="6339"/>
                    <a:pt x="4569" y="6217"/>
                  </a:cubicBezTo>
                  <a:cubicBezTo>
                    <a:pt x="3701" y="5324"/>
                    <a:pt x="2884" y="4367"/>
                    <a:pt x="2157" y="3359"/>
                  </a:cubicBezTo>
                  <a:cubicBezTo>
                    <a:pt x="531" y="1100"/>
                    <a:pt x="462" y="0"/>
                    <a:pt x="1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39"/>
            <p:cNvSpPr/>
            <p:nvPr/>
          </p:nvSpPr>
          <p:spPr>
            <a:xfrm>
              <a:off x="3989125" y="2222600"/>
              <a:ext cx="104925" cy="137875"/>
            </a:xfrm>
            <a:custGeom>
              <a:avLst/>
              <a:gdLst/>
              <a:ahLst/>
              <a:cxnLst/>
              <a:rect l="l" t="t" r="r" b="b"/>
              <a:pathLst>
                <a:path w="4197" h="5515" extrusionOk="0">
                  <a:moveTo>
                    <a:pt x="190" y="1"/>
                  </a:moveTo>
                  <a:cubicBezTo>
                    <a:pt x="174" y="1"/>
                    <a:pt x="158" y="3"/>
                    <a:pt x="140" y="8"/>
                  </a:cubicBezTo>
                  <a:cubicBezTo>
                    <a:pt x="51" y="34"/>
                    <a:pt x="0" y="110"/>
                    <a:pt x="26" y="200"/>
                  </a:cubicBezTo>
                  <a:cubicBezTo>
                    <a:pt x="587" y="2165"/>
                    <a:pt x="2131" y="4334"/>
                    <a:pt x="3867" y="5482"/>
                  </a:cubicBezTo>
                  <a:cubicBezTo>
                    <a:pt x="3899" y="5505"/>
                    <a:pt x="3933" y="5515"/>
                    <a:pt x="3965" y="5515"/>
                  </a:cubicBezTo>
                  <a:cubicBezTo>
                    <a:pt x="4095" y="5515"/>
                    <a:pt x="4196" y="5353"/>
                    <a:pt x="4084" y="5240"/>
                  </a:cubicBezTo>
                  <a:cubicBezTo>
                    <a:pt x="545" y="1237"/>
                    <a:pt x="530" y="1"/>
                    <a:pt x="1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39"/>
            <p:cNvSpPr/>
            <p:nvPr/>
          </p:nvSpPr>
          <p:spPr>
            <a:xfrm>
              <a:off x="4112575" y="2380275"/>
              <a:ext cx="141850" cy="70325"/>
            </a:xfrm>
            <a:custGeom>
              <a:avLst/>
              <a:gdLst/>
              <a:ahLst/>
              <a:cxnLst/>
              <a:rect l="l" t="t" r="r" b="b"/>
              <a:pathLst>
                <a:path w="5674" h="2813" extrusionOk="0">
                  <a:moveTo>
                    <a:pt x="5457" y="0"/>
                  </a:moveTo>
                  <a:cubicBezTo>
                    <a:pt x="5434" y="0"/>
                    <a:pt x="5410" y="6"/>
                    <a:pt x="5386" y="18"/>
                  </a:cubicBezTo>
                  <a:cubicBezTo>
                    <a:pt x="2935" y="1409"/>
                    <a:pt x="2514" y="1587"/>
                    <a:pt x="154" y="2493"/>
                  </a:cubicBezTo>
                  <a:cubicBezTo>
                    <a:pt x="1" y="2570"/>
                    <a:pt x="52" y="2812"/>
                    <a:pt x="230" y="2812"/>
                  </a:cubicBezTo>
                  <a:cubicBezTo>
                    <a:pt x="2119" y="2659"/>
                    <a:pt x="4314" y="1574"/>
                    <a:pt x="5577" y="260"/>
                  </a:cubicBezTo>
                  <a:cubicBezTo>
                    <a:pt x="5674" y="153"/>
                    <a:pt x="5580" y="0"/>
                    <a:pt x="545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39"/>
            <p:cNvSpPr/>
            <p:nvPr/>
          </p:nvSpPr>
          <p:spPr>
            <a:xfrm>
              <a:off x="3906175" y="2355250"/>
              <a:ext cx="100375" cy="108175"/>
            </a:xfrm>
            <a:custGeom>
              <a:avLst/>
              <a:gdLst/>
              <a:ahLst/>
              <a:cxnLst/>
              <a:rect l="l" t="t" r="r" b="b"/>
              <a:pathLst>
                <a:path w="4015" h="4327" extrusionOk="0">
                  <a:moveTo>
                    <a:pt x="181" y="1"/>
                  </a:moveTo>
                  <a:cubicBezTo>
                    <a:pt x="164" y="1"/>
                    <a:pt x="147" y="4"/>
                    <a:pt x="128" y="11"/>
                  </a:cubicBezTo>
                  <a:cubicBezTo>
                    <a:pt x="39" y="36"/>
                    <a:pt x="0" y="125"/>
                    <a:pt x="26" y="215"/>
                  </a:cubicBezTo>
                  <a:cubicBezTo>
                    <a:pt x="600" y="1835"/>
                    <a:pt x="2119" y="3558"/>
                    <a:pt x="3714" y="4311"/>
                  </a:cubicBezTo>
                  <a:cubicBezTo>
                    <a:pt x="3739" y="4322"/>
                    <a:pt x="3764" y="4327"/>
                    <a:pt x="3788" y="4327"/>
                  </a:cubicBezTo>
                  <a:cubicBezTo>
                    <a:pt x="3927" y="4327"/>
                    <a:pt x="4014" y="4152"/>
                    <a:pt x="3905" y="4043"/>
                  </a:cubicBezTo>
                  <a:cubicBezTo>
                    <a:pt x="581" y="948"/>
                    <a:pt x="462" y="1"/>
                    <a:pt x="18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39"/>
            <p:cNvSpPr/>
            <p:nvPr/>
          </p:nvSpPr>
          <p:spPr>
            <a:xfrm>
              <a:off x="4107475" y="2477200"/>
              <a:ext cx="126675" cy="51125"/>
            </a:xfrm>
            <a:custGeom>
              <a:avLst/>
              <a:gdLst/>
              <a:ahLst/>
              <a:cxnLst/>
              <a:rect l="l" t="t" r="r" b="b"/>
              <a:pathLst>
                <a:path w="5067" h="2045" extrusionOk="0">
                  <a:moveTo>
                    <a:pt x="4919" y="0"/>
                  </a:moveTo>
                  <a:cubicBezTo>
                    <a:pt x="4689" y="0"/>
                    <a:pt x="4160" y="491"/>
                    <a:pt x="2552" y="1041"/>
                  </a:cubicBezTo>
                  <a:cubicBezTo>
                    <a:pt x="651" y="1730"/>
                    <a:pt x="51" y="1526"/>
                    <a:pt x="13" y="1819"/>
                  </a:cubicBezTo>
                  <a:cubicBezTo>
                    <a:pt x="0" y="1909"/>
                    <a:pt x="77" y="1998"/>
                    <a:pt x="166" y="2011"/>
                  </a:cubicBezTo>
                  <a:cubicBezTo>
                    <a:pt x="349" y="2033"/>
                    <a:pt x="537" y="2044"/>
                    <a:pt x="729" y="2044"/>
                  </a:cubicBezTo>
                  <a:cubicBezTo>
                    <a:pt x="2258" y="2044"/>
                    <a:pt x="3995" y="1340"/>
                    <a:pt x="5015" y="262"/>
                  </a:cubicBezTo>
                  <a:cubicBezTo>
                    <a:pt x="5054" y="211"/>
                    <a:pt x="5066" y="148"/>
                    <a:pt x="5041" y="84"/>
                  </a:cubicBezTo>
                  <a:cubicBezTo>
                    <a:pt x="5010" y="26"/>
                    <a:pt x="4972" y="0"/>
                    <a:pt x="49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39"/>
            <p:cNvSpPr/>
            <p:nvPr/>
          </p:nvSpPr>
          <p:spPr>
            <a:xfrm>
              <a:off x="4133300" y="2281675"/>
              <a:ext cx="110425" cy="81025"/>
            </a:xfrm>
            <a:custGeom>
              <a:avLst/>
              <a:gdLst/>
              <a:ahLst/>
              <a:cxnLst/>
              <a:rect l="l" t="t" r="r" b="b"/>
              <a:pathLst>
                <a:path w="4417" h="3241" extrusionOk="0">
                  <a:moveTo>
                    <a:pt x="4269" y="0"/>
                  </a:moveTo>
                  <a:cubicBezTo>
                    <a:pt x="4142" y="0"/>
                    <a:pt x="3912" y="223"/>
                    <a:pt x="3166" y="797"/>
                  </a:cubicBezTo>
                  <a:cubicBezTo>
                    <a:pt x="473" y="2864"/>
                    <a:pt x="1" y="2851"/>
                    <a:pt x="78" y="3119"/>
                  </a:cubicBezTo>
                  <a:cubicBezTo>
                    <a:pt x="99" y="3193"/>
                    <a:pt x="163" y="3241"/>
                    <a:pt x="235" y="3241"/>
                  </a:cubicBezTo>
                  <a:cubicBezTo>
                    <a:pt x="251" y="3241"/>
                    <a:pt x="266" y="3239"/>
                    <a:pt x="282" y="3234"/>
                  </a:cubicBezTo>
                  <a:cubicBezTo>
                    <a:pt x="1928" y="2698"/>
                    <a:pt x="3370" y="1665"/>
                    <a:pt x="4378" y="248"/>
                  </a:cubicBezTo>
                  <a:cubicBezTo>
                    <a:pt x="4416" y="197"/>
                    <a:pt x="4416" y="121"/>
                    <a:pt x="4378" y="70"/>
                  </a:cubicBezTo>
                  <a:cubicBezTo>
                    <a:pt x="4343" y="25"/>
                    <a:pt x="4312" y="0"/>
                    <a:pt x="42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39"/>
            <p:cNvSpPr/>
            <p:nvPr/>
          </p:nvSpPr>
          <p:spPr>
            <a:xfrm>
              <a:off x="4140975" y="2202275"/>
              <a:ext cx="67900" cy="66675"/>
            </a:xfrm>
            <a:custGeom>
              <a:avLst/>
              <a:gdLst/>
              <a:ahLst/>
              <a:cxnLst/>
              <a:rect l="l" t="t" r="r" b="b"/>
              <a:pathLst>
                <a:path w="2716" h="2667" extrusionOk="0">
                  <a:moveTo>
                    <a:pt x="2524" y="1"/>
                  </a:moveTo>
                  <a:cubicBezTo>
                    <a:pt x="2483" y="1"/>
                    <a:pt x="2442" y="17"/>
                    <a:pt x="2412" y="56"/>
                  </a:cubicBezTo>
                  <a:cubicBezTo>
                    <a:pt x="689" y="1944"/>
                    <a:pt x="1646" y="949"/>
                    <a:pt x="115" y="2365"/>
                  </a:cubicBezTo>
                  <a:cubicBezTo>
                    <a:pt x="0" y="2480"/>
                    <a:pt x="81" y="2666"/>
                    <a:pt x="219" y="2666"/>
                  </a:cubicBezTo>
                  <a:cubicBezTo>
                    <a:pt x="235" y="2666"/>
                    <a:pt x="251" y="2664"/>
                    <a:pt x="268" y="2659"/>
                  </a:cubicBezTo>
                  <a:cubicBezTo>
                    <a:pt x="1340" y="2378"/>
                    <a:pt x="2412" y="1306"/>
                    <a:pt x="2680" y="209"/>
                  </a:cubicBezTo>
                  <a:cubicBezTo>
                    <a:pt x="2716" y="92"/>
                    <a:pt x="2620" y="1"/>
                    <a:pt x="252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39"/>
            <p:cNvSpPr/>
            <p:nvPr/>
          </p:nvSpPr>
          <p:spPr>
            <a:xfrm>
              <a:off x="4048125" y="2191775"/>
              <a:ext cx="56075" cy="70750"/>
            </a:xfrm>
            <a:custGeom>
              <a:avLst/>
              <a:gdLst/>
              <a:ahLst/>
              <a:cxnLst/>
              <a:rect l="l" t="t" r="r" b="b"/>
              <a:pathLst>
                <a:path w="2243" h="2830" extrusionOk="0">
                  <a:moveTo>
                    <a:pt x="182" y="1"/>
                  </a:moveTo>
                  <a:cubicBezTo>
                    <a:pt x="90" y="1"/>
                    <a:pt x="1" y="84"/>
                    <a:pt x="26" y="195"/>
                  </a:cubicBezTo>
                  <a:cubicBezTo>
                    <a:pt x="180" y="1190"/>
                    <a:pt x="1034" y="2351"/>
                    <a:pt x="1940" y="2811"/>
                  </a:cubicBezTo>
                  <a:cubicBezTo>
                    <a:pt x="1966" y="2823"/>
                    <a:pt x="1992" y="2829"/>
                    <a:pt x="2016" y="2829"/>
                  </a:cubicBezTo>
                  <a:cubicBezTo>
                    <a:pt x="2141" y="2829"/>
                    <a:pt x="2243" y="2685"/>
                    <a:pt x="2157" y="2568"/>
                  </a:cubicBezTo>
                  <a:lnTo>
                    <a:pt x="2157" y="2568"/>
                  </a:lnTo>
                  <a:cubicBezTo>
                    <a:pt x="2157" y="2568"/>
                    <a:pt x="2157" y="2568"/>
                    <a:pt x="2157" y="2568"/>
                  </a:cubicBezTo>
                  <a:cubicBezTo>
                    <a:pt x="2161" y="2568"/>
                    <a:pt x="447" y="245"/>
                    <a:pt x="307" y="67"/>
                  </a:cubicBezTo>
                  <a:cubicBezTo>
                    <a:pt x="273" y="21"/>
                    <a:pt x="227" y="1"/>
                    <a:pt x="1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39"/>
            <p:cNvSpPr/>
            <p:nvPr/>
          </p:nvSpPr>
          <p:spPr>
            <a:xfrm>
              <a:off x="3861200" y="2100375"/>
              <a:ext cx="435150" cy="541950"/>
            </a:xfrm>
            <a:custGeom>
              <a:avLst/>
              <a:gdLst/>
              <a:ahLst/>
              <a:cxnLst/>
              <a:rect l="l" t="t" r="r" b="b"/>
              <a:pathLst>
                <a:path w="17406" h="21678" extrusionOk="0">
                  <a:moveTo>
                    <a:pt x="11197" y="571"/>
                  </a:moveTo>
                  <a:cubicBezTo>
                    <a:pt x="11308" y="571"/>
                    <a:pt x="11982" y="886"/>
                    <a:pt x="13207" y="2549"/>
                  </a:cubicBezTo>
                  <a:cubicBezTo>
                    <a:pt x="13705" y="3238"/>
                    <a:pt x="14152" y="3940"/>
                    <a:pt x="14560" y="4680"/>
                  </a:cubicBezTo>
                  <a:cubicBezTo>
                    <a:pt x="15045" y="5522"/>
                    <a:pt x="15453" y="6403"/>
                    <a:pt x="15798" y="7309"/>
                  </a:cubicBezTo>
                  <a:cubicBezTo>
                    <a:pt x="16934" y="10371"/>
                    <a:pt x="17189" y="14570"/>
                    <a:pt x="14509" y="17173"/>
                  </a:cubicBezTo>
                  <a:cubicBezTo>
                    <a:pt x="13540" y="18106"/>
                    <a:pt x="12374" y="18604"/>
                    <a:pt x="11244" y="18604"/>
                  </a:cubicBezTo>
                  <a:cubicBezTo>
                    <a:pt x="10768" y="18604"/>
                    <a:pt x="10298" y="18516"/>
                    <a:pt x="9851" y="18334"/>
                  </a:cubicBezTo>
                  <a:cubicBezTo>
                    <a:pt x="8767" y="17888"/>
                    <a:pt x="8256" y="16982"/>
                    <a:pt x="7861" y="16063"/>
                  </a:cubicBezTo>
                  <a:cubicBezTo>
                    <a:pt x="8575" y="14634"/>
                    <a:pt x="9175" y="13153"/>
                    <a:pt x="9647" y="11635"/>
                  </a:cubicBezTo>
                  <a:lnTo>
                    <a:pt x="9660" y="11635"/>
                  </a:lnTo>
                  <a:cubicBezTo>
                    <a:pt x="10464" y="9070"/>
                    <a:pt x="11140" y="4770"/>
                    <a:pt x="11395" y="1860"/>
                  </a:cubicBezTo>
                  <a:cubicBezTo>
                    <a:pt x="11408" y="1707"/>
                    <a:pt x="11293" y="1567"/>
                    <a:pt x="11127" y="1554"/>
                  </a:cubicBezTo>
                  <a:cubicBezTo>
                    <a:pt x="11120" y="1553"/>
                    <a:pt x="11112" y="1553"/>
                    <a:pt x="11104" y="1553"/>
                  </a:cubicBezTo>
                  <a:cubicBezTo>
                    <a:pt x="10960" y="1553"/>
                    <a:pt x="10833" y="1664"/>
                    <a:pt x="10808" y="1809"/>
                  </a:cubicBezTo>
                  <a:cubicBezTo>
                    <a:pt x="10566" y="4693"/>
                    <a:pt x="9902" y="8930"/>
                    <a:pt x="9098" y="11456"/>
                  </a:cubicBezTo>
                  <a:cubicBezTo>
                    <a:pt x="8614" y="12987"/>
                    <a:pt x="8014" y="14480"/>
                    <a:pt x="7299" y="15910"/>
                  </a:cubicBezTo>
                  <a:cubicBezTo>
                    <a:pt x="6708" y="16084"/>
                    <a:pt x="6141" y="16170"/>
                    <a:pt x="5604" y="16170"/>
                  </a:cubicBezTo>
                  <a:cubicBezTo>
                    <a:pt x="4022" y="16170"/>
                    <a:pt x="2701" y="15422"/>
                    <a:pt x="1787" y="13983"/>
                  </a:cubicBezTo>
                  <a:cubicBezTo>
                    <a:pt x="625" y="12158"/>
                    <a:pt x="523" y="9759"/>
                    <a:pt x="1557" y="8011"/>
                  </a:cubicBezTo>
                  <a:cubicBezTo>
                    <a:pt x="2654" y="6135"/>
                    <a:pt x="4390" y="5191"/>
                    <a:pt x="6240" y="4195"/>
                  </a:cubicBezTo>
                  <a:cubicBezTo>
                    <a:pt x="7567" y="3468"/>
                    <a:pt x="8945" y="2728"/>
                    <a:pt x="10234" y="1579"/>
                  </a:cubicBezTo>
                  <a:cubicBezTo>
                    <a:pt x="10362" y="1452"/>
                    <a:pt x="10477" y="1324"/>
                    <a:pt x="10579" y="1184"/>
                  </a:cubicBezTo>
                  <a:cubicBezTo>
                    <a:pt x="10898" y="801"/>
                    <a:pt x="11115" y="597"/>
                    <a:pt x="11191" y="571"/>
                  </a:cubicBezTo>
                  <a:cubicBezTo>
                    <a:pt x="11193" y="571"/>
                    <a:pt x="11195" y="571"/>
                    <a:pt x="11197" y="571"/>
                  </a:cubicBezTo>
                  <a:close/>
                  <a:moveTo>
                    <a:pt x="11191" y="1"/>
                  </a:moveTo>
                  <a:cubicBezTo>
                    <a:pt x="11156" y="1"/>
                    <a:pt x="11122" y="4"/>
                    <a:pt x="11089" y="10"/>
                  </a:cubicBezTo>
                  <a:cubicBezTo>
                    <a:pt x="10808" y="61"/>
                    <a:pt x="10540" y="367"/>
                    <a:pt x="10158" y="826"/>
                  </a:cubicBezTo>
                  <a:cubicBezTo>
                    <a:pt x="10068" y="929"/>
                    <a:pt x="9966" y="1043"/>
                    <a:pt x="9864" y="1146"/>
                  </a:cubicBezTo>
                  <a:cubicBezTo>
                    <a:pt x="8639" y="2243"/>
                    <a:pt x="7286" y="2970"/>
                    <a:pt x="5985" y="3685"/>
                  </a:cubicBezTo>
                  <a:cubicBezTo>
                    <a:pt x="4071" y="4718"/>
                    <a:pt x="2246" y="5688"/>
                    <a:pt x="1072" y="7704"/>
                  </a:cubicBezTo>
                  <a:cubicBezTo>
                    <a:pt x="0" y="9542"/>
                    <a:pt x="26" y="12005"/>
                    <a:pt x="1123" y="13983"/>
                  </a:cubicBezTo>
                  <a:cubicBezTo>
                    <a:pt x="1187" y="14085"/>
                    <a:pt x="1251" y="14187"/>
                    <a:pt x="1314" y="14302"/>
                  </a:cubicBezTo>
                  <a:cubicBezTo>
                    <a:pt x="2342" y="15905"/>
                    <a:pt x="3834" y="16747"/>
                    <a:pt x="5616" y="16747"/>
                  </a:cubicBezTo>
                  <a:cubicBezTo>
                    <a:pt x="6046" y="16747"/>
                    <a:pt x="6493" y="16698"/>
                    <a:pt x="6955" y="16599"/>
                  </a:cubicBezTo>
                  <a:lnTo>
                    <a:pt x="6955" y="16599"/>
                  </a:lnTo>
                  <a:cubicBezTo>
                    <a:pt x="6202" y="18002"/>
                    <a:pt x="5347" y="19355"/>
                    <a:pt x="4403" y="20644"/>
                  </a:cubicBezTo>
                  <a:cubicBezTo>
                    <a:pt x="4224" y="20899"/>
                    <a:pt x="4071" y="21116"/>
                    <a:pt x="3994" y="21244"/>
                  </a:cubicBezTo>
                  <a:cubicBezTo>
                    <a:pt x="3943" y="21333"/>
                    <a:pt x="3943" y="21448"/>
                    <a:pt x="3994" y="21537"/>
                  </a:cubicBezTo>
                  <a:cubicBezTo>
                    <a:pt x="4045" y="21626"/>
                    <a:pt x="4135" y="21677"/>
                    <a:pt x="4237" y="21677"/>
                  </a:cubicBezTo>
                  <a:lnTo>
                    <a:pt x="4313" y="21677"/>
                  </a:lnTo>
                  <a:cubicBezTo>
                    <a:pt x="4390" y="21652"/>
                    <a:pt x="4454" y="21601"/>
                    <a:pt x="4492" y="21537"/>
                  </a:cubicBezTo>
                  <a:cubicBezTo>
                    <a:pt x="4556" y="21422"/>
                    <a:pt x="4709" y="21218"/>
                    <a:pt x="4875" y="20976"/>
                  </a:cubicBezTo>
                  <a:cubicBezTo>
                    <a:pt x="5870" y="19623"/>
                    <a:pt x="6750" y="18194"/>
                    <a:pt x="7542" y="16714"/>
                  </a:cubicBezTo>
                  <a:cubicBezTo>
                    <a:pt x="7937" y="17543"/>
                    <a:pt x="8511" y="18398"/>
                    <a:pt x="9647" y="18857"/>
                  </a:cubicBezTo>
                  <a:cubicBezTo>
                    <a:pt x="10168" y="19070"/>
                    <a:pt x="10717" y="19173"/>
                    <a:pt x="11270" y="19173"/>
                  </a:cubicBezTo>
                  <a:cubicBezTo>
                    <a:pt x="12546" y="19173"/>
                    <a:pt x="13849" y="18622"/>
                    <a:pt x="14917" y="17581"/>
                  </a:cubicBezTo>
                  <a:cubicBezTo>
                    <a:pt x="16015" y="16522"/>
                    <a:pt x="16755" y="15055"/>
                    <a:pt x="17061" y="13357"/>
                  </a:cubicBezTo>
                  <a:cubicBezTo>
                    <a:pt x="17406" y="11431"/>
                    <a:pt x="17163" y="9325"/>
                    <a:pt x="16347" y="7117"/>
                  </a:cubicBezTo>
                  <a:lnTo>
                    <a:pt x="16359" y="7117"/>
                  </a:lnTo>
                  <a:cubicBezTo>
                    <a:pt x="15217" y="4025"/>
                    <a:pt x="12478" y="1"/>
                    <a:pt x="111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32" name="Google Shape;532;p39"/>
          <p:cNvSpPr/>
          <p:nvPr/>
        </p:nvSpPr>
        <p:spPr>
          <a:xfrm flipH="1">
            <a:off x="6992952" y="1772774"/>
            <a:ext cx="1070221" cy="866189"/>
          </a:xfrm>
          <a:custGeom>
            <a:avLst/>
            <a:gdLst/>
            <a:ahLst/>
            <a:cxnLst/>
            <a:rect l="l" t="t" r="r" b="b"/>
            <a:pathLst>
              <a:path w="31661" h="25625" fill="none" extrusionOk="0">
                <a:moveTo>
                  <a:pt x="24489" y="25267"/>
                </a:moveTo>
                <a:cubicBezTo>
                  <a:pt x="23404" y="24705"/>
                  <a:pt x="22358" y="23735"/>
                  <a:pt x="22383" y="22523"/>
                </a:cubicBezTo>
                <a:cubicBezTo>
                  <a:pt x="22421" y="20673"/>
                  <a:pt x="24872" y="19422"/>
                  <a:pt x="24616" y="17585"/>
                </a:cubicBezTo>
                <a:cubicBezTo>
                  <a:pt x="24463" y="16411"/>
                  <a:pt x="23213" y="15696"/>
                  <a:pt x="22051" y="15479"/>
                </a:cubicBezTo>
                <a:cubicBezTo>
                  <a:pt x="20877" y="15250"/>
                  <a:pt x="19652" y="15326"/>
                  <a:pt x="18555" y="14892"/>
                </a:cubicBezTo>
                <a:cubicBezTo>
                  <a:pt x="16934" y="14190"/>
                  <a:pt x="15965" y="12532"/>
                  <a:pt x="16143" y="10783"/>
                </a:cubicBezTo>
                <a:cubicBezTo>
                  <a:pt x="16347" y="9124"/>
                  <a:pt x="18147" y="7619"/>
                  <a:pt x="19652" y="8333"/>
                </a:cubicBezTo>
                <a:cubicBezTo>
                  <a:pt x="20112" y="8537"/>
                  <a:pt x="20469" y="8908"/>
                  <a:pt x="20788" y="9290"/>
                </a:cubicBezTo>
                <a:cubicBezTo>
                  <a:pt x="21299" y="9877"/>
                  <a:pt x="21783" y="10554"/>
                  <a:pt x="21847" y="11319"/>
                </a:cubicBezTo>
                <a:cubicBezTo>
                  <a:pt x="21962" y="12889"/>
                  <a:pt x="20367" y="13961"/>
                  <a:pt x="19002" y="14739"/>
                </a:cubicBezTo>
                <a:cubicBezTo>
                  <a:pt x="17636" y="15518"/>
                  <a:pt x="16092" y="16743"/>
                  <a:pt x="16398" y="18287"/>
                </a:cubicBezTo>
                <a:cubicBezTo>
                  <a:pt x="16692" y="19741"/>
                  <a:pt x="18657" y="20354"/>
                  <a:pt x="20010" y="19729"/>
                </a:cubicBezTo>
                <a:cubicBezTo>
                  <a:pt x="21375" y="19091"/>
                  <a:pt x="22179" y="17700"/>
                  <a:pt x="22728" y="16309"/>
                </a:cubicBezTo>
                <a:cubicBezTo>
                  <a:pt x="22945" y="15747"/>
                  <a:pt x="23174" y="15135"/>
                  <a:pt x="23685" y="14816"/>
                </a:cubicBezTo>
                <a:cubicBezTo>
                  <a:pt x="24259" y="14458"/>
                  <a:pt x="24999" y="14599"/>
                  <a:pt x="25675" y="14650"/>
                </a:cubicBezTo>
                <a:cubicBezTo>
                  <a:pt x="27526" y="14816"/>
                  <a:pt x="29542" y="14139"/>
                  <a:pt x="30588" y="12595"/>
                </a:cubicBezTo>
                <a:cubicBezTo>
                  <a:pt x="31647" y="11064"/>
                  <a:pt x="31392" y="8652"/>
                  <a:pt x="29810" y="7657"/>
                </a:cubicBezTo>
                <a:cubicBezTo>
                  <a:pt x="28700" y="6955"/>
                  <a:pt x="27194" y="7083"/>
                  <a:pt x="26084" y="7785"/>
                </a:cubicBezTo>
                <a:cubicBezTo>
                  <a:pt x="24974" y="8499"/>
                  <a:pt x="24246" y="9686"/>
                  <a:pt x="23889" y="10962"/>
                </a:cubicBezTo>
                <a:cubicBezTo>
                  <a:pt x="23468" y="12442"/>
                  <a:pt x="23570" y="14165"/>
                  <a:pt x="24527" y="15377"/>
                </a:cubicBezTo>
                <a:cubicBezTo>
                  <a:pt x="25484" y="16602"/>
                  <a:pt x="27436" y="17049"/>
                  <a:pt x="28649" y="16092"/>
                </a:cubicBezTo>
                <a:cubicBezTo>
                  <a:pt x="30116" y="14918"/>
                  <a:pt x="29682" y="12366"/>
                  <a:pt x="28215" y="11166"/>
                </a:cubicBezTo>
                <a:cubicBezTo>
                  <a:pt x="26747" y="9979"/>
                  <a:pt x="24706" y="9839"/>
                  <a:pt x="22817" y="9954"/>
                </a:cubicBezTo>
                <a:cubicBezTo>
                  <a:pt x="21541" y="10030"/>
                  <a:pt x="20201" y="10247"/>
                  <a:pt x="19257" y="11102"/>
                </a:cubicBezTo>
                <a:cubicBezTo>
                  <a:pt x="18300" y="11957"/>
                  <a:pt x="18032" y="13642"/>
                  <a:pt x="19002" y="14471"/>
                </a:cubicBezTo>
                <a:cubicBezTo>
                  <a:pt x="20010" y="15313"/>
                  <a:pt x="21669" y="14701"/>
                  <a:pt x="22409" y="13603"/>
                </a:cubicBezTo>
                <a:cubicBezTo>
                  <a:pt x="23162" y="12519"/>
                  <a:pt x="23302" y="11153"/>
                  <a:pt x="23595" y="9865"/>
                </a:cubicBezTo>
                <a:cubicBezTo>
                  <a:pt x="23876" y="8576"/>
                  <a:pt x="24438" y="7198"/>
                  <a:pt x="25624" y="6623"/>
                </a:cubicBezTo>
                <a:cubicBezTo>
                  <a:pt x="26211" y="6330"/>
                  <a:pt x="26900" y="6279"/>
                  <a:pt x="27487" y="5985"/>
                </a:cubicBezTo>
                <a:cubicBezTo>
                  <a:pt x="29185" y="5143"/>
                  <a:pt x="29236" y="2400"/>
                  <a:pt x="27768" y="1200"/>
                </a:cubicBezTo>
                <a:cubicBezTo>
                  <a:pt x="26301" y="1"/>
                  <a:pt x="23965" y="307"/>
                  <a:pt x="22562" y="1583"/>
                </a:cubicBezTo>
                <a:cubicBezTo>
                  <a:pt x="21720" y="2336"/>
                  <a:pt x="21158" y="3344"/>
                  <a:pt x="20482" y="4263"/>
                </a:cubicBezTo>
                <a:cubicBezTo>
                  <a:pt x="18606" y="6815"/>
                  <a:pt x="15875" y="8614"/>
                  <a:pt x="12787" y="9341"/>
                </a:cubicBezTo>
                <a:cubicBezTo>
                  <a:pt x="12455" y="9443"/>
                  <a:pt x="12098" y="9469"/>
                  <a:pt x="11754" y="9431"/>
                </a:cubicBezTo>
                <a:cubicBezTo>
                  <a:pt x="11383" y="9341"/>
                  <a:pt x="11039" y="9163"/>
                  <a:pt x="10771" y="8882"/>
                </a:cubicBezTo>
                <a:cubicBezTo>
                  <a:pt x="9750" y="7912"/>
                  <a:pt x="9508" y="6381"/>
                  <a:pt x="10158" y="5143"/>
                </a:cubicBezTo>
                <a:cubicBezTo>
                  <a:pt x="10822" y="3905"/>
                  <a:pt x="12226" y="3242"/>
                  <a:pt x="13591" y="3548"/>
                </a:cubicBezTo>
                <a:cubicBezTo>
                  <a:pt x="14867" y="3816"/>
                  <a:pt x="15837" y="4850"/>
                  <a:pt x="16845" y="5692"/>
                </a:cubicBezTo>
                <a:cubicBezTo>
                  <a:pt x="18006" y="6674"/>
                  <a:pt x="19423" y="7491"/>
                  <a:pt x="20941" y="7376"/>
                </a:cubicBezTo>
                <a:cubicBezTo>
                  <a:pt x="22447" y="7274"/>
                  <a:pt x="23927" y="5909"/>
                  <a:pt x="23685" y="4416"/>
                </a:cubicBezTo>
                <a:cubicBezTo>
                  <a:pt x="23417" y="2872"/>
                  <a:pt x="21490" y="2081"/>
                  <a:pt x="19971" y="2489"/>
                </a:cubicBezTo>
                <a:cubicBezTo>
                  <a:pt x="18453" y="2897"/>
                  <a:pt x="17304" y="4122"/>
                  <a:pt x="16296" y="5335"/>
                </a:cubicBezTo>
                <a:cubicBezTo>
                  <a:pt x="15518" y="6279"/>
                  <a:pt x="14625" y="7338"/>
                  <a:pt x="13400" y="7402"/>
                </a:cubicBezTo>
                <a:cubicBezTo>
                  <a:pt x="12034" y="7491"/>
                  <a:pt x="10873" y="6126"/>
                  <a:pt x="10784" y="4760"/>
                </a:cubicBezTo>
                <a:cubicBezTo>
                  <a:pt x="10707" y="3382"/>
                  <a:pt x="11473" y="2081"/>
                  <a:pt x="12443" y="1085"/>
                </a:cubicBezTo>
                <a:cubicBezTo>
                  <a:pt x="12953" y="562"/>
                  <a:pt x="13629" y="77"/>
                  <a:pt x="14369" y="166"/>
                </a:cubicBezTo>
                <a:cubicBezTo>
                  <a:pt x="15390" y="307"/>
                  <a:pt x="15901" y="1494"/>
                  <a:pt x="16105" y="2514"/>
                </a:cubicBezTo>
                <a:cubicBezTo>
                  <a:pt x="16654" y="5220"/>
                  <a:pt x="16296" y="8308"/>
                  <a:pt x="14357" y="10273"/>
                </a:cubicBezTo>
                <a:cubicBezTo>
                  <a:pt x="11958" y="12697"/>
                  <a:pt x="7428" y="12442"/>
                  <a:pt x="5335" y="9763"/>
                </a:cubicBezTo>
                <a:cubicBezTo>
                  <a:pt x="4773" y="9048"/>
                  <a:pt x="4365" y="8155"/>
                  <a:pt x="4442" y="7249"/>
                </a:cubicBezTo>
                <a:cubicBezTo>
                  <a:pt x="4531" y="6572"/>
                  <a:pt x="4799" y="5934"/>
                  <a:pt x="5233" y="5411"/>
                </a:cubicBezTo>
                <a:cubicBezTo>
                  <a:pt x="6011" y="4365"/>
                  <a:pt x="7211" y="3561"/>
                  <a:pt x="8525" y="3561"/>
                </a:cubicBezTo>
                <a:cubicBezTo>
                  <a:pt x="9827" y="3561"/>
                  <a:pt x="11141" y="4543"/>
                  <a:pt x="11256" y="5845"/>
                </a:cubicBezTo>
                <a:cubicBezTo>
                  <a:pt x="11358" y="7070"/>
                  <a:pt x="10414" y="8180"/>
                  <a:pt x="9291" y="8716"/>
                </a:cubicBezTo>
                <a:cubicBezTo>
                  <a:pt x="8168" y="9239"/>
                  <a:pt x="6892" y="9290"/>
                  <a:pt x="5679" y="9418"/>
                </a:cubicBezTo>
                <a:cubicBezTo>
                  <a:pt x="4454" y="9546"/>
                  <a:pt x="3166" y="9763"/>
                  <a:pt x="2196" y="10528"/>
                </a:cubicBezTo>
                <a:cubicBezTo>
                  <a:pt x="652" y="11740"/>
                  <a:pt x="511" y="14497"/>
                  <a:pt x="2170" y="15556"/>
                </a:cubicBezTo>
                <a:cubicBezTo>
                  <a:pt x="3497" y="16398"/>
                  <a:pt x="5373" y="15862"/>
                  <a:pt x="6458" y="14714"/>
                </a:cubicBezTo>
                <a:cubicBezTo>
                  <a:pt x="7555" y="13578"/>
                  <a:pt x="8040" y="11996"/>
                  <a:pt x="8397" y="10464"/>
                </a:cubicBezTo>
                <a:cubicBezTo>
                  <a:pt x="8653" y="9392"/>
                  <a:pt x="8831" y="8206"/>
                  <a:pt x="8283" y="7274"/>
                </a:cubicBezTo>
                <a:cubicBezTo>
                  <a:pt x="7849" y="6534"/>
                  <a:pt x="7019" y="6100"/>
                  <a:pt x="6177" y="5947"/>
                </a:cubicBezTo>
                <a:cubicBezTo>
                  <a:pt x="4556" y="5654"/>
                  <a:pt x="2821" y="6343"/>
                  <a:pt x="1685" y="7568"/>
                </a:cubicBezTo>
                <a:cubicBezTo>
                  <a:pt x="550" y="8780"/>
                  <a:pt x="1" y="10477"/>
                  <a:pt x="14" y="12136"/>
                </a:cubicBezTo>
                <a:cubicBezTo>
                  <a:pt x="14" y="13157"/>
                  <a:pt x="243" y="14203"/>
                  <a:pt x="830" y="15033"/>
                </a:cubicBezTo>
                <a:cubicBezTo>
                  <a:pt x="1953" y="16602"/>
                  <a:pt x="4186" y="17036"/>
                  <a:pt x="6037" y="16538"/>
                </a:cubicBezTo>
                <a:cubicBezTo>
                  <a:pt x="7517" y="16130"/>
                  <a:pt x="8831" y="15224"/>
                  <a:pt x="10299" y="14777"/>
                </a:cubicBezTo>
                <a:cubicBezTo>
                  <a:pt x="11779" y="14344"/>
                  <a:pt x="13655" y="14509"/>
                  <a:pt x="14472" y="15811"/>
                </a:cubicBezTo>
                <a:cubicBezTo>
                  <a:pt x="15250" y="17062"/>
                  <a:pt x="14574" y="18912"/>
                  <a:pt x="13234" y="19524"/>
                </a:cubicBezTo>
                <a:cubicBezTo>
                  <a:pt x="11894" y="20137"/>
                  <a:pt x="10197" y="19601"/>
                  <a:pt x="9278" y="18440"/>
                </a:cubicBezTo>
                <a:cubicBezTo>
                  <a:pt x="8372" y="17279"/>
                  <a:pt x="8206" y="15645"/>
                  <a:pt x="8640" y="14242"/>
                </a:cubicBezTo>
                <a:cubicBezTo>
                  <a:pt x="9125" y="12710"/>
                  <a:pt x="10312" y="11396"/>
                  <a:pt x="11830" y="10924"/>
                </a:cubicBezTo>
                <a:cubicBezTo>
                  <a:pt x="13999" y="10247"/>
                  <a:pt x="16590" y="11562"/>
                  <a:pt x="17330" y="13718"/>
                </a:cubicBezTo>
                <a:cubicBezTo>
                  <a:pt x="18057" y="15862"/>
                  <a:pt x="16820" y="18491"/>
                  <a:pt x="14688" y="19282"/>
                </a:cubicBezTo>
                <a:cubicBezTo>
                  <a:pt x="12966" y="19920"/>
                  <a:pt x="11001" y="19448"/>
                  <a:pt x="9240" y="19997"/>
                </a:cubicBezTo>
                <a:cubicBezTo>
                  <a:pt x="8449" y="20239"/>
                  <a:pt x="7721" y="20686"/>
                  <a:pt x="7147" y="21298"/>
                </a:cubicBezTo>
                <a:cubicBezTo>
                  <a:pt x="6764" y="21707"/>
                  <a:pt x="6445" y="22204"/>
                  <a:pt x="6394" y="22753"/>
                </a:cubicBezTo>
                <a:cubicBezTo>
                  <a:pt x="6330" y="23710"/>
                  <a:pt x="7160" y="24565"/>
                  <a:pt x="8091" y="24756"/>
                </a:cubicBezTo>
                <a:cubicBezTo>
                  <a:pt x="9035" y="24935"/>
                  <a:pt x="10005" y="24565"/>
                  <a:pt x="10771" y="23991"/>
                </a:cubicBezTo>
                <a:cubicBezTo>
                  <a:pt x="11856" y="23174"/>
                  <a:pt x="12621" y="21872"/>
                  <a:pt x="12583" y="20520"/>
                </a:cubicBezTo>
                <a:cubicBezTo>
                  <a:pt x="12557" y="19167"/>
                  <a:pt x="11600" y="17827"/>
                  <a:pt x="10273" y="17559"/>
                </a:cubicBezTo>
                <a:cubicBezTo>
                  <a:pt x="8946" y="17291"/>
                  <a:pt x="7440" y="18312"/>
                  <a:pt x="7389" y="19665"/>
                </a:cubicBezTo>
                <a:cubicBezTo>
                  <a:pt x="7338" y="20928"/>
                  <a:pt x="8512" y="22013"/>
                  <a:pt x="9776" y="22179"/>
                </a:cubicBezTo>
                <a:cubicBezTo>
                  <a:pt x="11026" y="22332"/>
                  <a:pt x="12277" y="21758"/>
                  <a:pt x="13247" y="20954"/>
                </a:cubicBezTo>
                <a:cubicBezTo>
                  <a:pt x="13987" y="20341"/>
                  <a:pt x="14612" y="19588"/>
                  <a:pt x="15480" y="19193"/>
                </a:cubicBezTo>
                <a:cubicBezTo>
                  <a:pt x="16985" y="18491"/>
                  <a:pt x="18989" y="19231"/>
                  <a:pt x="19678" y="20737"/>
                </a:cubicBezTo>
                <a:cubicBezTo>
                  <a:pt x="20367" y="22242"/>
                  <a:pt x="19627" y="24246"/>
                  <a:pt x="18121" y="24935"/>
                </a:cubicBezTo>
                <a:cubicBezTo>
                  <a:pt x="16615" y="25624"/>
                  <a:pt x="14612" y="24884"/>
                  <a:pt x="13936" y="23365"/>
                </a:cubicBezTo>
                <a:cubicBezTo>
                  <a:pt x="13566" y="22561"/>
                  <a:pt x="13553" y="21630"/>
                  <a:pt x="13668" y="20749"/>
                </a:cubicBezTo>
                <a:cubicBezTo>
                  <a:pt x="13834" y="19550"/>
                  <a:pt x="14216" y="18338"/>
                  <a:pt x="15020" y="17432"/>
                </a:cubicBezTo>
                <a:cubicBezTo>
                  <a:pt x="15811" y="16513"/>
                  <a:pt x="17075" y="15951"/>
                  <a:pt x="18261" y="16194"/>
                </a:cubicBezTo>
                <a:cubicBezTo>
                  <a:pt x="19448" y="16449"/>
                  <a:pt x="20431" y="17636"/>
                  <a:pt x="20227" y="18835"/>
                </a:cubicBezTo>
                <a:cubicBezTo>
                  <a:pt x="20112" y="19588"/>
                  <a:pt x="19589" y="20239"/>
                  <a:pt x="19589" y="21005"/>
                </a:cubicBezTo>
                <a:cubicBezTo>
                  <a:pt x="19589" y="21974"/>
                  <a:pt x="20482" y="22753"/>
                  <a:pt x="21413" y="23034"/>
                </a:cubicBezTo>
                <a:cubicBezTo>
                  <a:pt x="23621" y="23684"/>
                  <a:pt x="26199" y="22000"/>
                  <a:pt x="26530" y="19729"/>
                </a:cubicBezTo>
                <a:cubicBezTo>
                  <a:pt x="26862" y="17444"/>
                  <a:pt x="24923" y="15122"/>
                  <a:pt x="22626" y="15007"/>
                </a:cubicBezTo>
                <a:cubicBezTo>
                  <a:pt x="21758" y="14956"/>
                  <a:pt x="20737" y="15339"/>
                  <a:pt x="20584" y="16194"/>
                </a:cubicBezTo>
                <a:cubicBezTo>
                  <a:pt x="20444" y="16921"/>
                  <a:pt x="21056" y="17598"/>
                  <a:pt x="21720" y="17929"/>
                </a:cubicBezTo>
                <a:cubicBezTo>
                  <a:pt x="23340" y="18733"/>
                  <a:pt x="25548" y="18031"/>
                  <a:pt x="26416" y="16436"/>
                </a:cubicBezTo>
                <a:cubicBezTo>
                  <a:pt x="27322" y="14790"/>
                  <a:pt x="26798" y="12723"/>
                  <a:pt x="25918" y="11051"/>
                </a:cubicBezTo>
                <a:cubicBezTo>
                  <a:pt x="25050" y="9380"/>
                  <a:pt x="23851" y="7848"/>
                  <a:pt x="23366" y="6036"/>
                </a:cubicBezTo>
                <a:cubicBezTo>
                  <a:pt x="22894" y="4212"/>
                  <a:pt x="23430" y="1915"/>
                  <a:pt x="25165" y="1187"/>
                </a:cubicBezTo>
                <a:cubicBezTo>
                  <a:pt x="26900" y="460"/>
                  <a:pt x="28904" y="1672"/>
                  <a:pt x="30014" y="3204"/>
                </a:cubicBezTo>
                <a:cubicBezTo>
                  <a:pt x="31060" y="4658"/>
                  <a:pt x="31660" y="6560"/>
                  <a:pt x="31188" y="8282"/>
                </a:cubicBezTo>
                <a:cubicBezTo>
                  <a:pt x="30499" y="10745"/>
                  <a:pt x="27947" y="12149"/>
                  <a:pt x="26479" y="14242"/>
                </a:cubicBezTo>
                <a:cubicBezTo>
                  <a:pt x="26250" y="14573"/>
                  <a:pt x="26045" y="14931"/>
                  <a:pt x="26020" y="15339"/>
                </a:cubicBezTo>
                <a:cubicBezTo>
                  <a:pt x="25982" y="16322"/>
                  <a:pt x="27015" y="16947"/>
                  <a:pt x="27615" y="17725"/>
                </a:cubicBezTo>
                <a:cubicBezTo>
                  <a:pt x="28802" y="19307"/>
                  <a:pt x="28100" y="21758"/>
                  <a:pt x="26530" y="22957"/>
                </a:cubicBezTo>
                <a:cubicBezTo>
                  <a:pt x="24961" y="24169"/>
                  <a:pt x="22843" y="24361"/>
                  <a:pt x="20877" y="24169"/>
                </a:cubicBezTo>
                <a:cubicBezTo>
                  <a:pt x="18491" y="23940"/>
                  <a:pt x="16130" y="23187"/>
                  <a:pt x="14191" y="21783"/>
                </a:cubicBezTo>
                <a:cubicBezTo>
                  <a:pt x="12251" y="20392"/>
                  <a:pt x="10745" y="18312"/>
                  <a:pt x="10273" y="15964"/>
                </a:cubicBezTo>
                <a:cubicBezTo>
                  <a:pt x="9903" y="14139"/>
                  <a:pt x="10056" y="12034"/>
                  <a:pt x="8768" y="10707"/>
                </a:cubicBezTo>
                <a:cubicBezTo>
                  <a:pt x="7619" y="9507"/>
                  <a:pt x="5552" y="9456"/>
                  <a:pt x="4212" y="10413"/>
                </a:cubicBezTo>
                <a:cubicBezTo>
                  <a:pt x="2859" y="11383"/>
                  <a:pt x="2234" y="13170"/>
                  <a:pt x="2464" y="14816"/>
                </a:cubicBezTo>
                <a:cubicBezTo>
                  <a:pt x="2744" y="16883"/>
                  <a:pt x="4786" y="18848"/>
                  <a:pt x="6777" y="18197"/>
                </a:cubicBezTo>
                <a:cubicBezTo>
                  <a:pt x="8372" y="17674"/>
                  <a:pt x="9087" y="15824"/>
                  <a:pt x="9342" y="14152"/>
                </a:cubicBezTo>
                <a:cubicBezTo>
                  <a:pt x="9610" y="12493"/>
                  <a:pt x="9661" y="10681"/>
                  <a:pt x="10682" y="9354"/>
                </a:cubicBezTo>
                <a:cubicBezTo>
                  <a:pt x="11205" y="8691"/>
                  <a:pt x="11996" y="8180"/>
                  <a:pt x="12838" y="8218"/>
                </a:cubicBezTo>
                <a:cubicBezTo>
                  <a:pt x="13872" y="8257"/>
                  <a:pt x="14765" y="9137"/>
                  <a:pt x="14969" y="10145"/>
                </a:cubicBezTo>
                <a:cubicBezTo>
                  <a:pt x="15173" y="11166"/>
                  <a:pt x="14791" y="12238"/>
                  <a:pt x="14101" y="13016"/>
                </a:cubicBezTo>
                <a:cubicBezTo>
                  <a:pt x="13502" y="13667"/>
                  <a:pt x="12685" y="14178"/>
                  <a:pt x="12379" y="15007"/>
                </a:cubicBezTo>
                <a:cubicBezTo>
                  <a:pt x="12085" y="15837"/>
                  <a:pt x="12864" y="17036"/>
                  <a:pt x="13655" y="16628"/>
                </a:cubicBezTo>
              </a:path>
            </a:pathLst>
          </a:custGeom>
          <a:noFill/>
          <a:ln w="19050" cap="flat" cmpd="sng">
            <a:solidFill>
              <a:schemeClr val="dk1"/>
            </a:solidFill>
            <a:prstDash val="solid"/>
            <a:miter lim="1276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39"/>
          <p:cNvSpPr/>
          <p:nvPr/>
        </p:nvSpPr>
        <p:spPr>
          <a:xfrm>
            <a:off x="6998750" y="3510449"/>
            <a:ext cx="381612" cy="413821"/>
          </a:xfrm>
          <a:custGeom>
            <a:avLst/>
            <a:gdLst/>
            <a:ahLst/>
            <a:cxnLst/>
            <a:rect l="l" t="t" r="r" b="b"/>
            <a:pathLst>
              <a:path w="12239" h="13272" extrusionOk="0">
                <a:moveTo>
                  <a:pt x="10087" y="496"/>
                </a:moveTo>
                <a:cubicBezTo>
                  <a:pt x="10089" y="496"/>
                  <a:pt x="10092" y="496"/>
                  <a:pt x="10095" y="497"/>
                </a:cubicBezTo>
                <a:cubicBezTo>
                  <a:pt x="10120" y="497"/>
                  <a:pt x="10158" y="535"/>
                  <a:pt x="10184" y="599"/>
                </a:cubicBezTo>
                <a:cubicBezTo>
                  <a:pt x="10222" y="663"/>
                  <a:pt x="10235" y="676"/>
                  <a:pt x="10248" y="714"/>
                </a:cubicBezTo>
                <a:cubicBezTo>
                  <a:pt x="11613" y="3151"/>
                  <a:pt x="11753" y="6635"/>
                  <a:pt x="10414" y="9085"/>
                </a:cubicBezTo>
                <a:cubicBezTo>
                  <a:pt x="9402" y="10913"/>
                  <a:pt x="7386" y="12554"/>
                  <a:pt x="5495" y="12554"/>
                </a:cubicBezTo>
                <a:cubicBezTo>
                  <a:pt x="5286" y="12554"/>
                  <a:pt x="5079" y="12534"/>
                  <a:pt x="4875" y="12492"/>
                </a:cubicBezTo>
                <a:cubicBezTo>
                  <a:pt x="4544" y="12428"/>
                  <a:pt x="4225" y="12301"/>
                  <a:pt x="3931" y="12122"/>
                </a:cubicBezTo>
                <a:cubicBezTo>
                  <a:pt x="7364" y="10246"/>
                  <a:pt x="9495" y="6431"/>
                  <a:pt x="10171" y="2781"/>
                </a:cubicBezTo>
                <a:cubicBezTo>
                  <a:pt x="10197" y="2641"/>
                  <a:pt x="10107" y="2513"/>
                  <a:pt x="9980" y="2488"/>
                </a:cubicBezTo>
                <a:cubicBezTo>
                  <a:pt x="9964" y="2485"/>
                  <a:pt x="9948" y="2483"/>
                  <a:pt x="9932" y="2483"/>
                </a:cubicBezTo>
                <a:cubicBezTo>
                  <a:pt x="9811" y="2483"/>
                  <a:pt x="9709" y="2568"/>
                  <a:pt x="9686" y="2692"/>
                </a:cubicBezTo>
                <a:cubicBezTo>
                  <a:pt x="9023" y="6265"/>
                  <a:pt x="6917" y="10029"/>
                  <a:pt x="3510" y="11790"/>
                </a:cubicBezTo>
                <a:cubicBezTo>
                  <a:pt x="2732" y="10884"/>
                  <a:pt x="3140" y="9008"/>
                  <a:pt x="3893" y="7834"/>
                </a:cubicBezTo>
                <a:cubicBezTo>
                  <a:pt x="5488" y="5346"/>
                  <a:pt x="6573" y="5499"/>
                  <a:pt x="8040" y="3853"/>
                </a:cubicBezTo>
                <a:cubicBezTo>
                  <a:pt x="9778" y="1926"/>
                  <a:pt x="9888" y="496"/>
                  <a:pt x="10087" y="496"/>
                </a:cubicBezTo>
                <a:close/>
                <a:moveTo>
                  <a:pt x="10066" y="0"/>
                </a:moveTo>
                <a:cubicBezTo>
                  <a:pt x="9693" y="0"/>
                  <a:pt x="9533" y="388"/>
                  <a:pt x="9406" y="701"/>
                </a:cubicBezTo>
                <a:cubicBezTo>
                  <a:pt x="9023" y="1748"/>
                  <a:pt x="8436" y="2705"/>
                  <a:pt x="7683" y="3521"/>
                </a:cubicBezTo>
                <a:cubicBezTo>
                  <a:pt x="7211" y="4032"/>
                  <a:pt x="6687" y="4478"/>
                  <a:pt x="6126" y="4848"/>
                </a:cubicBezTo>
                <a:cubicBezTo>
                  <a:pt x="5054" y="5550"/>
                  <a:pt x="4148" y="6469"/>
                  <a:pt x="3485" y="7566"/>
                </a:cubicBezTo>
                <a:cubicBezTo>
                  <a:pt x="2732" y="8740"/>
                  <a:pt x="2145" y="10820"/>
                  <a:pt x="3063" y="12020"/>
                </a:cubicBezTo>
                <a:cubicBezTo>
                  <a:pt x="2157" y="12428"/>
                  <a:pt x="1213" y="12683"/>
                  <a:pt x="231" y="12773"/>
                </a:cubicBezTo>
                <a:cubicBezTo>
                  <a:pt x="103" y="12786"/>
                  <a:pt x="1" y="12913"/>
                  <a:pt x="14" y="13053"/>
                </a:cubicBezTo>
                <a:lnTo>
                  <a:pt x="26" y="13053"/>
                </a:lnTo>
                <a:cubicBezTo>
                  <a:pt x="38" y="13174"/>
                  <a:pt x="141" y="13272"/>
                  <a:pt x="271" y="13272"/>
                </a:cubicBezTo>
                <a:cubicBezTo>
                  <a:pt x="279" y="13272"/>
                  <a:pt x="286" y="13271"/>
                  <a:pt x="294" y="13270"/>
                </a:cubicBezTo>
                <a:cubicBezTo>
                  <a:pt x="1379" y="13156"/>
                  <a:pt x="2438" y="12862"/>
                  <a:pt x="3434" y="12390"/>
                </a:cubicBezTo>
                <a:cubicBezTo>
                  <a:pt x="3459" y="12403"/>
                  <a:pt x="3472" y="12428"/>
                  <a:pt x="3497" y="12441"/>
                </a:cubicBezTo>
                <a:cubicBezTo>
                  <a:pt x="3880" y="12696"/>
                  <a:pt x="4314" y="12888"/>
                  <a:pt x="4773" y="12977"/>
                </a:cubicBezTo>
                <a:cubicBezTo>
                  <a:pt x="5011" y="13024"/>
                  <a:pt x="5250" y="13047"/>
                  <a:pt x="5490" y="13047"/>
                </a:cubicBezTo>
                <a:cubicBezTo>
                  <a:pt x="7639" y="13047"/>
                  <a:pt x="9790" y="11234"/>
                  <a:pt x="10835" y="9327"/>
                </a:cubicBezTo>
                <a:cubicBezTo>
                  <a:pt x="12238" y="6788"/>
                  <a:pt x="12162" y="3151"/>
                  <a:pt x="10682" y="471"/>
                </a:cubicBezTo>
                <a:cubicBezTo>
                  <a:pt x="10656" y="433"/>
                  <a:pt x="10631" y="395"/>
                  <a:pt x="10605" y="344"/>
                </a:cubicBezTo>
                <a:cubicBezTo>
                  <a:pt x="10528" y="178"/>
                  <a:pt x="10375" y="63"/>
                  <a:pt x="10184" y="12"/>
                </a:cubicBezTo>
                <a:cubicBezTo>
                  <a:pt x="10143" y="4"/>
                  <a:pt x="10103" y="0"/>
                  <a:pt x="100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23">
          <a:extLst>
            <a:ext uri="{FF2B5EF4-FFF2-40B4-BE49-F238E27FC236}">
              <a16:creationId xmlns:a16="http://schemas.microsoft.com/office/drawing/2014/main" id="{C7597736-DB9C-E34F-14A3-FA53717797FF}"/>
            </a:ext>
          </a:extLst>
        </p:cNvPr>
        <p:cNvGrpSpPr/>
        <p:nvPr/>
      </p:nvGrpSpPr>
      <p:grpSpPr>
        <a:xfrm>
          <a:off x="0" y="0"/>
          <a:ext cx="0" cy="0"/>
          <a:chOff x="0" y="0"/>
          <a:chExt cx="0" cy="0"/>
        </a:xfrm>
      </p:grpSpPr>
      <p:sp>
        <p:nvSpPr>
          <p:cNvPr id="824" name="Google Shape;824;p47">
            <a:extLst>
              <a:ext uri="{FF2B5EF4-FFF2-40B4-BE49-F238E27FC236}">
                <a16:creationId xmlns:a16="http://schemas.microsoft.com/office/drawing/2014/main" id="{FCB6C128-853A-6503-A77E-77601B145B37}"/>
              </a:ext>
            </a:extLst>
          </p:cNvPr>
          <p:cNvSpPr txBox="1">
            <a:spLocks noGrp="1"/>
          </p:cNvSpPr>
          <p:nvPr>
            <p:ph type="title"/>
          </p:nvPr>
        </p:nvSpPr>
        <p:spPr>
          <a:xfrm>
            <a:off x="720000" y="427571"/>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Background</a:t>
            </a:r>
            <a:endParaRPr dirty="0"/>
          </a:p>
        </p:txBody>
      </p:sp>
      <p:sp>
        <p:nvSpPr>
          <p:cNvPr id="825" name="Google Shape;825;p47">
            <a:extLst>
              <a:ext uri="{FF2B5EF4-FFF2-40B4-BE49-F238E27FC236}">
                <a16:creationId xmlns:a16="http://schemas.microsoft.com/office/drawing/2014/main" id="{D37DEA9C-2FA5-CE8C-0542-2C81620C8453}"/>
              </a:ext>
            </a:extLst>
          </p:cNvPr>
          <p:cNvSpPr txBox="1"/>
          <p:nvPr/>
        </p:nvSpPr>
        <p:spPr>
          <a:xfrm>
            <a:off x="4742663" y="2681999"/>
            <a:ext cx="1858800" cy="376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200" dirty="0">
                <a:solidFill>
                  <a:schemeClr val="dk2"/>
                </a:solidFill>
                <a:latin typeface="Domine"/>
                <a:ea typeface="Domine"/>
                <a:cs typeface="Domine"/>
                <a:sym typeface="Domine"/>
              </a:rPr>
              <a:t>Evidence</a:t>
            </a:r>
            <a:endParaRPr sz="2200" dirty="0">
              <a:solidFill>
                <a:schemeClr val="dk2"/>
              </a:solidFill>
              <a:latin typeface="Domine"/>
              <a:ea typeface="Domine"/>
              <a:cs typeface="Domine"/>
              <a:sym typeface="Domine"/>
            </a:endParaRPr>
          </a:p>
        </p:txBody>
      </p:sp>
      <p:sp>
        <p:nvSpPr>
          <p:cNvPr id="826" name="Google Shape;826;p47">
            <a:extLst>
              <a:ext uri="{FF2B5EF4-FFF2-40B4-BE49-F238E27FC236}">
                <a16:creationId xmlns:a16="http://schemas.microsoft.com/office/drawing/2014/main" id="{CB69C2E5-0DA2-AF80-C2E8-4BFB384DF407}"/>
              </a:ext>
            </a:extLst>
          </p:cNvPr>
          <p:cNvSpPr txBox="1"/>
          <p:nvPr/>
        </p:nvSpPr>
        <p:spPr>
          <a:xfrm>
            <a:off x="4742663" y="2981501"/>
            <a:ext cx="1858800" cy="1530672"/>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dirty="0">
                <a:solidFill>
                  <a:schemeClr val="dk1"/>
                </a:solidFill>
                <a:latin typeface="DM Sans"/>
                <a:ea typeface="DM Sans"/>
                <a:cs typeface="DM Sans"/>
                <a:sym typeface="DM Sans"/>
              </a:rPr>
              <a:t>CDC’s national survey quantifies the scale of the crisis among U.S. high schoolers</a:t>
            </a:r>
            <a:endParaRPr dirty="0">
              <a:solidFill>
                <a:schemeClr val="dk1"/>
              </a:solidFill>
              <a:latin typeface="DM Sans"/>
              <a:ea typeface="DM Sans"/>
              <a:cs typeface="DM Sans"/>
              <a:sym typeface="DM Sans"/>
            </a:endParaRPr>
          </a:p>
        </p:txBody>
      </p:sp>
      <p:sp>
        <p:nvSpPr>
          <p:cNvPr id="827" name="Google Shape;827;p47">
            <a:extLst>
              <a:ext uri="{FF2B5EF4-FFF2-40B4-BE49-F238E27FC236}">
                <a16:creationId xmlns:a16="http://schemas.microsoft.com/office/drawing/2014/main" id="{DD88285E-40D8-1B44-CA3B-93A6747ED4B1}"/>
              </a:ext>
            </a:extLst>
          </p:cNvPr>
          <p:cNvSpPr txBox="1"/>
          <p:nvPr/>
        </p:nvSpPr>
        <p:spPr>
          <a:xfrm>
            <a:off x="115726" y="2681999"/>
            <a:ext cx="1858800" cy="376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200" dirty="0">
                <a:solidFill>
                  <a:schemeClr val="dk2"/>
                </a:solidFill>
                <a:latin typeface="Domine"/>
                <a:ea typeface="Domine"/>
                <a:cs typeface="Domine"/>
                <a:sym typeface="Domine"/>
              </a:rPr>
              <a:t>Emergency</a:t>
            </a:r>
            <a:endParaRPr sz="2200" dirty="0">
              <a:solidFill>
                <a:schemeClr val="dk2"/>
              </a:solidFill>
              <a:latin typeface="Domine"/>
              <a:ea typeface="Domine"/>
              <a:cs typeface="Domine"/>
              <a:sym typeface="Domine"/>
            </a:endParaRPr>
          </a:p>
        </p:txBody>
      </p:sp>
      <p:sp>
        <p:nvSpPr>
          <p:cNvPr id="828" name="Google Shape;828;p47">
            <a:extLst>
              <a:ext uri="{FF2B5EF4-FFF2-40B4-BE49-F238E27FC236}">
                <a16:creationId xmlns:a16="http://schemas.microsoft.com/office/drawing/2014/main" id="{1DBEFD7D-15FF-5A25-CD77-6133C15EA538}"/>
              </a:ext>
            </a:extLst>
          </p:cNvPr>
          <p:cNvSpPr txBox="1"/>
          <p:nvPr/>
        </p:nvSpPr>
        <p:spPr>
          <a:xfrm>
            <a:off x="1" y="2981500"/>
            <a:ext cx="2247544" cy="1530673"/>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dirty="0">
                <a:solidFill>
                  <a:schemeClr val="dk1"/>
                </a:solidFill>
                <a:latin typeface="DM Sans"/>
                <a:ea typeface="DM Sans"/>
                <a:cs typeface="DM Sans"/>
                <a:sym typeface="DM Sans"/>
              </a:rPr>
              <a:t>American Academy of</a:t>
            </a:r>
          </a:p>
          <a:p>
            <a:pPr marL="0" lvl="0" indent="0" algn="ctr" rtl="0">
              <a:spcBef>
                <a:spcPts val="0"/>
              </a:spcBef>
              <a:spcAft>
                <a:spcPts val="0"/>
              </a:spcAft>
              <a:buNone/>
            </a:pPr>
            <a:r>
              <a:rPr lang="en-GB" dirty="0">
                <a:solidFill>
                  <a:schemeClr val="dk1"/>
                </a:solidFill>
                <a:latin typeface="DM Sans"/>
                <a:ea typeface="DM Sans"/>
                <a:cs typeface="DM Sans"/>
                <a:sym typeface="DM Sans"/>
              </a:rPr>
              <a:t>Child and Adolescent</a:t>
            </a:r>
          </a:p>
          <a:p>
            <a:pPr marL="0" lvl="0" indent="0" algn="ctr" rtl="0">
              <a:spcBef>
                <a:spcPts val="0"/>
              </a:spcBef>
              <a:spcAft>
                <a:spcPts val="0"/>
              </a:spcAft>
              <a:buNone/>
            </a:pPr>
            <a:r>
              <a:rPr lang="en-GB" dirty="0">
                <a:solidFill>
                  <a:schemeClr val="dk1"/>
                </a:solidFill>
                <a:latin typeface="DM Sans"/>
                <a:ea typeface="DM Sans"/>
                <a:cs typeface="DM Sans"/>
                <a:sym typeface="DM Sans"/>
              </a:rPr>
              <a:t>Psychiatry declared a</a:t>
            </a:r>
          </a:p>
          <a:p>
            <a:pPr marL="0" lvl="0" indent="0" algn="ctr" rtl="0">
              <a:spcBef>
                <a:spcPts val="0"/>
              </a:spcBef>
              <a:spcAft>
                <a:spcPts val="0"/>
              </a:spcAft>
              <a:buNone/>
            </a:pPr>
            <a:r>
              <a:rPr lang="en-GB" dirty="0">
                <a:solidFill>
                  <a:schemeClr val="dk1"/>
                </a:solidFill>
                <a:latin typeface="DM Sans"/>
                <a:ea typeface="DM Sans"/>
                <a:cs typeface="DM Sans"/>
                <a:sym typeface="DM Sans"/>
              </a:rPr>
              <a:t>"national emergency in</a:t>
            </a:r>
          </a:p>
          <a:p>
            <a:pPr marL="0" lvl="0" indent="0" algn="ctr" rtl="0">
              <a:spcBef>
                <a:spcPts val="0"/>
              </a:spcBef>
              <a:spcAft>
                <a:spcPts val="0"/>
              </a:spcAft>
              <a:buNone/>
            </a:pPr>
            <a:r>
              <a:rPr lang="en-GB" dirty="0">
                <a:solidFill>
                  <a:schemeClr val="dk1"/>
                </a:solidFill>
                <a:latin typeface="DM Sans"/>
                <a:ea typeface="DM Sans"/>
                <a:cs typeface="DM Sans"/>
                <a:sym typeface="DM Sans"/>
              </a:rPr>
              <a:t>child and adolescent mental health" in the U.S.</a:t>
            </a:r>
            <a:endParaRPr dirty="0">
              <a:solidFill>
                <a:schemeClr val="dk1"/>
              </a:solidFill>
              <a:latin typeface="DM Sans"/>
              <a:ea typeface="DM Sans"/>
              <a:cs typeface="DM Sans"/>
              <a:sym typeface="DM Sans"/>
            </a:endParaRPr>
          </a:p>
        </p:txBody>
      </p:sp>
      <p:sp>
        <p:nvSpPr>
          <p:cNvPr id="829" name="Google Shape;829;p47">
            <a:extLst>
              <a:ext uri="{FF2B5EF4-FFF2-40B4-BE49-F238E27FC236}">
                <a16:creationId xmlns:a16="http://schemas.microsoft.com/office/drawing/2014/main" id="{1E56C354-B301-1218-126A-43C9393AA289}"/>
              </a:ext>
            </a:extLst>
          </p:cNvPr>
          <p:cNvSpPr txBox="1"/>
          <p:nvPr/>
        </p:nvSpPr>
        <p:spPr>
          <a:xfrm>
            <a:off x="7087649" y="2681999"/>
            <a:ext cx="2056349" cy="376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200" dirty="0">
                <a:solidFill>
                  <a:schemeClr val="dk2"/>
                </a:solidFill>
                <a:latin typeface="Domine"/>
                <a:ea typeface="Domine"/>
                <a:cs typeface="Domine"/>
                <a:sym typeface="Domine"/>
              </a:rPr>
              <a:t>Investigation</a:t>
            </a:r>
            <a:endParaRPr sz="2200" dirty="0">
              <a:solidFill>
                <a:schemeClr val="dk2"/>
              </a:solidFill>
              <a:latin typeface="Domine"/>
              <a:ea typeface="Domine"/>
              <a:cs typeface="Domine"/>
              <a:sym typeface="Domine"/>
            </a:endParaRPr>
          </a:p>
        </p:txBody>
      </p:sp>
      <p:sp>
        <p:nvSpPr>
          <p:cNvPr id="830" name="Google Shape;830;p47">
            <a:extLst>
              <a:ext uri="{FF2B5EF4-FFF2-40B4-BE49-F238E27FC236}">
                <a16:creationId xmlns:a16="http://schemas.microsoft.com/office/drawing/2014/main" id="{A6BDBA65-22AA-F369-1A42-2A7AC6E3FC2C}"/>
              </a:ext>
            </a:extLst>
          </p:cNvPr>
          <p:cNvSpPr txBox="1"/>
          <p:nvPr/>
        </p:nvSpPr>
        <p:spPr>
          <a:xfrm>
            <a:off x="6896457" y="2981519"/>
            <a:ext cx="2247541" cy="1530653"/>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dirty="0">
                <a:solidFill>
                  <a:schemeClr val="dk1"/>
                </a:solidFill>
                <a:latin typeface="DM Sans"/>
                <a:ea typeface="DM Sans"/>
                <a:cs typeface="DM Sans"/>
                <a:sym typeface="DM Sans"/>
              </a:rPr>
              <a:t>Our project examines which adverse and protective experiences</a:t>
            </a:r>
          </a:p>
          <a:p>
            <a:pPr marL="0" lvl="0" indent="0" algn="ctr" rtl="0">
              <a:spcBef>
                <a:spcPts val="0"/>
              </a:spcBef>
              <a:spcAft>
                <a:spcPts val="0"/>
              </a:spcAft>
              <a:buNone/>
            </a:pPr>
            <a:r>
              <a:rPr lang="en-GB" dirty="0">
                <a:solidFill>
                  <a:schemeClr val="dk1"/>
                </a:solidFill>
                <a:latin typeface="DM Sans"/>
                <a:ea typeface="DM Sans"/>
                <a:cs typeface="DM Sans"/>
                <a:sym typeface="DM Sans"/>
              </a:rPr>
              <a:t>co-occur with this risk</a:t>
            </a:r>
            <a:endParaRPr dirty="0">
              <a:solidFill>
                <a:schemeClr val="dk1"/>
              </a:solidFill>
              <a:latin typeface="DM Sans"/>
              <a:ea typeface="DM Sans"/>
              <a:cs typeface="DM Sans"/>
              <a:sym typeface="DM Sans"/>
            </a:endParaRPr>
          </a:p>
        </p:txBody>
      </p:sp>
      <p:sp>
        <p:nvSpPr>
          <p:cNvPr id="831" name="Google Shape;831;p47">
            <a:extLst>
              <a:ext uri="{FF2B5EF4-FFF2-40B4-BE49-F238E27FC236}">
                <a16:creationId xmlns:a16="http://schemas.microsoft.com/office/drawing/2014/main" id="{5913BDB8-C98B-E451-1073-C03844B84283}"/>
              </a:ext>
            </a:extLst>
          </p:cNvPr>
          <p:cNvSpPr txBox="1"/>
          <p:nvPr/>
        </p:nvSpPr>
        <p:spPr>
          <a:xfrm>
            <a:off x="2500772" y="2681999"/>
            <a:ext cx="1858800" cy="376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200" dirty="0">
                <a:solidFill>
                  <a:schemeClr val="dk2"/>
                </a:solidFill>
                <a:latin typeface="Domine"/>
                <a:ea typeface="Domine"/>
                <a:cs typeface="Domine"/>
                <a:sym typeface="Domine"/>
              </a:rPr>
              <a:t>Hearing</a:t>
            </a:r>
            <a:endParaRPr sz="2200" dirty="0">
              <a:solidFill>
                <a:schemeClr val="dk2"/>
              </a:solidFill>
              <a:latin typeface="Domine"/>
              <a:ea typeface="Domine"/>
              <a:cs typeface="Domine"/>
              <a:sym typeface="Domine"/>
            </a:endParaRPr>
          </a:p>
        </p:txBody>
      </p:sp>
      <p:sp>
        <p:nvSpPr>
          <p:cNvPr id="832" name="Google Shape;832;p47">
            <a:extLst>
              <a:ext uri="{FF2B5EF4-FFF2-40B4-BE49-F238E27FC236}">
                <a16:creationId xmlns:a16="http://schemas.microsoft.com/office/drawing/2014/main" id="{77179DDF-EF13-257F-0AB9-40B058493DCE}"/>
              </a:ext>
            </a:extLst>
          </p:cNvPr>
          <p:cNvSpPr txBox="1"/>
          <p:nvPr/>
        </p:nvSpPr>
        <p:spPr>
          <a:xfrm>
            <a:off x="2269520" y="2981518"/>
            <a:ext cx="2245710" cy="131701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GB" dirty="0">
                <a:solidFill>
                  <a:schemeClr val="dk1"/>
                </a:solidFill>
                <a:latin typeface="DM Sans"/>
                <a:ea typeface="DM Sans"/>
                <a:cs typeface="DM Sans"/>
                <a:sym typeface="DM Sans"/>
              </a:rPr>
              <a:t>The U.S. Senate HELP Committee held a</a:t>
            </a:r>
          </a:p>
          <a:p>
            <a:pPr marL="0" lvl="0" indent="0" algn="ctr" rtl="0">
              <a:spcBef>
                <a:spcPts val="0"/>
              </a:spcBef>
              <a:spcAft>
                <a:spcPts val="0"/>
              </a:spcAft>
              <a:buNone/>
            </a:pPr>
            <a:r>
              <a:rPr lang="en-GB" dirty="0">
                <a:solidFill>
                  <a:schemeClr val="dk1"/>
                </a:solidFill>
                <a:latin typeface="DM Sans"/>
                <a:ea typeface="DM Sans"/>
                <a:cs typeface="DM Sans"/>
                <a:sym typeface="DM Sans"/>
              </a:rPr>
              <a:t>formal hearing,</a:t>
            </a:r>
          </a:p>
          <a:p>
            <a:pPr marL="0" lvl="0" indent="0" algn="ctr" rtl="0">
              <a:spcBef>
                <a:spcPts val="0"/>
              </a:spcBef>
              <a:spcAft>
                <a:spcPts val="0"/>
              </a:spcAft>
              <a:buNone/>
            </a:pPr>
            <a:r>
              <a:rPr lang="en-GB" i="1" dirty="0">
                <a:solidFill>
                  <a:schemeClr val="dk1"/>
                </a:solidFill>
                <a:latin typeface="DM Sans"/>
                <a:ea typeface="DM Sans"/>
                <a:cs typeface="DM Sans"/>
                <a:sym typeface="DM Sans"/>
              </a:rPr>
              <a:t>“Why Are So Many American Youth in a Mental Health Crisis?"</a:t>
            </a:r>
            <a:endParaRPr i="1" dirty="0">
              <a:solidFill>
                <a:schemeClr val="dk1"/>
              </a:solidFill>
              <a:latin typeface="DM Sans"/>
              <a:ea typeface="DM Sans"/>
              <a:cs typeface="DM Sans"/>
              <a:sym typeface="DM Sans"/>
            </a:endParaRPr>
          </a:p>
        </p:txBody>
      </p:sp>
      <p:sp>
        <p:nvSpPr>
          <p:cNvPr id="833" name="Google Shape;833;p47">
            <a:extLst>
              <a:ext uri="{FF2B5EF4-FFF2-40B4-BE49-F238E27FC236}">
                <a16:creationId xmlns:a16="http://schemas.microsoft.com/office/drawing/2014/main" id="{546D2E93-7C08-816D-DECC-49F5CBA1BF6F}"/>
              </a:ext>
            </a:extLst>
          </p:cNvPr>
          <p:cNvSpPr txBox="1"/>
          <p:nvPr/>
        </p:nvSpPr>
        <p:spPr>
          <a:xfrm>
            <a:off x="4742663" y="1178395"/>
            <a:ext cx="1858800" cy="376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Clr>
                <a:srgbClr val="000000"/>
              </a:buClr>
              <a:buSzPts val="1100"/>
              <a:buFont typeface="Arial"/>
              <a:buNone/>
            </a:pPr>
            <a:r>
              <a:rPr lang="en" sz="2200" dirty="0">
                <a:solidFill>
                  <a:schemeClr val="dk2"/>
                </a:solidFill>
                <a:latin typeface="Domine"/>
                <a:ea typeface="Domine"/>
                <a:cs typeface="Domine"/>
                <a:sym typeface="Domine"/>
              </a:rPr>
              <a:t>2023</a:t>
            </a:r>
            <a:endParaRPr sz="2200" dirty="0">
              <a:solidFill>
                <a:schemeClr val="dk2"/>
              </a:solidFill>
              <a:latin typeface="Domine"/>
              <a:ea typeface="Domine"/>
              <a:cs typeface="Domine"/>
              <a:sym typeface="Domine"/>
            </a:endParaRPr>
          </a:p>
        </p:txBody>
      </p:sp>
      <p:sp>
        <p:nvSpPr>
          <p:cNvPr id="834" name="Google Shape;834;p47">
            <a:extLst>
              <a:ext uri="{FF2B5EF4-FFF2-40B4-BE49-F238E27FC236}">
                <a16:creationId xmlns:a16="http://schemas.microsoft.com/office/drawing/2014/main" id="{FB05EB47-10F8-6F7A-CC33-5A4EDA391689}"/>
              </a:ext>
            </a:extLst>
          </p:cNvPr>
          <p:cNvSpPr txBox="1"/>
          <p:nvPr/>
        </p:nvSpPr>
        <p:spPr>
          <a:xfrm>
            <a:off x="104541" y="1178395"/>
            <a:ext cx="1858800" cy="376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200" dirty="0">
                <a:solidFill>
                  <a:schemeClr val="dk2"/>
                </a:solidFill>
                <a:latin typeface="Domine"/>
                <a:ea typeface="Domine"/>
                <a:cs typeface="Domine"/>
                <a:sym typeface="Domine"/>
              </a:rPr>
              <a:t>2021</a:t>
            </a:r>
            <a:endParaRPr sz="2200" dirty="0">
              <a:solidFill>
                <a:schemeClr val="dk2"/>
              </a:solidFill>
              <a:latin typeface="Domine"/>
              <a:ea typeface="Domine"/>
              <a:cs typeface="Domine"/>
              <a:sym typeface="Domine"/>
            </a:endParaRPr>
          </a:p>
        </p:txBody>
      </p:sp>
      <p:sp>
        <p:nvSpPr>
          <p:cNvPr id="835" name="Google Shape;835;p47">
            <a:extLst>
              <a:ext uri="{FF2B5EF4-FFF2-40B4-BE49-F238E27FC236}">
                <a16:creationId xmlns:a16="http://schemas.microsoft.com/office/drawing/2014/main" id="{CF3291A9-F1CC-8C43-AA4A-C8707828320F}"/>
              </a:ext>
            </a:extLst>
          </p:cNvPr>
          <p:cNvSpPr txBox="1"/>
          <p:nvPr/>
        </p:nvSpPr>
        <p:spPr>
          <a:xfrm>
            <a:off x="7087650" y="1178395"/>
            <a:ext cx="1858800" cy="376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Clr>
                <a:srgbClr val="000000"/>
              </a:buClr>
              <a:buSzPts val="1100"/>
              <a:buFont typeface="Arial"/>
              <a:buNone/>
            </a:pPr>
            <a:r>
              <a:rPr lang="en" sz="2200" dirty="0">
                <a:solidFill>
                  <a:schemeClr val="dk2"/>
                </a:solidFill>
                <a:latin typeface="Domine"/>
                <a:ea typeface="Domine"/>
                <a:cs typeface="Domine"/>
                <a:sym typeface="Domine"/>
              </a:rPr>
              <a:t>2026</a:t>
            </a:r>
            <a:endParaRPr sz="2200" dirty="0">
              <a:solidFill>
                <a:schemeClr val="dk2"/>
              </a:solidFill>
              <a:latin typeface="Domine"/>
              <a:ea typeface="Domine"/>
              <a:cs typeface="Domine"/>
              <a:sym typeface="Domine"/>
            </a:endParaRPr>
          </a:p>
        </p:txBody>
      </p:sp>
      <p:sp>
        <p:nvSpPr>
          <p:cNvPr id="836" name="Google Shape;836;p47">
            <a:extLst>
              <a:ext uri="{FF2B5EF4-FFF2-40B4-BE49-F238E27FC236}">
                <a16:creationId xmlns:a16="http://schemas.microsoft.com/office/drawing/2014/main" id="{CC7CB41C-7612-A769-A6D6-992F1E87E538}"/>
              </a:ext>
            </a:extLst>
          </p:cNvPr>
          <p:cNvSpPr txBox="1"/>
          <p:nvPr/>
        </p:nvSpPr>
        <p:spPr>
          <a:xfrm>
            <a:off x="2500772" y="1178395"/>
            <a:ext cx="1858800" cy="3762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Clr>
                <a:srgbClr val="000000"/>
              </a:buClr>
              <a:buSzPts val="1100"/>
              <a:buFont typeface="Arial"/>
              <a:buNone/>
            </a:pPr>
            <a:r>
              <a:rPr lang="en" sz="2200" dirty="0">
                <a:solidFill>
                  <a:schemeClr val="dk2"/>
                </a:solidFill>
                <a:latin typeface="Domine"/>
                <a:ea typeface="Domine"/>
                <a:cs typeface="Domine"/>
                <a:sym typeface="Domine"/>
              </a:rPr>
              <a:t>2022</a:t>
            </a:r>
            <a:endParaRPr sz="2200" dirty="0">
              <a:solidFill>
                <a:schemeClr val="dk2"/>
              </a:solidFill>
              <a:latin typeface="Domine"/>
              <a:ea typeface="Domine"/>
              <a:cs typeface="Domine"/>
              <a:sym typeface="Domine"/>
            </a:endParaRPr>
          </a:p>
        </p:txBody>
      </p:sp>
      <p:sp>
        <p:nvSpPr>
          <p:cNvPr id="837" name="Google Shape;837;p47">
            <a:extLst>
              <a:ext uri="{FF2B5EF4-FFF2-40B4-BE49-F238E27FC236}">
                <a16:creationId xmlns:a16="http://schemas.microsoft.com/office/drawing/2014/main" id="{206BD447-2A46-B0A0-3071-AD4E879084FD}"/>
              </a:ext>
            </a:extLst>
          </p:cNvPr>
          <p:cNvSpPr/>
          <p:nvPr/>
        </p:nvSpPr>
        <p:spPr>
          <a:xfrm>
            <a:off x="626991" y="1660598"/>
            <a:ext cx="813900" cy="8139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47">
            <a:extLst>
              <a:ext uri="{FF2B5EF4-FFF2-40B4-BE49-F238E27FC236}">
                <a16:creationId xmlns:a16="http://schemas.microsoft.com/office/drawing/2014/main" id="{9A6B46B3-DB58-34EE-5395-CA0F480E4F9A}"/>
              </a:ext>
            </a:extLst>
          </p:cNvPr>
          <p:cNvSpPr/>
          <p:nvPr/>
        </p:nvSpPr>
        <p:spPr>
          <a:xfrm>
            <a:off x="3023222" y="1660598"/>
            <a:ext cx="813900" cy="8139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47">
            <a:extLst>
              <a:ext uri="{FF2B5EF4-FFF2-40B4-BE49-F238E27FC236}">
                <a16:creationId xmlns:a16="http://schemas.microsoft.com/office/drawing/2014/main" id="{985D0241-F71D-B37F-FDE2-D044D4CF06FB}"/>
              </a:ext>
            </a:extLst>
          </p:cNvPr>
          <p:cNvSpPr/>
          <p:nvPr/>
        </p:nvSpPr>
        <p:spPr>
          <a:xfrm>
            <a:off x="5265113" y="1660598"/>
            <a:ext cx="813900" cy="8139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47">
            <a:extLst>
              <a:ext uri="{FF2B5EF4-FFF2-40B4-BE49-F238E27FC236}">
                <a16:creationId xmlns:a16="http://schemas.microsoft.com/office/drawing/2014/main" id="{2B452117-BA53-30A4-F00E-626A509C6B3C}"/>
              </a:ext>
            </a:extLst>
          </p:cNvPr>
          <p:cNvSpPr/>
          <p:nvPr/>
        </p:nvSpPr>
        <p:spPr>
          <a:xfrm>
            <a:off x="7610100" y="1660598"/>
            <a:ext cx="813900" cy="8139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41" name="Google Shape;841;p47">
            <a:extLst>
              <a:ext uri="{FF2B5EF4-FFF2-40B4-BE49-F238E27FC236}">
                <a16:creationId xmlns:a16="http://schemas.microsoft.com/office/drawing/2014/main" id="{4D28A7F1-8035-96CB-D959-31B934299ACB}"/>
              </a:ext>
            </a:extLst>
          </p:cNvPr>
          <p:cNvCxnSpPr>
            <a:cxnSpLocks/>
          </p:cNvCxnSpPr>
          <p:nvPr/>
        </p:nvCxnSpPr>
        <p:spPr>
          <a:xfrm>
            <a:off x="1440891" y="2067548"/>
            <a:ext cx="1582331" cy="0"/>
          </a:xfrm>
          <a:prstGeom prst="straightConnector1">
            <a:avLst/>
          </a:prstGeom>
          <a:noFill/>
          <a:ln w="19050" cap="flat" cmpd="sng">
            <a:solidFill>
              <a:schemeClr val="dk1"/>
            </a:solidFill>
            <a:prstDash val="solid"/>
            <a:round/>
            <a:headEnd type="none" w="med" len="med"/>
            <a:tailEnd type="none" w="med" len="med"/>
          </a:ln>
        </p:spPr>
      </p:cxnSp>
      <p:cxnSp>
        <p:nvCxnSpPr>
          <p:cNvPr id="842" name="Google Shape;842;p47">
            <a:extLst>
              <a:ext uri="{FF2B5EF4-FFF2-40B4-BE49-F238E27FC236}">
                <a16:creationId xmlns:a16="http://schemas.microsoft.com/office/drawing/2014/main" id="{88D73C24-C56E-C678-9DBC-70185A9C2436}"/>
              </a:ext>
            </a:extLst>
          </p:cNvPr>
          <p:cNvCxnSpPr>
            <a:stCxn id="838" idx="3"/>
            <a:endCxn id="839" idx="1"/>
          </p:cNvCxnSpPr>
          <p:nvPr/>
        </p:nvCxnSpPr>
        <p:spPr>
          <a:xfrm>
            <a:off x="3837122" y="2067548"/>
            <a:ext cx="1427991" cy="0"/>
          </a:xfrm>
          <a:prstGeom prst="straightConnector1">
            <a:avLst/>
          </a:prstGeom>
          <a:noFill/>
          <a:ln w="19050" cap="flat" cmpd="sng">
            <a:solidFill>
              <a:schemeClr val="dk1"/>
            </a:solidFill>
            <a:prstDash val="solid"/>
            <a:round/>
            <a:headEnd type="none" w="med" len="med"/>
            <a:tailEnd type="none" w="med" len="med"/>
          </a:ln>
        </p:spPr>
      </p:cxnSp>
      <p:cxnSp>
        <p:nvCxnSpPr>
          <p:cNvPr id="843" name="Google Shape;843;p47">
            <a:extLst>
              <a:ext uri="{FF2B5EF4-FFF2-40B4-BE49-F238E27FC236}">
                <a16:creationId xmlns:a16="http://schemas.microsoft.com/office/drawing/2014/main" id="{96ABC84B-31E6-D15A-31DB-2153F266050E}"/>
              </a:ext>
            </a:extLst>
          </p:cNvPr>
          <p:cNvCxnSpPr>
            <a:stCxn id="839" idx="3"/>
            <a:endCxn id="840" idx="1"/>
          </p:cNvCxnSpPr>
          <p:nvPr/>
        </p:nvCxnSpPr>
        <p:spPr>
          <a:xfrm>
            <a:off x="6079013" y="2067548"/>
            <a:ext cx="1531087" cy="0"/>
          </a:xfrm>
          <a:prstGeom prst="straightConnector1">
            <a:avLst/>
          </a:prstGeom>
          <a:noFill/>
          <a:ln w="19050" cap="flat" cmpd="sng">
            <a:solidFill>
              <a:schemeClr val="dk1"/>
            </a:solidFill>
            <a:prstDash val="solid"/>
            <a:round/>
            <a:headEnd type="none" w="med" len="med"/>
            <a:tailEnd type="none" w="med" len="med"/>
          </a:ln>
        </p:spPr>
      </p:cxnSp>
      <p:grpSp>
        <p:nvGrpSpPr>
          <p:cNvPr id="844" name="Google Shape;844;p47">
            <a:extLst>
              <a:ext uri="{FF2B5EF4-FFF2-40B4-BE49-F238E27FC236}">
                <a16:creationId xmlns:a16="http://schemas.microsoft.com/office/drawing/2014/main" id="{88CFEBB0-4FF3-38CB-F7D6-75AEB4097316}"/>
              </a:ext>
            </a:extLst>
          </p:cNvPr>
          <p:cNvGrpSpPr/>
          <p:nvPr/>
        </p:nvGrpSpPr>
        <p:grpSpPr>
          <a:xfrm>
            <a:off x="3255887" y="1850498"/>
            <a:ext cx="348575" cy="434100"/>
            <a:chOff x="1768675" y="1951500"/>
            <a:chExt cx="348575" cy="434100"/>
          </a:xfrm>
        </p:grpSpPr>
        <p:sp>
          <p:nvSpPr>
            <p:cNvPr id="845" name="Google Shape;845;p47">
              <a:extLst>
                <a:ext uri="{FF2B5EF4-FFF2-40B4-BE49-F238E27FC236}">
                  <a16:creationId xmlns:a16="http://schemas.microsoft.com/office/drawing/2014/main" id="{19DE7FB1-2852-442A-8205-818E71F51CB1}"/>
                </a:ext>
              </a:extLst>
            </p:cNvPr>
            <p:cNvSpPr/>
            <p:nvPr/>
          </p:nvSpPr>
          <p:spPr>
            <a:xfrm>
              <a:off x="1768675" y="1951500"/>
              <a:ext cx="348575" cy="434100"/>
            </a:xfrm>
            <a:custGeom>
              <a:avLst/>
              <a:gdLst/>
              <a:ahLst/>
              <a:cxnLst/>
              <a:rect l="l" t="t" r="r" b="b"/>
              <a:pathLst>
                <a:path w="13943" h="17364" extrusionOk="0">
                  <a:moveTo>
                    <a:pt x="7781" y="2016"/>
                  </a:moveTo>
                  <a:cubicBezTo>
                    <a:pt x="8711" y="2016"/>
                    <a:pt x="9640" y="2570"/>
                    <a:pt x="9924" y="3677"/>
                  </a:cubicBezTo>
                  <a:cubicBezTo>
                    <a:pt x="9942" y="3677"/>
                    <a:pt x="9959" y="3676"/>
                    <a:pt x="9976" y="3676"/>
                  </a:cubicBezTo>
                  <a:cubicBezTo>
                    <a:pt x="11017" y="3676"/>
                    <a:pt x="11855" y="4518"/>
                    <a:pt x="11855" y="5565"/>
                  </a:cubicBezTo>
                  <a:cubicBezTo>
                    <a:pt x="11855" y="6613"/>
                    <a:pt x="11017" y="7454"/>
                    <a:pt x="9976" y="7454"/>
                  </a:cubicBezTo>
                  <a:cubicBezTo>
                    <a:pt x="9959" y="7454"/>
                    <a:pt x="9942" y="7454"/>
                    <a:pt x="9924" y="7454"/>
                  </a:cubicBezTo>
                  <a:lnTo>
                    <a:pt x="5637" y="7454"/>
                  </a:lnTo>
                  <a:cubicBezTo>
                    <a:pt x="5619" y="7454"/>
                    <a:pt x="5602" y="7454"/>
                    <a:pt x="5585" y="7454"/>
                  </a:cubicBezTo>
                  <a:cubicBezTo>
                    <a:pt x="4543" y="7454"/>
                    <a:pt x="3691" y="6613"/>
                    <a:pt x="3691" y="5565"/>
                  </a:cubicBezTo>
                  <a:cubicBezTo>
                    <a:pt x="3691" y="4518"/>
                    <a:pt x="4543" y="3676"/>
                    <a:pt x="5585" y="3676"/>
                  </a:cubicBezTo>
                  <a:cubicBezTo>
                    <a:pt x="5602" y="3676"/>
                    <a:pt x="5619" y="3677"/>
                    <a:pt x="5637" y="3677"/>
                  </a:cubicBezTo>
                  <a:cubicBezTo>
                    <a:pt x="5921" y="2570"/>
                    <a:pt x="6851" y="2016"/>
                    <a:pt x="7781" y="2016"/>
                  </a:cubicBezTo>
                  <a:close/>
                  <a:moveTo>
                    <a:pt x="5743" y="8508"/>
                  </a:moveTo>
                  <a:cubicBezTo>
                    <a:pt x="5988" y="8508"/>
                    <a:pt x="6233" y="8668"/>
                    <a:pt x="6247" y="8987"/>
                  </a:cubicBezTo>
                  <a:lnTo>
                    <a:pt x="6247" y="9697"/>
                  </a:lnTo>
                  <a:cubicBezTo>
                    <a:pt x="6233" y="10016"/>
                    <a:pt x="5988" y="10176"/>
                    <a:pt x="5743" y="10176"/>
                  </a:cubicBezTo>
                  <a:cubicBezTo>
                    <a:pt x="5498" y="10176"/>
                    <a:pt x="5253" y="10016"/>
                    <a:pt x="5239" y="9697"/>
                  </a:cubicBezTo>
                  <a:lnTo>
                    <a:pt x="5239" y="8987"/>
                  </a:lnTo>
                  <a:cubicBezTo>
                    <a:pt x="5253" y="8668"/>
                    <a:pt x="5498" y="8508"/>
                    <a:pt x="5743" y="8508"/>
                  </a:cubicBezTo>
                  <a:close/>
                  <a:moveTo>
                    <a:pt x="9811" y="8508"/>
                  </a:moveTo>
                  <a:cubicBezTo>
                    <a:pt x="10056" y="8508"/>
                    <a:pt x="10301" y="8668"/>
                    <a:pt x="10322" y="8987"/>
                  </a:cubicBezTo>
                  <a:lnTo>
                    <a:pt x="10322" y="9697"/>
                  </a:lnTo>
                  <a:cubicBezTo>
                    <a:pt x="10301" y="10016"/>
                    <a:pt x="10056" y="10176"/>
                    <a:pt x="9811" y="10176"/>
                  </a:cubicBezTo>
                  <a:cubicBezTo>
                    <a:pt x="9566" y="10176"/>
                    <a:pt x="9321" y="10016"/>
                    <a:pt x="9300" y="9697"/>
                  </a:cubicBezTo>
                  <a:lnTo>
                    <a:pt x="9300" y="8987"/>
                  </a:lnTo>
                  <a:cubicBezTo>
                    <a:pt x="9321" y="8668"/>
                    <a:pt x="9566" y="8508"/>
                    <a:pt x="9811" y="8508"/>
                  </a:cubicBezTo>
                  <a:close/>
                  <a:moveTo>
                    <a:pt x="7781" y="8476"/>
                  </a:moveTo>
                  <a:cubicBezTo>
                    <a:pt x="8036" y="8476"/>
                    <a:pt x="8292" y="8646"/>
                    <a:pt x="8292" y="8987"/>
                  </a:cubicBezTo>
                  <a:lnTo>
                    <a:pt x="8292" y="9697"/>
                  </a:lnTo>
                  <a:cubicBezTo>
                    <a:pt x="8292" y="10038"/>
                    <a:pt x="8036" y="10208"/>
                    <a:pt x="7781" y="10208"/>
                  </a:cubicBezTo>
                  <a:cubicBezTo>
                    <a:pt x="7525" y="10208"/>
                    <a:pt x="7269" y="10038"/>
                    <a:pt x="7269" y="9697"/>
                  </a:cubicBezTo>
                  <a:lnTo>
                    <a:pt x="7269" y="8987"/>
                  </a:lnTo>
                  <a:cubicBezTo>
                    <a:pt x="7269" y="8646"/>
                    <a:pt x="7525" y="8476"/>
                    <a:pt x="7781" y="8476"/>
                  </a:cubicBezTo>
                  <a:close/>
                  <a:moveTo>
                    <a:pt x="7770" y="0"/>
                  </a:moveTo>
                  <a:cubicBezTo>
                    <a:pt x="6978" y="0"/>
                    <a:pt x="6180" y="153"/>
                    <a:pt x="5424" y="468"/>
                  </a:cubicBezTo>
                  <a:cubicBezTo>
                    <a:pt x="3124" y="1420"/>
                    <a:pt x="1619" y="3663"/>
                    <a:pt x="1619" y="6147"/>
                  </a:cubicBezTo>
                  <a:lnTo>
                    <a:pt x="1619" y="7425"/>
                  </a:lnTo>
                  <a:lnTo>
                    <a:pt x="85" y="10307"/>
                  </a:lnTo>
                  <a:cubicBezTo>
                    <a:pt x="0" y="10464"/>
                    <a:pt x="0" y="10648"/>
                    <a:pt x="99" y="10804"/>
                  </a:cubicBezTo>
                  <a:cubicBezTo>
                    <a:pt x="185" y="10961"/>
                    <a:pt x="355" y="11046"/>
                    <a:pt x="540" y="11046"/>
                  </a:cubicBezTo>
                  <a:lnTo>
                    <a:pt x="1619" y="11046"/>
                  </a:lnTo>
                  <a:lnTo>
                    <a:pt x="1619" y="12309"/>
                  </a:lnTo>
                  <a:cubicBezTo>
                    <a:pt x="1619" y="14070"/>
                    <a:pt x="3053" y="15504"/>
                    <a:pt x="4813" y="15504"/>
                  </a:cubicBezTo>
                  <a:lnTo>
                    <a:pt x="6716" y="15504"/>
                  </a:lnTo>
                  <a:lnTo>
                    <a:pt x="6716" y="16853"/>
                  </a:lnTo>
                  <a:cubicBezTo>
                    <a:pt x="6716" y="17137"/>
                    <a:pt x="6943" y="17364"/>
                    <a:pt x="7227" y="17364"/>
                  </a:cubicBezTo>
                  <a:lnTo>
                    <a:pt x="13431" y="17364"/>
                  </a:lnTo>
                  <a:cubicBezTo>
                    <a:pt x="13715" y="17364"/>
                    <a:pt x="13942" y="17137"/>
                    <a:pt x="13942" y="16853"/>
                  </a:cubicBezTo>
                  <a:lnTo>
                    <a:pt x="13942" y="6147"/>
                  </a:lnTo>
                  <a:cubicBezTo>
                    <a:pt x="13942" y="4515"/>
                    <a:pt x="13289" y="2953"/>
                    <a:pt x="12139" y="1803"/>
                  </a:cubicBezTo>
                  <a:lnTo>
                    <a:pt x="12125" y="1803"/>
                  </a:lnTo>
                  <a:cubicBezTo>
                    <a:pt x="10947" y="625"/>
                    <a:pt x="9370" y="0"/>
                    <a:pt x="777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47">
              <a:extLst>
                <a:ext uri="{FF2B5EF4-FFF2-40B4-BE49-F238E27FC236}">
                  <a16:creationId xmlns:a16="http://schemas.microsoft.com/office/drawing/2014/main" id="{EA1538CF-4AEF-3003-78D2-E5BADC64598D}"/>
                </a:ext>
              </a:extLst>
            </p:cNvPr>
            <p:cNvSpPr/>
            <p:nvPr/>
          </p:nvSpPr>
          <p:spPr>
            <a:xfrm>
              <a:off x="1886850" y="2027075"/>
              <a:ext cx="152675" cy="85250"/>
            </a:xfrm>
            <a:custGeom>
              <a:avLst/>
              <a:gdLst/>
              <a:ahLst/>
              <a:cxnLst/>
              <a:rect l="l" t="t" r="r" b="b"/>
              <a:pathLst>
                <a:path w="6107" h="3410" extrusionOk="0">
                  <a:moveTo>
                    <a:pt x="3054" y="1"/>
                  </a:moveTo>
                  <a:cubicBezTo>
                    <a:pt x="2386" y="1"/>
                    <a:pt x="1861" y="526"/>
                    <a:pt x="1861" y="1194"/>
                  </a:cubicBezTo>
                  <a:cubicBezTo>
                    <a:pt x="1847" y="1463"/>
                    <a:pt x="1620" y="1690"/>
                    <a:pt x="1350" y="1690"/>
                  </a:cubicBezTo>
                  <a:lnTo>
                    <a:pt x="910" y="1690"/>
                  </a:lnTo>
                  <a:cubicBezTo>
                    <a:pt x="893" y="1689"/>
                    <a:pt x="876" y="1689"/>
                    <a:pt x="860" y="1689"/>
                  </a:cubicBezTo>
                  <a:cubicBezTo>
                    <a:pt x="385" y="1689"/>
                    <a:pt x="1" y="2076"/>
                    <a:pt x="1" y="2542"/>
                  </a:cubicBezTo>
                  <a:cubicBezTo>
                    <a:pt x="1" y="3022"/>
                    <a:pt x="385" y="3410"/>
                    <a:pt x="860" y="3410"/>
                  </a:cubicBezTo>
                  <a:cubicBezTo>
                    <a:pt x="876" y="3410"/>
                    <a:pt x="893" y="3409"/>
                    <a:pt x="910" y="3408"/>
                  </a:cubicBezTo>
                  <a:lnTo>
                    <a:pt x="5197" y="3408"/>
                  </a:lnTo>
                  <a:cubicBezTo>
                    <a:pt x="5214" y="3409"/>
                    <a:pt x="5231" y="3410"/>
                    <a:pt x="5247" y="3410"/>
                  </a:cubicBezTo>
                  <a:cubicBezTo>
                    <a:pt x="5722" y="3410"/>
                    <a:pt x="6106" y="3022"/>
                    <a:pt x="6106" y="2542"/>
                  </a:cubicBezTo>
                  <a:cubicBezTo>
                    <a:pt x="6106" y="2076"/>
                    <a:pt x="5722" y="1689"/>
                    <a:pt x="5248" y="1689"/>
                  </a:cubicBezTo>
                  <a:cubicBezTo>
                    <a:pt x="5231" y="1689"/>
                    <a:pt x="5214" y="1689"/>
                    <a:pt x="5197" y="1690"/>
                  </a:cubicBezTo>
                  <a:lnTo>
                    <a:pt x="4757" y="1690"/>
                  </a:lnTo>
                  <a:cubicBezTo>
                    <a:pt x="4473" y="1690"/>
                    <a:pt x="4260" y="1463"/>
                    <a:pt x="4246" y="1194"/>
                  </a:cubicBezTo>
                  <a:cubicBezTo>
                    <a:pt x="4246" y="526"/>
                    <a:pt x="3707" y="1"/>
                    <a:pt x="305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47" name="Google Shape;847;p47">
            <a:extLst>
              <a:ext uri="{FF2B5EF4-FFF2-40B4-BE49-F238E27FC236}">
                <a16:creationId xmlns:a16="http://schemas.microsoft.com/office/drawing/2014/main" id="{2B882EF3-6055-C013-3B5B-FC2E47F70797}"/>
              </a:ext>
            </a:extLst>
          </p:cNvPr>
          <p:cNvGrpSpPr/>
          <p:nvPr/>
        </p:nvGrpSpPr>
        <p:grpSpPr>
          <a:xfrm>
            <a:off x="5496583" y="1850498"/>
            <a:ext cx="351075" cy="434100"/>
            <a:chOff x="4741725" y="1951500"/>
            <a:chExt cx="351075" cy="434100"/>
          </a:xfrm>
        </p:grpSpPr>
        <p:sp>
          <p:nvSpPr>
            <p:cNvPr id="848" name="Google Shape;848;p47">
              <a:extLst>
                <a:ext uri="{FF2B5EF4-FFF2-40B4-BE49-F238E27FC236}">
                  <a16:creationId xmlns:a16="http://schemas.microsoft.com/office/drawing/2014/main" id="{0D47C037-8B6B-700E-0F8A-66F7864287B6}"/>
                </a:ext>
              </a:extLst>
            </p:cNvPr>
            <p:cNvSpPr/>
            <p:nvPr/>
          </p:nvSpPr>
          <p:spPr>
            <a:xfrm>
              <a:off x="4834375" y="2028150"/>
              <a:ext cx="181400" cy="155325"/>
            </a:xfrm>
            <a:custGeom>
              <a:avLst/>
              <a:gdLst/>
              <a:ahLst/>
              <a:cxnLst/>
              <a:rect l="l" t="t" r="r" b="b"/>
              <a:pathLst>
                <a:path w="7256" h="6213" extrusionOk="0">
                  <a:moveTo>
                    <a:pt x="3096" y="1591"/>
                  </a:moveTo>
                  <a:cubicBezTo>
                    <a:pt x="3550" y="1591"/>
                    <a:pt x="3791" y="2144"/>
                    <a:pt x="3465" y="2457"/>
                  </a:cubicBezTo>
                  <a:cubicBezTo>
                    <a:pt x="3358" y="2563"/>
                    <a:pt x="3229" y="2611"/>
                    <a:pt x="3103" y="2611"/>
                  </a:cubicBezTo>
                  <a:cubicBezTo>
                    <a:pt x="2844" y="2611"/>
                    <a:pt x="2599" y="2408"/>
                    <a:pt x="2599" y="2102"/>
                  </a:cubicBezTo>
                  <a:cubicBezTo>
                    <a:pt x="2599" y="1818"/>
                    <a:pt x="2826" y="1591"/>
                    <a:pt x="3096" y="1591"/>
                  </a:cubicBezTo>
                  <a:close/>
                  <a:moveTo>
                    <a:pt x="5211" y="1591"/>
                  </a:moveTo>
                  <a:cubicBezTo>
                    <a:pt x="5666" y="1591"/>
                    <a:pt x="5893" y="2144"/>
                    <a:pt x="5566" y="2457"/>
                  </a:cubicBezTo>
                  <a:cubicBezTo>
                    <a:pt x="5460" y="2563"/>
                    <a:pt x="5330" y="2611"/>
                    <a:pt x="5205" y="2611"/>
                  </a:cubicBezTo>
                  <a:cubicBezTo>
                    <a:pt x="4945" y="2611"/>
                    <a:pt x="4700" y="2408"/>
                    <a:pt x="4700" y="2102"/>
                  </a:cubicBezTo>
                  <a:cubicBezTo>
                    <a:pt x="4700" y="1818"/>
                    <a:pt x="4927" y="1591"/>
                    <a:pt x="5211" y="1591"/>
                  </a:cubicBezTo>
                  <a:close/>
                  <a:moveTo>
                    <a:pt x="5273" y="3495"/>
                  </a:moveTo>
                  <a:cubicBezTo>
                    <a:pt x="5638" y="3495"/>
                    <a:pt x="5994" y="3916"/>
                    <a:pt x="5694" y="4317"/>
                  </a:cubicBezTo>
                  <a:lnTo>
                    <a:pt x="5694" y="4331"/>
                  </a:lnTo>
                  <a:cubicBezTo>
                    <a:pt x="5319" y="4869"/>
                    <a:pt x="4732" y="5138"/>
                    <a:pt x="4147" y="5138"/>
                  </a:cubicBezTo>
                  <a:cubicBezTo>
                    <a:pt x="3557" y="5138"/>
                    <a:pt x="2969" y="4865"/>
                    <a:pt x="2599" y="4317"/>
                  </a:cubicBezTo>
                  <a:cubicBezTo>
                    <a:pt x="2347" y="3914"/>
                    <a:pt x="2688" y="3526"/>
                    <a:pt x="3044" y="3526"/>
                  </a:cubicBezTo>
                  <a:cubicBezTo>
                    <a:pt x="3190" y="3526"/>
                    <a:pt x="3339" y="3592"/>
                    <a:pt x="3451" y="3749"/>
                  </a:cubicBezTo>
                  <a:cubicBezTo>
                    <a:pt x="3621" y="3997"/>
                    <a:pt x="3887" y="4121"/>
                    <a:pt x="4154" y="4121"/>
                  </a:cubicBezTo>
                  <a:cubicBezTo>
                    <a:pt x="4420" y="4121"/>
                    <a:pt x="4686" y="3997"/>
                    <a:pt x="4856" y="3749"/>
                  </a:cubicBezTo>
                  <a:cubicBezTo>
                    <a:pt x="4965" y="3569"/>
                    <a:pt x="5120" y="3495"/>
                    <a:pt x="5273" y="3495"/>
                  </a:cubicBezTo>
                  <a:close/>
                  <a:moveTo>
                    <a:pt x="4161" y="0"/>
                  </a:moveTo>
                  <a:cubicBezTo>
                    <a:pt x="1392" y="0"/>
                    <a:pt x="1" y="3337"/>
                    <a:pt x="1960" y="5296"/>
                  </a:cubicBezTo>
                  <a:cubicBezTo>
                    <a:pt x="2593" y="5929"/>
                    <a:pt x="3370" y="6213"/>
                    <a:pt x="4132" y="6213"/>
                  </a:cubicBezTo>
                  <a:cubicBezTo>
                    <a:pt x="5727" y="6213"/>
                    <a:pt x="7256" y="4970"/>
                    <a:pt x="7256" y="3096"/>
                  </a:cubicBezTo>
                  <a:cubicBezTo>
                    <a:pt x="7256" y="1392"/>
                    <a:pt x="5864" y="0"/>
                    <a:pt x="416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47">
              <a:extLst>
                <a:ext uri="{FF2B5EF4-FFF2-40B4-BE49-F238E27FC236}">
                  <a16:creationId xmlns:a16="http://schemas.microsoft.com/office/drawing/2014/main" id="{CF6C2279-E7FB-71BF-CDE1-C3469949E720}"/>
                </a:ext>
              </a:extLst>
            </p:cNvPr>
            <p:cNvSpPr/>
            <p:nvPr/>
          </p:nvSpPr>
          <p:spPr>
            <a:xfrm>
              <a:off x="4741725" y="1951500"/>
              <a:ext cx="351075" cy="434100"/>
            </a:xfrm>
            <a:custGeom>
              <a:avLst/>
              <a:gdLst/>
              <a:ahLst/>
              <a:cxnLst/>
              <a:rect l="l" t="t" r="r" b="b"/>
              <a:pathLst>
                <a:path w="14043" h="17364" extrusionOk="0">
                  <a:moveTo>
                    <a:pt x="7827" y="2036"/>
                  </a:moveTo>
                  <a:cubicBezTo>
                    <a:pt x="9948" y="2036"/>
                    <a:pt x="11984" y="3682"/>
                    <a:pt x="11984" y="6162"/>
                  </a:cubicBezTo>
                  <a:cubicBezTo>
                    <a:pt x="11984" y="8433"/>
                    <a:pt x="10138" y="10279"/>
                    <a:pt x="7867" y="10293"/>
                  </a:cubicBezTo>
                  <a:cubicBezTo>
                    <a:pt x="4189" y="10293"/>
                    <a:pt x="2344" y="5849"/>
                    <a:pt x="4942" y="3251"/>
                  </a:cubicBezTo>
                  <a:cubicBezTo>
                    <a:pt x="5782" y="2411"/>
                    <a:pt x="6814" y="2036"/>
                    <a:pt x="7827" y="2036"/>
                  </a:cubicBezTo>
                  <a:close/>
                  <a:moveTo>
                    <a:pt x="7876" y="0"/>
                  </a:moveTo>
                  <a:cubicBezTo>
                    <a:pt x="7084" y="0"/>
                    <a:pt x="6285" y="153"/>
                    <a:pt x="5524" y="468"/>
                  </a:cubicBezTo>
                  <a:cubicBezTo>
                    <a:pt x="3224" y="1420"/>
                    <a:pt x="1719" y="3663"/>
                    <a:pt x="1719" y="6147"/>
                  </a:cubicBezTo>
                  <a:lnTo>
                    <a:pt x="1719" y="7425"/>
                  </a:lnTo>
                  <a:lnTo>
                    <a:pt x="185" y="10307"/>
                  </a:lnTo>
                  <a:cubicBezTo>
                    <a:pt x="1" y="10634"/>
                    <a:pt x="256" y="11046"/>
                    <a:pt x="640" y="11046"/>
                  </a:cubicBezTo>
                  <a:lnTo>
                    <a:pt x="1719" y="11046"/>
                  </a:lnTo>
                  <a:lnTo>
                    <a:pt x="1719" y="12309"/>
                  </a:lnTo>
                  <a:cubicBezTo>
                    <a:pt x="1719" y="14070"/>
                    <a:pt x="3153" y="15504"/>
                    <a:pt x="4913" y="15504"/>
                  </a:cubicBezTo>
                  <a:lnTo>
                    <a:pt x="6816" y="15504"/>
                  </a:lnTo>
                  <a:lnTo>
                    <a:pt x="6816" y="16853"/>
                  </a:lnTo>
                  <a:cubicBezTo>
                    <a:pt x="6816" y="17137"/>
                    <a:pt x="7043" y="17364"/>
                    <a:pt x="7327" y="17364"/>
                  </a:cubicBezTo>
                  <a:lnTo>
                    <a:pt x="13532" y="17364"/>
                  </a:lnTo>
                  <a:cubicBezTo>
                    <a:pt x="13816" y="17364"/>
                    <a:pt x="14043" y="17137"/>
                    <a:pt x="14043" y="16853"/>
                  </a:cubicBezTo>
                  <a:lnTo>
                    <a:pt x="14043" y="6147"/>
                  </a:lnTo>
                  <a:cubicBezTo>
                    <a:pt x="14043" y="4515"/>
                    <a:pt x="13390" y="2953"/>
                    <a:pt x="12240" y="1803"/>
                  </a:cubicBezTo>
                  <a:lnTo>
                    <a:pt x="12225" y="1803"/>
                  </a:lnTo>
                  <a:cubicBezTo>
                    <a:pt x="11048" y="625"/>
                    <a:pt x="9476" y="0"/>
                    <a:pt x="787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0" name="Google Shape;850;p47">
            <a:extLst>
              <a:ext uri="{FF2B5EF4-FFF2-40B4-BE49-F238E27FC236}">
                <a16:creationId xmlns:a16="http://schemas.microsoft.com/office/drawing/2014/main" id="{3DA38005-F7BA-21F5-66B3-691E233C87E6}"/>
              </a:ext>
            </a:extLst>
          </p:cNvPr>
          <p:cNvGrpSpPr/>
          <p:nvPr/>
        </p:nvGrpSpPr>
        <p:grpSpPr>
          <a:xfrm>
            <a:off x="782101" y="1850323"/>
            <a:ext cx="503700" cy="434450"/>
            <a:chOff x="203325" y="1951200"/>
            <a:chExt cx="503700" cy="434450"/>
          </a:xfrm>
        </p:grpSpPr>
        <p:sp>
          <p:nvSpPr>
            <p:cNvPr id="851" name="Google Shape;851;p47">
              <a:extLst>
                <a:ext uri="{FF2B5EF4-FFF2-40B4-BE49-F238E27FC236}">
                  <a16:creationId xmlns:a16="http://schemas.microsoft.com/office/drawing/2014/main" id="{A53FD825-E291-7990-DE50-78505F288130}"/>
                </a:ext>
              </a:extLst>
            </p:cNvPr>
            <p:cNvSpPr/>
            <p:nvPr/>
          </p:nvSpPr>
          <p:spPr>
            <a:xfrm>
              <a:off x="203325" y="1951475"/>
              <a:ext cx="241050" cy="206125"/>
            </a:xfrm>
            <a:custGeom>
              <a:avLst/>
              <a:gdLst/>
              <a:ahLst/>
              <a:cxnLst/>
              <a:rect l="l" t="t" r="r" b="b"/>
              <a:pathLst>
                <a:path w="9642" h="8245" extrusionOk="0">
                  <a:moveTo>
                    <a:pt x="4434" y="2613"/>
                  </a:moveTo>
                  <a:cubicBezTo>
                    <a:pt x="4442" y="2613"/>
                    <a:pt x="4450" y="2613"/>
                    <a:pt x="4459" y="2613"/>
                  </a:cubicBezTo>
                  <a:cubicBezTo>
                    <a:pt x="4913" y="2613"/>
                    <a:pt x="5140" y="3153"/>
                    <a:pt x="4828" y="3479"/>
                  </a:cubicBezTo>
                  <a:cubicBezTo>
                    <a:pt x="4724" y="3579"/>
                    <a:pt x="4597" y="3624"/>
                    <a:pt x="4472" y="3624"/>
                  </a:cubicBezTo>
                  <a:cubicBezTo>
                    <a:pt x="4205" y="3624"/>
                    <a:pt x="3948" y="3420"/>
                    <a:pt x="3948" y="3110"/>
                  </a:cubicBezTo>
                  <a:cubicBezTo>
                    <a:pt x="3948" y="2835"/>
                    <a:pt x="4162" y="2613"/>
                    <a:pt x="4434" y="2613"/>
                  </a:cubicBezTo>
                  <a:close/>
                  <a:moveTo>
                    <a:pt x="6577" y="2613"/>
                  </a:moveTo>
                  <a:cubicBezTo>
                    <a:pt x="7020" y="2613"/>
                    <a:pt x="7238" y="3157"/>
                    <a:pt x="6929" y="3479"/>
                  </a:cubicBezTo>
                  <a:cubicBezTo>
                    <a:pt x="6825" y="3579"/>
                    <a:pt x="6698" y="3624"/>
                    <a:pt x="6573" y="3624"/>
                  </a:cubicBezTo>
                  <a:cubicBezTo>
                    <a:pt x="6306" y="3624"/>
                    <a:pt x="6049" y="3420"/>
                    <a:pt x="6049" y="3110"/>
                  </a:cubicBezTo>
                  <a:cubicBezTo>
                    <a:pt x="6063" y="2840"/>
                    <a:pt x="6290" y="2613"/>
                    <a:pt x="6560" y="2613"/>
                  </a:cubicBezTo>
                  <a:cubicBezTo>
                    <a:pt x="6566" y="2613"/>
                    <a:pt x="6572" y="2613"/>
                    <a:pt x="6577" y="2613"/>
                  </a:cubicBezTo>
                  <a:close/>
                  <a:moveTo>
                    <a:pt x="4386" y="4494"/>
                  </a:moveTo>
                  <a:cubicBezTo>
                    <a:pt x="4544" y="4494"/>
                    <a:pt x="4704" y="4571"/>
                    <a:pt x="4814" y="4757"/>
                  </a:cubicBezTo>
                  <a:cubicBezTo>
                    <a:pt x="4977" y="5006"/>
                    <a:pt x="5243" y="5130"/>
                    <a:pt x="5509" y="5130"/>
                  </a:cubicBezTo>
                  <a:cubicBezTo>
                    <a:pt x="5776" y="5130"/>
                    <a:pt x="6042" y="5006"/>
                    <a:pt x="6205" y="4757"/>
                  </a:cubicBezTo>
                  <a:cubicBezTo>
                    <a:pt x="6317" y="4579"/>
                    <a:pt x="6472" y="4506"/>
                    <a:pt x="6625" y="4506"/>
                  </a:cubicBezTo>
                  <a:cubicBezTo>
                    <a:pt x="6998" y="4506"/>
                    <a:pt x="7359" y="4937"/>
                    <a:pt x="7057" y="5339"/>
                  </a:cubicBezTo>
                  <a:cubicBezTo>
                    <a:pt x="6683" y="5882"/>
                    <a:pt x="6099" y="6152"/>
                    <a:pt x="5516" y="6152"/>
                  </a:cubicBezTo>
                  <a:cubicBezTo>
                    <a:pt x="4924" y="6152"/>
                    <a:pt x="4333" y="5875"/>
                    <a:pt x="3962" y="5325"/>
                  </a:cubicBezTo>
                  <a:cubicBezTo>
                    <a:pt x="3653" y="4917"/>
                    <a:pt x="4015" y="4494"/>
                    <a:pt x="4386" y="4494"/>
                  </a:cubicBezTo>
                  <a:close/>
                  <a:moveTo>
                    <a:pt x="5509" y="1"/>
                  </a:moveTo>
                  <a:cubicBezTo>
                    <a:pt x="1846" y="1"/>
                    <a:pt x="1" y="4430"/>
                    <a:pt x="2599" y="7029"/>
                  </a:cubicBezTo>
                  <a:cubicBezTo>
                    <a:pt x="3439" y="7868"/>
                    <a:pt x="4470" y="8244"/>
                    <a:pt x="5481" y="8244"/>
                  </a:cubicBezTo>
                  <a:cubicBezTo>
                    <a:pt x="7599" y="8244"/>
                    <a:pt x="9631" y="6597"/>
                    <a:pt x="9641" y="4118"/>
                  </a:cubicBezTo>
                  <a:cubicBezTo>
                    <a:pt x="9627" y="1846"/>
                    <a:pt x="7781" y="1"/>
                    <a:pt x="550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47">
              <a:extLst>
                <a:ext uri="{FF2B5EF4-FFF2-40B4-BE49-F238E27FC236}">
                  <a16:creationId xmlns:a16="http://schemas.microsoft.com/office/drawing/2014/main" id="{6A64C496-3755-DFDB-FBC2-88798BFB6DD7}"/>
                </a:ext>
              </a:extLst>
            </p:cNvPr>
            <p:cNvSpPr/>
            <p:nvPr/>
          </p:nvSpPr>
          <p:spPr>
            <a:xfrm>
              <a:off x="203325" y="2179350"/>
              <a:ext cx="241050" cy="206300"/>
            </a:xfrm>
            <a:custGeom>
              <a:avLst/>
              <a:gdLst/>
              <a:ahLst/>
              <a:cxnLst/>
              <a:rect l="l" t="t" r="r" b="b"/>
              <a:pathLst>
                <a:path w="9642" h="8252" extrusionOk="0">
                  <a:moveTo>
                    <a:pt x="4459" y="2613"/>
                  </a:moveTo>
                  <a:cubicBezTo>
                    <a:pt x="4913" y="2613"/>
                    <a:pt x="5140" y="3167"/>
                    <a:pt x="4828" y="3479"/>
                  </a:cubicBezTo>
                  <a:cubicBezTo>
                    <a:pt x="4721" y="3586"/>
                    <a:pt x="4591" y="3633"/>
                    <a:pt x="4463" y="3633"/>
                  </a:cubicBezTo>
                  <a:cubicBezTo>
                    <a:pt x="4199" y="3633"/>
                    <a:pt x="3948" y="3430"/>
                    <a:pt x="3948" y="3124"/>
                  </a:cubicBezTo>
                  <a:cubicBezTo>
                    <a:pt x="3948" y="2840"/>
                    <a:pt x="4175" y="2613"/>
                    <a:pt x="4459" y="2613"/>
                  </a:cubicBezTo>
                  <a:close/>
                  <a:moveTo>
                    <a:pt x="6560" y="2613"/>
                  </a:moveTo>
                  <a:cubicBezTo>
                    <a:pt x="7014" y="2613"/>
                    <a:pt x="7242" y="3167"/>
                    <a:pt x="6929" y="3479"/>
                  </a:cubicBezTo>
                  <a:cubicBezTo>
                    <a:pt x="6823" y="3586"/>
                    <a:pt x="6693" y="3633"/>
                    <a:pt x="6567" y="3633"/>
                  </a:cubicBezTo>
                  <a:cubicBezTo>
                    <a:pt x="6307" y="3633"/>
                    <a:pt x="6059" y="3430"/>
                    <a:pt x="6049" y="3124"/>
                  </a:cubicBezTo>
                  <a:cubicBezTo>
                    <a:pt x="6063" y="2840"/>
                    <a:pt x="6290" y="2613"/>
                    <a:pt x="6560" y="2613"/>
                  </a:cubicBezTo>
                  <a:close/>
                  <a:moveTo>
                    <a:pt x="5514" y="4526"/>
                  </a:moveTo>
                  <a:cubicBezTo>
                    <a:pt x="6096" y="4526"/>
                    <a:pt x="6676" y="4796"/>
                    <a:pt x="7043" y="5339"/>
                  </a:cubicBezTo>
                  <a:cubicBezTo>
                    <a:pt x="7213" y="5581"/>
                    <a:pt x="7142" y="5893"/>
                    <a:pt x="6915" y="6049"/>
                  </a:cubicBezTo>
                  <a:lnTo>
                    <a:pt x="6915" y="6063"/>
                  </a:lnTo>
                  <a:cubicBezTo>
                    <a:pt x="6830" y="6122"/>
                    <a:pt x="6730" y="6151"/>
                    <a:pt x="6631" y="6151"/>
                  </a:cubicBezTo>
                  <a:cubicBezTo>
                    <a:pt x="6466" y="6151"/>
                    <a:pt x="6303" y="6072"/>
                    <a:pt x="6205" y="5921"/>
                  </a:cubicBezTo>
                  <a:cubicBezTo>
                    <a:pt x="6042" y="5673"/>
                    <a:pt x="5776" y="5549"/>
                    <a:pt x="5508" y="5549"/>
                  </a:cubicBezTo>
                  <a:cubicBezTo>
                    <a:pt x="5240" y="5549"/>
                    <a:pt x="4970" y="5673"/>
                    <a:pt x="4800" y="5921"/>
                  </a:cubicBezTo>
                  <a:cubicBezTo>
                    <a:pt x="4714" y="6063"/>
                    <a:pt x="4544" y="6149"/>
                    <a:pt x="4388" y="6149"/>
                  </a:cubicBezTo>
                  <a:cubicBezTo>
                    <a:pt x="4274" y="6149"/>
                    <a:pt x="4175" y="6120"/>
                    <a:pt x="4104" y="6063"/>
                  </a:cubicBezTo>
                  <a:cubicBezTo>
                    <a:pt x="3862" y="5907"/>
                    <a:pt x="3806" y="5595"/>
                    <a:pt x="3962" y="5353"/>
                  </a:cubicBezTo>
                  <a:cubicBezTo>
                    <a:pt x="4333" y="4803"/>
                    <a:pt x="4924" y="4526"/>
                    <a:pt x="5514" y="4526"/>
                  </a:cubicBezTo>
                  <a:close/>
                  <a:moveTo>
                    <a:pt x="5509" y="1"/>
                  </a:moveTo>
                  <a:cubicBezTo>
                    <a:pt x="1846" y="1"/>
                    <a:pt x="1" y="4445"/>
                    <a:pt x="2599" y="7043"/>
                  </a:cubicBezTo>
                  <a:cubicBezTo>
                    <a:pt x="3438" y="7878"/>
                    <a:pt x="4470" y="8252"/>
                    <a:pt x="5482" y="8252"/>
                  </a:cubicBezTo>
                  <a:cubicBezTo>
                    <a:pt x="7604" y="8252"/>
                    <a:pt x="9641" y="6608"/>
                    <a:pt x="9641" y="4118"/>
                  </a:cubicBezTo>
                  <a:cubicBezTo>
                    <a:pt x="9627" y="1847"/>
                    <a:pt x="7781" y="1"/>
                    <a:pt x="550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47">
              <a:extLst>
                <a:ext uri="{FF2B5EF4-FFF2-40B4-BE49-F238E27FC236}">
                  <a16:creationId xmlns:a16="http://schemas.microsoft.com/office/drawing/2014/main" id="{41CF914B-760F-A354-3539-F55C43D964FB}"/>
                </a:ext>
              </a:extLst>
            </p:cNvPr>
            <p:cNvSpPr/>
            <p:nvPr/>
          </p:nvSpPr>
          <p:spPr>
            <a:xfrm>
              <a:off x="466350" y="1951200"/>
              <a:ext cx="240675" cy="206175"/>
            </a:xfrm>
            <a:custGeom>
              <a:avLst/>
              <a:gdLst/>
              <a:ahLst/>
              <a:cxnLst/>
              <a:rect l="l" t="t" r="r" b="b"/>
              <a:pathLst>
                <a:path w="9627" h="8247" extrusionOk="0">
                  <a:moveTo>
                    <a:pt x="3084" y="2624"/>
                  </a:moveTo>
                  <a:cubicBezTo>
                    <a:pt x="3527" y="2624"/>
                    <a:pt x="3745" y="3168"/>
                    <a:pt x="3422" y="3490"/>
                  </a:cubicBezTo>
                  <a:cubicBezTo>
                    <a:pt x="3322" y="3590"/>
                    <a:pt x="3198" y="3635"/>
                    <a:pt x="3075" y="3635"/>
                  </a:cubicBezTo>
                  <a:cubicBezTo>
                    <a:pt x="2813" y="3635"/>
                    <a:pt x="2556" y="3431"/>
                    <a:pt x="2556" y="3121"/>
                  </a:cubicBezTo>
                  <a:cubicBezTo>
                    <a:pt x="2556" y="2851"/>
                    <a:pt x="2783" y="2624"/>
                    <a:pt x="3067" y="2624"/>
                  </a:cubicBezTo>
                  <a:cubicBezTo>
                    <a:pt x="3073" y="2624"/>
                    <a:pt x="3079" y="2624"/>
                    <a:pt x="3084" y="2624"/>
                  </a:cubicBezTo>
                  <a:close/>
                  <a:moveTo>
                    <a:pt x="5143" y="2624"/>
                  </a:moveTo>
                  <a:cubicBezTo>
                    <a:pt x="5152" y="2624"/>
                    <a:pt x="5160" y="2624"/>
                    <a:pt x="5168" y="2624"/>
                  </a:cubicBezTo>
                  <a:cubicBezTo>
                    <a:pt x="5623" y="2624"/>
                    <a:pt x="5850" y="3164"/>
                    <a:pt x="5523" y="3490"/>
                  </a:cubicBezTo>
                  <a:cubicBezTo>
                    <a:pt x="5424" y="3590"/>
                    <a:pt x="5300" y="3635"/>
                    <a:pt x="5177" y="3635"/>
                  </a:cubicBezTo>
                  <a:cubicBezTo>
                    <a:pt x="4914" y="3635"/>
                    <a:pt x="4657" y="3431"/>
                    <a:pt x="4657" y="3121"/>
                  </a:cubicBezTo>
                  <a:cubicBezTo>
                    <a:pt x="4657" y="2846"/>
                    <a:pt x="4871" y="2624"/>
                    <a:pt x="5143" y="2624"/>
                  </a:cubicBezTo>
                  <a:close/>
                  <a:moveTo>
                    <a:pt x="3013" y="4795"/>
                  </a:moveTo>
                  <a:cubicBezTo>
                    <a:pt x="3026" y="4795"/>
                    <a:pt x="3039" y="4796"/>
                    <a:pt x="3053" y="4796"/>
                  </a:cubicBezTo>
                  <a:lnTo>
                    <a:pt x="5183" y="4796"/>
                  </a:lnTo>
                  <a:cubicBezTo>
                    <a:pt x="5822" y="4839"/>
                    <a:pt x="5822" y="5776"/>
                    <a:pt x="5183" y="5819"/>
                  </a:cubicBezTo>
                  <a:lnTo>
                    <a:pt x="3053" y="5819"/>
                  </a:lnTo>
                  <a:cubicBezTo>
                    <a:pt x="3039" y="5820"/>
                    <a:pt x="3026" y="5820"/>
                    <a:pt x="3013" y="5820"/>
                  </a:cubicBezTo>
                  <a:cubicBezTo>
                    <a:pt x="2342" y="5820"/>
                    <a:pt x="2342" y="4795"/>
                    <a:pt x="3013" y="4795"/>
                  </a:cubicBezTo>
                  <a:close/>
                  <a:moveTo>
                    <a:pt x="4140" y="0"/>
                  </a:moveTo>
                  <a:cubicBezTo>
                    <a:pt x="2025" y="0"/>
                    <a:pt x="0" y="1643"/>
                    <a:pt x="0" y="4129"/>
                  </a:cubicBezTo>
                  <a:cubicBezTo>
                    <a:pt x="0" y="6401"/>
                    <a:pt x="1846" y="8247"/>
                    <a:pt x="4118" y="8247"/>
                  </a:cubicBezTo>
                  <a:cubicBezTo>
                    <a:pt x="7781" y="8247"/>
                    <a:pt x="9627" y="3803"/>
                    <a:pt x="7028" y="1219"/>
                  </a:cubicBezTo>
                  <a:cubicBezTo>
                    <a:pt x="6187" y="377"/>
                    <a:pt x="5153" y="0"/>
                    <a:pt x="414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47">
              <a:extLst>
                <a:ext uri="{FF2B5EF4-FFF2-40B4-BE49-F238E27FC236}">
                  <a16:creationId xmlns:a16="http://schemas.microsoft.com/office/drawing/2014/main" id="{4DD1D722-8BFA-C227-7A7F-12B694288E60}"/>
                </a:ext>
              </a:extLst>
            </p:cNvPr>
            <p:cNvSpPr/>
            <p:nvPr/>
          </p:nvSpPr>
          <p:spPr>
            <a:xfrm>
              <a:off x="431550" y="2179350"/>
              <a:ext cx="240700" cy="206300"/>
            </a:xfrm>
            <a:custGeom>
              <a:avLst/>
              <a:gdLst/>
              <a:ahLst/>
              <a:cxnLst/>
              <a:rect l="l" t="t" r="r" b="b"/>
              <a:pathLst>
                <a:path w="9628" h="8252" extrusionOk="0">
                  <a:moveTo>
                    <a:pt x="4069" y="2370"/>
                  </a:moveTo>
                  <a:cubicBezTo>
                    <a:pt x="4168" y="2370"/>
                    <a:pt x="4269" y="2398"/>
                    <a:pt x="4360" y="2457"/>
                  </a:cubicBezTo>
                  <a:lnTo>
                    <a:pt x="4871" y="2812"/>
                  </a:lnTo>
                  <a:cubicBezTo>
                    <a:pt x="5317" y="3129"/>
                    <a:pt x="5015" y="3738"/>
                    <a:pt x="4576" y="3738"/>
                  </a:cubicBezTo>
                  <a:cubicBezTo>
                    <a:pt x="4485" y="3738"/>
                    <a:pt x="4387" y="3711"/>
                    <a:pt x="4289" y="3650"/>
                  </a:cubicBezTo>
                  <a:lnTo>
                    <a:pt x="3778" y="3309"/>
                  </a:lnTo>
                  <a:cubicBezTo>
                    <a:pt x="3550" y="3139"/>
                    <a:pt x="3494" y="2826"/>
                    <a:pt x="3650" y="2599"/>
                  </a:cubicBezTo>
                  <a:cubicBezTo>
                    <a:pt x="3747" y="2448"/>
                    <a:pt x="3906" y="2370"/>
                    <a:pt x="4069" y="2370"/>
                  </a:cubicBezTo>
                  <a:close/>
                  <a:moveTo>
                    <a:pt x="6929" y="2393"/>
                  </a:moveTo>
                  <a:cubicBezTo>
                    <a:pt x="7360" y="2393"/>
                    <a:pt x="7654" y="2989"/>
                    <a:pt x="7228" y="3309"/>
                  </a:cubicBezTo>
                  <a:lnTo>
                    <a:pt x="7228" y="3295"/>
                  </a:lnTo>
                  <a:lnTo>
                    <a:pt x="6731" y="3664"/>
                  </a:lnTo>
                  <a:cubicBezTo>
                    <a:pt x="6646" y="3706"/>
                    <a:pt x="6546" y="3749"/>
                    <a:pt x="6447" y="3749"/>
                  </a:cubicBezTo>
                  <a:cubicBezTo>
                    <a:pt x="5936" y="3749"/>
                    <a:pt x="5737" y="3096"/>
                    <a:pt x="6149" y="2812"/>
                  </a:cubicBezTo>
                  <a:lnTo>
                    <a:pt x="6660" y="2471"/>
                  </a:lnTo>
                  <a:cubicBezTo>
                    <a:pt x="6752" y="2417"/>
                    <a:pt x="6843" y="2393"/>
                    <a:pt x="6929" y="2393"/>
                  </a:cubicBezTo>
                  <a:close/>
                  <a:moveTo>
                    <a:pt x="6610" y="4531"/>
                  </a:moveTo>
                  <a:cubicBezTo>
                    <a:pt x="6970" y="4531"/>
                    <a:pt x="7316" y="4935"/>
                    <a:pt x="7043" y="5339"/>
                  </a:cubicBezTo>
                  <a:cubicBezTo>
                    <a:pt x="6676" y="5882"/>
                    <a:pt x="6092" y="6152"/>
                    <a:pt x="5509" y="6152"/>
                  </a:cubicBezTo>
                  <a:cubicBezTo>
                    <a:pt x="4918" y="6152"/>
                    <a:pt x="4327" y="5875"/>
                    <a:pt x="3962" y="5325"/>
                  </a:cubicBezTo>
                  <a:cubicBezTo>
                    <a:pt x="3709" y="4930"/>
                    <a:pt x="4047" y="4543"/>
                    <a:pt x="4402" y="4543"/>
                  </a:cubicBezTo>
                  <a:cubicBezTo>
                    <a:pt x="4544" y="4543"/>
                    <a:pt x="4690" y="4606"/>
                    <a:pt x="4800" y="4757"/>
                  </a:cubicBezTo>
                  <a:cubicBezTo>
                    <a:pt x="4970" y="5006"/>
                    <a:pt x="5236" y="5130"/>
                    <a:pt x="5503" y="5130"/>
                  </a:cubicBezTo>
                  <a:cubicBezTo>
                    <a:pt x="5769" y="5130"/>
                    <a:pt x="6035" y="5006"/>
                    <a:pt x="6205" y="4757"/>
                  </a:cubicBezTo>
                  <a:cubicBezTo>
                    <a:pt x="6316" y="4597"/>
                    <a:pt x="6464" y="4531"/>
                    <a:pt x="6610" y="4531"/>
                  </a:cubicBezTo>
                  <a:close/>
                  <a:moveTo>
                    <a:pt x="5510" y="1"/>
                  </a:moveTo>
                  <a:cubicBezTo>
                    <a:pt x="1832" y="1"/>
                    <a:pt x="1" y="4445"/>
                    <a:pt x="2599" y="7043"/>
                  </a:cubicBezTo>
                  <a:cubicBezTo>
                    <a:pt x="3434" y="7878"/>
                    <a:pt x="4462" y="8252"/>
                    <a:pt x="5472" y="8252"/>
                  </a:cubicBezTo>
                  <a:cubicBezTo>
                    <a:pt x="7590" y="8252"/>
                    <a:pt x="9627" y="6608"/>
                    <a:pt x="9627" y="4118"/>
                  </a:cubicBezTo>
                  <a:cubicBezTo>
                    <a:pt x="9627" y="1847"/>
                    <a:pt x="7781" y="1"/>
                    <a:pt x="551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55" name="Google Shape;855;p47">
            <a:extLst>
              <a:ext uri="{FF2B5EF4-FFF2-40B4-BE49-F238E27FC236}">
                <a16:creationId xmlns:a16="http://schemas.microsoft.com/office/drawing/2014/main" id="{51373D91-BD0F-2873-AD06-F434077464C9}"/>
              </a:ext>
            </a:extLst>
          </p:cNvPr>
          <p:cNvSpPr/>
          <p:nvPr/>
        </p:nvSpPr>
        <p:spPr>
          <a:xfrm>
            <a:off x="7765337" y="1850486"/>
            <a:ext cx="462875" cy="434125"/>
          </a:xfrm>
          <a:custGeom>
            <a:avLst/>
            <a:gdLst/>
            <a:ahLst/>
            <a:cxnLst/>
            <a:rect l="l" t="t" r="r" b="b"/>
            <a:pathLst>
              <a:path w="18515" h="17365" extrusionOk="0">
                <a:moveTo>
                  <a:pt x="6802" y="1"/>
                </a:moveTo>
                <a:cubicBezTo>
                  <a:pt x="5126" y="1"/>
                  <a:pt x="3735" y="1293"/>
                  <a:pt x="3607" y="2968"/>
                </a:cubicBezTo>
                <a:cubicBezTo>
                  <a:pt x="2698" y="3380"/>
                  <a:pt x="2159" y="4331"/>
                  <a:pt x="2258" y="5325"/>
                </a:cubicBezTo>
                <a:lnTo>
                  <a:pt x="5566" y="5325"/>
                </a:lnTo>
                <a:lnTo>
                  <a:pt x="5566" y="3962"/>
                </a:lnTo>
                <a:cubicBezTo>
                  <a:pt x="5566" y="3621"/>
                  <a:pt x="5822" y="3451"/>
                  <a:pt x="6078" y="3451"/>
                </a:cubicBezTo>
                <a:cubicBezTo>
                  <a:pt x="6333" y="3451"/>
                  <a:pt x="6589" y="3621"/>
                  <a:pt x="6589" y="3962"/>
                </a:cubicBezTo>
                <a:lnTo>
                  <a:pt x="6589" y="5325"/>
                </a:lnTo>
                <a:lnTo>
                  <a:pt x="6887" y="5325"/>
                </a:lnTo>
                <a:cubicBezTo>
                  <a:pt x="7455" y="5325"/>
                  <a:pt x="7909" y="5779"/>
                  <a:pt x="7909" y="6333"/>
                </a:cubicBezTo>
                <a:lnTo>
                  <a:pt x="7909" y="6873"/>
                </a:lnTo>
                <a:lnTo>
                  <a:pt x="8406" y="6873"/>
                </a:lnTo>
                <a:cubicBezTo>
                  <a:pt x="9088" y="6873"/>
                  <a:pt x="9088" y="7895"/>
                  <a:pt x="8406" y="7895"/>
                </a:cubicBezTo>
                <a:lnTo>
                  <a:pt x="7909" y="7895"/>
                </a:lnTo>
                <a:lnTo>
                  <a:pt x="7909" y="8818"/>
                </a:lnTo>
                <a:cubicBezTo>
                  <a:pt x="7888" y="9137"/>
                  <a:pt x="7643" y="9297"/>
                  <a:pt x="7398" y="9297"/>
                </a:cubicBezTo>
                <a:cubicBezTo>
                  <a:pt x="7153" y="9297"/>
                  <a:pt x="6908" y="9137"/>
                  <a:pt x="6887" y="8818"/>
                </a:cubicBezTo>
                <a:lnTo>
                  <a:pt x="6887" y="6347"/>
                </a:lnTo>
                <a:lnTo>
                  <a:pt x="4998" y="6347"/>
                </a:lnTo>
                <a:lnTo>
                  <a:pt x="4998" y="7866"/>
                </a:lnTo>
                <a:cubicBezTo>
                  <a:pt x="4977" y="8186"/>
                  <a:pt x="4732" y="8346"/>
                  <a:pt x="4487" y="8346"/>
                </a:cubicBezTo>
                <a:cubicBezTo>
                  <a:pt x="4242" y="8346"/>
                  <a:pt x="3998" y="8186"/>
                  <a:pt x="3976" y="7866"/>
                </a:cubicBezTo>
                <a:lnTo>
                  <a:pt x="3976" y="6347"/>
                </a:lnTo>
                <a:lnTo>
                  <a:pt x="1477" y="6347"/>
                </a:lnTo>
                <a:cubicBezTo>
                  <a:pt x="1" y="7994"/>
                  <a:pt x="412" y="10592"/>
                  <a:pt x="2315" y="11714"/>
                </a:cubicBezTo>
                <a:cubicBezTo>
                  <a:pt x="2187" y="12225"/>
                  <a:pt x="2230" y="12765"/>
                  <a:pt x="2457" y="13233"/>
                </a:cubicBezTo>
                <a:cubicBezTo>
                  <a:pt x="2500" y="13347"/>
                  <a:pt x="2556" y="13446"/>
                  <a:pt x="2613" y="13531"/>
                </a:cubicBezTo>
                <a:lnTo>
                  <a:pt x="5879" y="13531"/>
                </a:lnTo>
                <a:lnTo>
                  <a:pt x="5879" y="11260"/>
                </a:lnTo>
                <a:lnTo>
                  <a:pt x="4984" y="11260"/>
                </a:lnTo>
                <a:cubicBezTo>
                  <a:pt x="4303" y="11260"/>
                  <a:pt x="4303" y="10237"/>
                  <a:pt x="4984" y="10237"/>
                </a:cubicBezTo>
                <a:lnTo>
                  <a:pt x="5879" y="10237"/>
                </a:lnTo>
                <a:cubicBezTo>
                  <a:pt x="6432" y="10237"/>
                  <a:pt x="6887" y="10692"/>
                  <a:pt x="6887" y="11260"/>
                </a:cubicBezTo>
                <a:lnTo>
                  <a:pt x="6887" y="11884"/>
                </a:lnTo>
                <a:lnTo>
                  <a:pt x="7327" y="11884"/>
                </a:lnTo>
                <a:cubicBezTo>
                  <a:pt x="7340" y="11884"/>
                  <a:pt x="7353" y="11883"/>
                  <a:pt x="7366" y="11883"/>
                </a:cubicBezTo>
                <a:cubicBezTo>
                  <a:pt x="8024" y="11883"/>
                  <a:pt x="8024" y="12908"/>
                  <a:pt x="7366" y="12908"/>
                </a:cubicBezTo>
                <a:cubicBezTo>
                  <a:pt x="7353" y="12908"/>
                  <a:pt x="7340" y="12907"/>
                  <a:pt x="7327" y="12907"/>
                </a:cubicBezTo>
                <a:lnTo>
                  <a:pt x="6887" y="12907"/>
                </a:lnTo>
                <a:lnTo>
                  <a:pt x="6887" y="13531"/>
                </a:lnTo>
                <a:cubicBezTo>
                  <a:pt x="6873" y="14099"/>
                  <a:pt x="6418" y="14554"/>
                  <a:pt x="5865" y="14554"/>
                </a:cubicBezTo>
                <a:lnTo>
                  <a:pt x="3607" y="14554"/>
                </a:lnTo>
                <a:cubicBezTo>
                  <a:pt x="3825" y="16265"/>
                  <a:pt x="5275" y="17362"/>
                  <a:pt x="6803" y="17362"/>
                </a:cubicBezTo>
                <a:cubicBezTo>
                  <a:pt x="7468" y="17362"/>
                  <a:pt x="8148" y="17154"/>
                  <a:pt x="8747" y="16698"/>
                </a:cubicBezTo>
                <a:lnTo>
                  <a:pt x="8747" y="14071"/>
                </a:lnTo>
                <a:cubicBezTo>
                  <a:pt x="8747" y="13503"/>
                  <a:pt x="9201" y="13049"/>
                  <a:pt x="9769" y="13049"/>
                </a:cubicBezTo>
                <a:lnTo>
                  <a:pt x="10692" y="13049"/>
                </a:lnTo>
                <a:cubicBezTo>
                  <a:pt x="10706" y="13048"/>
                  <a:pt x="10719" y="13047"/>
                  <a:pt x="10732" y="13047"/>
                </a:cubicBezTo>
                <a:cubicBezTo>
                  <a:pt x="11403" y="13047"/>
                  <a:pt x="11403" y="14072"/>
                  <a:pt x="10732" y="14072"/>
                </a:cubicBezTo>
                <a:cubicBezTo>
                  <a:pt x="10719" y="14072"/>
                  <a:pt x="10706" y="14072"/>
                  <a:pt x="10692" y="14071"/>
                </a:cubicBezTo>
                <a:lnTo>
                  <a:pt x="9783" y="14071"/>
                </a:lnTo>
                <a:lnTo>
                  <a:pt x="9783" y="16698"/>
                </a:lnTo>
                <a:cubicBezTo>
                  <a:pt x="10337" y="17123"/>
                  <a:pt x="11018" y="17365"/>
                  <a:pt x="11728" y="17365"/>
                </a:cubicBezTo>
                <a:cubicBezTo>
                  <a:pt x="13404" y="17365"/>
                  <a:pt x="14809" y="16059"/>
                  <a:pt x="14923" y="14383"/>
                </a:cubicBezTo>
                <a:cubicBezTo>
                  <a:pt x="15860" y="13957"/>
                  <a:pt x="16400" y="12978"/>
                  <a:pt x="16272" y="11970"/>
                </a:cubicBezTo>
                <a:lnTo>
                  <a:pt x="9783" y="11970"/>
                </a:lnTo>
                <a:cubicBezTo>
                  <a:pt x="9215" y="11970"/>
                  <a:pt x="8761" y="11515"/>
                  <a:pt x="8761" y="10947"/>
                </a:cubicBezTo>
                <a:lnTo>
                  <a:pt x="8761" y="10039"/>
                </a:lnTo>
                <a:cubicBezTo>
                  <a:pt x="8740" y="9677"/>
                  <a:pt x="9002" y="9496"/>
                  <a:pt x="9267" y="9496"/>
                </a:cubicBezTo>
                <a:cubicBezTo>
                  <a:pt x="9531" y="9496"/>
                  <a:pt x="9797" y="9677"/>
                  <a:pt x="9783" y="10039"/>
                </a:cubicBezTo>
                <a:lnTo>
                  <a:pt x="9783" y="10947"/>
                </a:lnTo>
                <a:lnTo>
                  <a:pt x="12055" y="10947"/>
                </a:lnTo>
                <a:lnTo>
                  <a:pt x="12055" y="7582"/>
                </a:lnTo>
                <a:lnTo>
                  <a:pt x="11033" y="7582"/>
                </a:lnTo>
                <a:cubicBezTo>
                  <a:pt x="11019" y="7583"/>
                  <a:pt x="11006" y="7584"/>
                  <a:pt x="10992" y="7584"/>
                </a:cubicBezTo>
                <a:cubicBezTo>
                  <a:pt x="10322" y="7584"/>
                  <a:pt x="10322" y="6559"/>
                  <a:pt x="10992" y="6559"/>
                </a:cubicBezTo>
                <a:cubicBezTo>
                  <a:pt x="11006" y="6559"/>
                  <a:pt x="11019" y="6559"/>
                  <a:pt x="11033" y="6560"/>
                </a:cubicBezTo>
                <a:lnTo>
                  <a:pt x="12055" y="6560"/>
                </a:lnTo>
                <a:cubicBezTo>
                  <a:pt x="12609" y="6560"/>
                  <a:pt x="13063" y="7015"/>
                  <a:pt x="13063" y="7582"/>
                </a:cubicBezTo>
                <a:lnTo>
                  <a:pt x="13063" y="8463"/>
                </a:lnTo>
                <a:lnTo>
                  <a:pt x="14355" y="8463"/>
                </a:lnTo>
                <a:lnTo>
                  <a:pt x="14355" y="7483"/>
                </a:lnTo>
                <a:cubicBezTo>
                  <a:pt x="14376" y="7164"/>
                  <a:pt x="14621" y="7004"/>
                  <a:pt x="14866" y="7004"/>
                </a:cubicBezTo>
                <a:cubicBezTo>
                  <a:pt x="15111" y="7004"/>
                  <a:pt x="15356" y="7164"/>
                  <a:pt x="15377" y="7483"/>
                </a:cubicBezTo>
                <a:lnTo>
                  <a:pt x="15377" y="8974"/>
                </a:lnTo>
                <a:cubicBezTo>
                  <a:pt x="15377" y="9258"/>
                  <a:pt x="15150" y="9485"/>
                  <a:pt x="14866" y="9485"/>
                </a:cubicBezTo>
                <a:lnTo>
                  <a:pt x="13063" y="9485"/>
                </a:lnTo>
                <a:lnTo>
                  <a:pt x="13063" y="10947"/>
                </a:lnTo>
                <a:lnTo>
                  <a:pt x="17109" y="10947"/>
                </a:lnTo>
                <a:cubicBezTo>
                  <a:pt x="18515" y="9286"/>
                  <a:pt x="18089" y="6745"/>
                  <a:pt x="16215" y="5637"/>
                </a:cubicBezTo>
                <a:cubicBezTo>
                  <a:pt x="16485" y="4558"/>
                  <a:pt x="15931" y="3437"/>
                  <a:pt x="14909" y="2968"/>
                </a:cubicBezTo>
                <a:cubicBezTo>
                  <a:pt x="14795" y="1293"/>
                  <a:pt x="13404" y="1"/>
                  <a:pt x="11714" y="1"/>
                </a:cubicBezTo>
                <a:cubicBezTo>
                  <a:pt x="11033" y="1"/>
                  <a:pt x="10351" y="214"/>
                  <a:pt x="9797" y="625"/>
                </a:cubicBezTo>
                <a:lnTo>
                  <a:pt x="9797" y="4005"/>
                </a:lnTo>
                <a:lnTo>
                  <a:pt x="11402" y="4005"/>
                </a:lnTo>
                <a:lnTo>
                  <a:pt x="11402" y="3295"/>
                </a:lnTo>
                <a:cubicBezTo>
                  <a:pt x="11402" y="2954"/>
                  <a:pt x="11657" y="2784"/>
                  <a:pt x="11913" y="2784"/>
                </a:cubicBezTo>
                <a:cubicBezTo>
                  <a:pt x="12168" y="2784"/>
                  <a:pt x="12424" y="2954"/>
                  <a:pt x="12424" y="3295"/>
                </a:cubicBezTo>
                <a:lnTo>
                  <a:pt x="12424" y="4005"/>
                </a:lnTo>
                <a:lnTo>
                  <a:pt x="12523" y="4005"/>
                </a:lnTo>
                <a:cubicBezTo>
                  <a:pt x="12537" y="4004"/>
                  <a:pt x="12550" y="4003"/>
                  <a:pt x="12563" y="4003"/>
                </a:cubicBezTo>
                <a:cubicBezTo>
                  <a:pt x="13224" y="4003"/>
                  <a:pt x="13220" y="5027"/>
                  <a:pt x="12550" y="5027"/>
                </a:cubicBezTo>
                <a:cubicBezTo>
                  <a:pt x="12542" y="5027"/>
                  <a:pt x="12533" y="5027"/>
                  <a:pt x="12523" y="5027"/>
                </a:cubicBezTo>
                <a:lnTo>
                  <a:pt x="9812" y="5027"/>
                </a:lnTo>
                <a:cubicBezTo>
                  <a:pt x="9244" y="5013"/>
                  <a:pt x="8789" y="4558"/>
                  <a:pt x="8789" y="4005"/>
                </a:cubicBezTo>
                <a:lnTo>
                  <a:pt x="8789" y="682"/>
                </a:lnTo>
                <a:cubicBezTo>
                  <a:pt x="8221" y="242"/>
                  <a:pt x="7526" y="1"/>
                  <a:pt x="680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215721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37"/>
        <p:cNvGrpSpPr/>
        <p:nvPr/>
      </p:nvGrpSpPr>
      <p:grpSpPr>
        <a:xfrm>
          <a:off x="0" y="0"/>
          <a:ext cx="0" cy="0"/>
          <a:chOff x="0" y="0"/>
          <a:chExt cx="0" cy="0"/>
        </a:xfrm>
      </p:grpSpPr>
      <p:sp>
        <p:nvSpPr>
          <p:cNvPr id="539" name="Google Shape;539;p40"/>
          <p:cNvSpPr txBox="1">
            <a:spLocks noGrp="1"/>
          </p:cNvSpPr>
          <p:nvPr>
            <p:ph type="title"/>
          </p:nvPr>
        </p:nvSpPr>
        <p:spPr>
          <a:xfrm>
            <a:off x="4210504" y="1031779"/>
            <a:ext cx="4215900" cy="5727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dirty="0"/>
              <a:t>Background</a:t>
            </a:r>
            <a:endParaRPr dirty="0"/>
          </a:p>
        </p:txBody>
      </p:sp>
      <p:sp>
        <p:nvSpPr>
          <p:cNvPr id="540" name="Google Shape;540;p40"/>
          <p:cNvSpPr txBox="1">
            <a:spLocks noGrp="1"/>
          </p:cNvSpPr>
          <p:nvPr>
            <p:ph type="subTitle" idx="1"/>
          </p:nvPr>
        </p:nvSpPr>
        <p:spPr>
          <a:xfrm>
            <a:off x="4210504" y="1781968"/>
            <a:ext cx="4215900" cy="2023801"/>
          </a:xfrm>
          <a:prstGeom prst="rect">
            <a:avLst/>
          </a:prstGeom>
        </p:spPr>
        <p:txBody>
          <a:bodyPr spcFirstLastPara="1" wrap="square" lIns="91425" tIns="91425" rIns="91425" bIns="91425" anchor="t" anchorCtr="0">
            <a:noAutofit/>
          </a:bodyPr>
          <a:lstStyle/>
          <a:p>
            <a:pPr marL="0" lvl="0" indent="0" algn="r" rtl="0">
              <a:spcBef>
                <a:spcPts val="0"/>
              </a:spcBef>
              <a:spcAft>
                <a:spcPts val="1600"/>
              </a:spcAft>
              <a:buNone/>
            </a:pPr>
            <a:r>
              <a:rPr lang="en-GB" dirty="0"/>
              <a:t>Suicide is the second leading cause of death among Americans aged 10-34</a:t>
            </a:r>
          </a:p>
          <a:p>
            <a:pPr marL="0" lvl="0" indent="0" algn="r" rtl="0">
              <a:spcBef>
                <a:spcPts val="0"/>
              </a:spcBef>
              <a:spcAft>
                <a:spcPts val="1600"/>
              </a:spcAft>
              <a:buNone/>
            </a:pPr>
            <a:r>
              <a:rPr lang="en-GB" dirty="0"/>
              <a:t>Over the past decade, rates of serious suicidal ideation have rise</a:t>
            </a:r>
          </a:p>
          <a:p>
            <a:pPr marL="0" lvl="0" indent="0" algn="r" rtl="0">
              <a:spcBef>
                <a:spcPts val="0"/>
              </a:spcBef>
              <a:spcAft>
                <a:spcPts val="1600"/>
              </a:spcAft>
              <a:buNone/>
            </a:pPr>
            <a:endParaRPr lang="en-GB" dirty="0"/>
          </a:p>
          <a:p>
            <a:pPr marL="0" lvl="0" indent="0" algn="r" rtl="0">
              <a:spcBef>
                <a:spcPts val="0"/>
              </a:spcBef>
              <a:spcAft>
                <a:spcPts val="1600"/>
              </a:spcAft>
              <a:buNone/>
            </a:pPr>
            <a:endParaRPr lang="en-GB" dirty="0"/>
          </a:p>
        </p:txBody>
      </p:sp>
      <p:grpSp>
        <p:nvGrpSpPr>
          <p:cNvPr id="4" name="Google Shape;896;p49">
            <a:extLst>
              <a:ext uri="{FF2B5EF4-FFF2-40B4-BE49-F238E27FC236}">
                <a16:creationId xmlns:a16="http://schemas.microsoft.com/office/drawing/2014/main" id="{A98594AB-F3CD-7368-4BF6-E8F224EC994F}"/>
              </a:ext>
            </a:extLst>
          </p:cNvPr>
          <p:cNvGrpSpPr/>
          <p:nvPr/>
        </p:nvGrpSpPr>
        <p:grpSpPr>
          <a:xfrm>
            <a:off x="725496" y="879541"/>
            <a:ext cx="3485008" cy="3384418"/>
            <a:chOff x="4733415" y="1243370"/>
            <a:chExt cx="3485008" cy="3384418"/>
          </a:xfrm>
        </p:grpSpPr>
        <p:grpSp>
          <p:nvGrpSpPr>
            <p:cNvPr id="5" name="Google Shape;897;p49">
              <a:extLst>
                <a:ext uri="{FF2B5EF4-FFF2-40B4-BE49-F238E27FC236}">
                  <a16:creationId xmlns:a16="http://schemas.microsoft.com/office/drawing/2014/main" id="{DDBBD1D6-0ABA-D654-ECD6-09CC09E1D674}"/>
                </a:ext>
              </a:extLst>
            </p:cNvPr>
            <p:cNvGrpSpPr/>
            <p:nvPr/>
          </p:nvGrpSpPr>
          <p:grpSpPr>
            <a:xfrm>
              <a:off x="7487171" y="1324881"/>
              <a:ext cx="418034" cy="630656"/>
              <a:chOff x="8538621" y="623706"/>
              <a:chExt cx="418034" cy="630656"/>
            </a:xfrm>
          </p:grpSpPr>
          <p:grpSp>
            <p:nvGrpSpPr>
              <p:cNvPr id="519" name="Google Shape;898;p49">
                <a:extLst>
                  <a:ext uri="{FF2B5EF4-FFF2-40B4-BE49-F238E27FC236}">
                    <a16:creationId xmlns:a16="http://schemas.microsoft.com/office/drawing/2014/main" id="{30A84B4D-99C6-C693-58AC-A2E30CB6F6A9}"/>
                  </a:ext>
                </a:extLst>
              </p:cNvPr>
              <p:cNvGrpSpPr/>
              <p:nvPr/>
            </p:nvGrpSpPr>
            <p:grpSpPr>
              <a:xfrm>
                <a:off x="8609803" y="767216"/>
                <a:ext cx="239221" cy="487147"/>
                <a:chOff x="1925725" y="1035100"/>
                <a:chExt cx="174525" cy="355400"/>
              </a:xfrm>
            </p:grpSpPr>
            <p:sp>
              <p:nvSpPr>
                <p:cNvPr id="523" name="Google Shape;899;p49">
                  <a:extLst>
                    <a:ext uri="{FF2B5EF4-FFF2-40B4-BE49-F238E27FC236}">
                      <a16:creationId xmlns:a16="http://schemas.microsoft.com/office/drawing/2014/main" id="{059FD373-F8E7-DEFC-A654-5357C6B95735}"/>
                    </a:ext>
                  </a:extLst>
                </p:cNvPr>
                <p:cNvSpPr/>
                <p:nvPr/>
              </p:nvSpPr>
              <p:spPr>
                <a:xfrm>
                  <a:off x="1932400" y="1041150"/>
                  <a:ext cx="163375" cy="343300"/>
                </a:xfrm>
                <a:custGeom>
                  <a:avLst/>
                  <a:gdLst/>
                  <a:ahLst/>
                  <a:cxnLst/>
                  <a:rect l="l" t="t" r="r" b="b"/>
                  <a:pathLst>
                    <a:path w="6535" h="13732" extrusionOk="0">
                      <a:moveTo>
                        <a:pt x="3829" y="1"/>
                      </a:moveTo>
                      <a:cubicBezTo>
                        <a:pt x="3740" y="1"/>
                        <a:pt x="3651" y="52"/>
                        <a:pt x="3612" y="141"/>
                      </a:cubicBezTo>
                      <a:lnTo>
                        <a:pt x="690" y="6700"/>
                      </a:lnTo>
                      <a:cubicBezTo>
                        <a:pt x="614" y="6866"/>
                        <a:pt x="728" y="7044"/>
                        <a:pt x="907" y="7044"/>
                      </a:cubicBezTo>
                      <a:lnTo>
                        <a:pt x="2400" y="7044"/>
                      </a:lnTo>
                      <a:lnTo>
                        <a:pt x="52" y="13412"/>
                      </a:lnTo>
                      <a:cubicBezTo>
                        <a:pt x="1" y="13527"/>
                        <a:pt x="52" y="13655"/>
                        <a:pt x="167" y="13718"/>
                      </a:cubicBezTo>
                      <a:cubicBezTo>
                        <a:pt x="205" y="13731"/>
                        <a:pt x="231" y="13731"/>
                        <a:pt x="269" y="13731"/>
                      </a:cubicBezTo>
                      <a:cubicBezTo>
                        <a:pt x="358" y="13731"/>
                        <a:pt x="435" y="13693"/>
                        <a:pt x="473" y="13616"/>
                      </a:cubicBezTo>
                      <a:lnTo>
                        <a:pt x="5667" y="4773"/>
                      </a:lnTo>
                      <a:cubicBezTo>
                        <a:pt x="5756" y="4620"/>
                        <a:pt x="5641" y="4416"/>
                        <a:pt x="5463" y="4416"/>
                      </a:cubicBezTo>
                      <a:lnTo>
                        <a:pt x="4289" y="4416"/>
                      </a:lnTo>
                      <a:lnTo>
                        <a:pt x="6458" y="358"/>
                      </a:lnTo>
                      <a:cubicBezTo>
                        <a:pt x="6534" y="192"/>
                        <a:pt x="6420" y="1"/>
                        <a:pt x="624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900;p49">
                  <a:extLst>
                    <a:ext uri="{FF2B5EF4-FFF2-40B4-BE49-F238E27FC236}">
                      <a16:creationId xmlns:a16="http://schemas.microsoft.com/office/drawing/2014/main" id="{FF0AFF36-2700-70FF-1D02-88D42C7414E3}"/>
                    </a:ext>
                  </a:extLst>
                </p:cNvPr>
                <p:cNvSpPr/>
                <p:nvPr/>
              </p:nvSpPr>
              <p:spPr>
                <a:xfrm>
                  <a:off x="1925725" y="1035100"/>
                  <a:ext cx="174525" cy="355400"/>
                </a:xfrm>
                <a:custGeom>
                  <a:avLst/>
                  <a:gdLst/>
                  <a:ahLst/>
                  <a:cxnLst/>
                  <a:rect l="l" t="t" r="r" b="b"/>
                  <a:pathLst>
                    <a:path w="6981" h="14216" extrusionOk="0">
                      <a:moveTo>
                        <a:pt x="6508" y="472"/>
                      </a:moveTo>
                      <a:lnTo>
                        <a:pt x="6508" y="485"/>
                      </a:lnTo>
                      <a:lnTo>
                        <a:pt x="4160" y="4900"/>
                      </a:lnTo>
                      <a:lnTo>
                        <a:pt x="5730" y="4900"/>
                      </a:lnTo>
                      <a:lnTo>
                        <a:pt x="536" y="13743"/>
                      </a:lnTo>
                      <a:lnTo>
                        <a:pt x="2999" y="7044"/>
                      </a:lnTo>
                      <a:lnTo>
                        <a:pt x="1174" y="7044"/>
                      </a:lnTo>
                      <a:lnTo>
                        <a:pt x="4096" y="472"/>
                      </a:lnTo>
                      <a:close/>
                      <a:moveTo>
                        <a:pt x="4096" y="0"/>
                      </a:moveTo>
                      <a:cubicBezTo>
                        <a:pt x="3918" y="0"/>
                        <a:pt x="3739" y="115"/>
                        <a:pt x="3662" y="281"/>
                      </a:cubicBezTo>
                      <a:lnTo>
                        <a:pt x="740" y="6840"/>
                      </a:lnTo>
                      <a:cubicBezTo>
                        <a:pt x="600" y="7159"/>
                        <a:pt x="829" y="7516"/>
                        <a:pt x="1174" y="7516"/>
                      </a:cubicBezTo>
                      <a:lnTo>
                        <a:pt x="2322" y="7516"/>
                      </a:lnTo>
                      <a:lnTo>
                        <a:pt x="89" y="13565"/>
                      </a:lnTo>
                      <a:cubicBezTo>
                        <a:pt x="0" y="13794"/>
                        <a:pt x="102" y="14062"/>
                        <a:pt x="332" y="14164"/>
                      </a:cubicBezTo>
                      <a:cubicBezTo>
                        <a:pt x="396" y="14190"/>
                        <a:pt x="459" y="14216"/>
                        <a:pt x="536" y="14216"/>
                      </a:cubicBezTo>
                      <a:cubicBezTo>
                        <a:pt x="702" y="14216"/>
                        <a:pt x="868" y="14113"/>
                        <a:pt x="944" y="13973"/>
                      </a:cubicBezTo>
                      <a:lnTo>
                        <a:pt x="6125" y="5143"/>
                      </a:lnTo>
                      <a:cubicBezTo>
                        <a:pt x="6317" y="4811"/>
                        <a:pt x="6087" y="4415"/>
                        <a:pt x="5717" y="4415"/>
                      </a:cubicBezTo>
                      <a:lnTo>
                        <a:pt x="4951" y="4415"/>
                      </a:lnTo>
                      <a:lnTo>
                        <a:pt x="6916" y="715"/>
                      </a:lnTo>
                      <a:cubicBezTo>
                        <a:pt x="6955" y="638"/>
                        <a:pt x="6980" y="562"/>
                        <a:pt x="6980" y="472"/>
                      </a:cubicBezTo>
                      <a:cubicBezTo>
                        <a:pt x="6980" y="217"/>
                        <a:pt x="6763" y="0"/>
                        <a:pt x="650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0" name="Google Shape;901;p49">
                <a:extLst>
                  <a:ext uri="{FF2B5EF4-FFF2-40B4-BE49-F238E27FC236}">
                    <a16:creationId xmlns:a16="http://schemas.microsoft.com/office/drawing/2014/main" id="{D1257EC5-FCA4-A906-78E4-2CECB7C4C0E9}"/>
                  </a:ext>
                </a:extLst>
              </p:cNvPr>
              <p:cNvGrpSpPr/>
              <p:nvPr/>
            </p:nvGrpSpPr>
            <p:grpSpPr>
              <a:xfrm>
                <a:off x="8538621" y="623706"/>
                <a:ext cx="418034" cy="269443"/>
                <a:chOff x="1087650" y="1031275"/>
                <a:chExt cx="298000" cy="192075"/>
              </a:xfrm>
            </p:grpSpPr>
            <p:sp>
              <p:nvSpPr>
                <p:cNvPr id="521" name="Google Shape;902;p49">
                  <a:extLst>
                    <a:ext uri="{FF2B5EF4-FFF2-40B4-BE49-F238E27FC236}">
                      <a16:creationId xmlns:a16="http://schemas.microsoft.com/office/drawing/2014/main" id="{C0870145-D43C-CB42-055B-407910604AA9}"/>
                    </a:ext>
                  </a:extLst>
                </p:cNvPr>
                <p:cNvSpPr/>
                <p:nvPr/>
              </p:nvSpPr>
              <p:spPr>
                <a:xfrm>
                  <a:off x="1094350" y="1037650"/>
                  <a:ext cx="284275" cy="179975"/>
                </a:xfrm>
                <a:custGeom>
                  <a:avLst/>
                  <a:gdLst/>
                  <a:ahLst/>
                  <a:cxnLst/>
                  <a:rect l="l" t="t" r="r" b="b"/>
                  <a:pathLst>
                    <a:path w="11371" h="7199" extrusionOk="0">
                      <a:moveTo>
                        <a:pt x="5615" y="0"/>
                      </a:moveTo>
                      <a:cubicBezTo>
                        <a:pt x="4518" y="0"/>
                        <a:pt x="3574" y="664"/>
                        <a:pt x="2885" y="1902"/>
                      </a:cubicBezTo>
                      <a:cubicBezTo>
                        <a:pt x="2655" y="2297"/>
                        <a:pt x="2476" y="2603"/>
                        <a:pt x="2106" y="2795"/>
                      </a:cubicBezTo>
                      <a:cubicBezTo>
                        <a:pt x="1979" y="2871"/>
                        <a:pt x="1838" y="2935"/>
                        <a:pt x="1698" y="2999"/>
                      </a:cubicBezTo>
                      <a:cubicBezTo>
                        <a:pt x="1404" y="3114"/>
                        <a:pt x="1124" y="3267"/>
                        <a:pt x="868" y="3458"/>
                      </a:cubicBezTo>
                      <a:cubicBezTo>
                        <a:pt x="256" y="3918"/>
                        <a:pt x="1" y="4734"/>
                        <a:pt x="230" y="5475"/>
                      </a:cubicBezTo>
                      <a:cubicBezTo>
                        <a:pt x="447" y="6074"/>
                        <a:pt x="983" y="6495"/>
                        <a:pt x="1621" y="6559"/>
                      </a:cubicBezTo>
                      <a:lnTo>
                        <a:pt x="1749" y="6559"/>
                      </a:lnTo>
                      <a:cubicBezTo>
                        <a:pt x="2017" y="6546"/>
                        <a:pt x="2272" y="6508"/>
                        <a:pt x="2527" y="6432"/>
                      </a:cubicBezTo>
                      <a:cubicBezTo>
                        <a:pt x="2731" y="6381"/>
                        <a:pt x="2948" y="6342"/>
                        <a:pt x="3178" y="6330"/>
                      </a:cubicBezTo>
                      <a:cubicBezTo>
                        <a:pt x="3255" y="6330"/>
                        <a:pt x="3344" y="6342"/>
                        <a:pt x="3421" y="6355"/>
                      </a:cubicBezTo>
                      <a:cubicBezTo>
                        <a:pt x="3625" y="6432"/>
                        <a:pt x="3803" y="6521"/>
                        <a:pt x="3969" y="6649"/>
                      </a:cubicBezTo>
                      <a:cubicBezTo>
                        <a:pt x="4059" y="6712"/>
                        <a:pt x="4148" y="6763"/>
                        <a:pt x="4224" y="6814"/>
                      </a:cubicBezTo>
                      <a:cubicBezTo>
                        <a:pt x="4652" y="7059"/>
                        <a:pt x="5127" y="7198"/>
                        <a:pt x="5615" y="7198"/>
                      </a:cubicBezTo>
                      <a:cubicBezTo>
                        <a:pt x="5636" y="7198"/>
                        <a:pt x="5658" y="7198"/>
                        <a:pt x="5679" y="7197"/>
                      </a:cubicBezTo>
                      <a:cubicBezTo>
                        <a:pt x="5704" y="7198"/>
                        <a:pt x="5729" y="7198"/>
                        <a:pt x="5754" y="7198"/>
                      </a:cubicBezTo>
                      <a:cubicBezTo>
                        <a:pt x="6174" y="7198"/>
                        <a:pt x="6582" y="7097"/>
                        <a:pt x="6955" y="6917"/>
                      </a:cubicBezTo>
                      <a:cubicBezTo>
                        <a:pt x="7032" y="6878"/>
                        <a:pt x="7096" y="6840"/>
                        <a:pt x="7159" y="6802"/>
                      </a:cubicBezTo>
                      <a:cubicBezTo>
                        <a:pt x="7274" y="6738"/>
                        <a:pt x="7389" y="6674"/>
                        <a:pt x="7504" y="6636"/>
                      </a:cubicBezTo>
                      <a:cubicBezTo>
                        <a:pt x="7642" y="6583"/>
                        <a:pt x="7789" y="6556"/>
                        <a:pt x="7938" y="6556"/>
                      </a:cubicBezTo>
                      <a:cubicBezTo>
                        <a:pt x="7968" y="6556"/>
                        <a:pt x="7997" y="6557"/>
                        <a:pt x="8027" y="6559"/>
                      </a:cubicBezTo>
                      <a:cubicBezTo>
                        <a:pt x="8180" y="6559"/>
                        <a:pt x="8346" y="6572"/>
                        <a:pt x="8525" y="6585"/>
                      </a:cubicBezTo>
                      <a:cubicBezTo>
                        <a:pt x="8703" y="6598"/>
                        <a:pt x="8895" y="6623"/>
                        <a:pt x="9074" y="6623"/>
                      </a:cubicBezTo>
                      <a:cubicBezTo>
                        <a:pt x="9176" y="6623"/>
                        <a:pt x="9278" y="6610"/>
                        <a:pt x="9367" y="6598"/>
                      </a:cubicBezTo>
                      <a:cubicBezTo>
                        <a:pt x="10324" y="6495"/>
                        <a:pt x="11090" y="5755"/>
                        <a:pt x="11230" y="4798"/>
                      </a:cubicBezTo>
                      <a:cubicBezTo>
                        <a:pt x="11370" y="3841"/>
                        <a:pt x="10847" y="2910"/>
                        <a:pt x="9967" y="2527"/>
                      </a:cubicBezTo>
                      <a:cubicBezTo>
                        <a:pt x="9737" y="2438"/>
                        <a:pt x="9507" y="2361"/>
                        <a:pt x="9265" y="2323"/>
                      </a:cubicBezTo>
                      <a:cubicBezTo>
                        <a:pt x="8984" y="2272"/>
                        <a:pt x="8703" y="2170"/>
                        <a:pt x="8448" y="2029"/>
                      </a:cubicBezTo>
                      <a:cubicBezTo>
                        <a:pt x="8193" y="1825"/>
                        <a:pt x="7976" y="1583"/>
                        <a:pt x="7810" y="1289"/>
                      </a:cubicBezTo>
                      <a:cubicBezTo>
                        <a:pt x="7644" y="1021"/>
                        <a:pt x="7453" y="779"/>
                        <a:pt x="7223" y="562"/>
                      </a:cubicBezTo>
                      <a:cubicBezTo>
                        <a:pt x="6891" y="281"/>
                        <a:pt x="6483" y="102"/>
                        <a:pt x="6049" y="39"/>
                      </a:cubicBezTo>
                      <a:cubicBezTo>
                        <a:pt x="5909" y="13"/>
                        <a:pt x="5756" y="0"/>
                        <a:pt x="561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903;p49">
                  <a:extLst>
                    <a:ext uri="{FF2B5EF4-FFF2-40B4-BE49-F238E27FC236}">
                      <a16:creationId xmlns:a16="http://schemas.microsoft.com/office/drawing/2014/main" id="{300E8FAB-C59D-14F6-8EF6-EAD582BC5F8F}"/>
                    </a:ext>
                  </a:extLst>
                </p:cNvPr>
                <p:cNvSpPr/>
                <p:nvPr/>
              </p:nvSpPr>
              <p:spPr>
                <a:xfrm>
                  <a:off x="1087650" y="1031275"/>
                  <a:ext cx="298000" cy="192075"/>
                </a:xfrm>
                <a:custGeom>
                  <a:avLst/>
                  <a:gdLst/>
                  <a:ahLst/>
                  <a:cxnLst/>
                  <a:rect l="l" t="t" r="r" b="b"/>
                  <a:pathLst>
                    <a:path w="11920" h="7683" extrusionOk="0">
                      <a:moveTo>
                        <a:pt x="5883" y="485"/>
                      </a:moveTo>
                      <a:lnTo>
                        <a:pt x="5883" y="498"/>
                      </a:lnTo>
                      <a:cubicBezTo>
                        <a:pt x="5921" y="494"/>
                        <a:pt x="5958" y="493"/>
                        <a:pt x="5994" y="493"/>
                      </a:cubicBezTo>
                      <a:cubicBezTo>
                        <a:pt x="6093" y="493"/>
                        <a:pt x="6189" y="505"/>
                        <a:pt x="6292" y="523"/>
                      </a:cubicBezTo>
                      <a:cubicBezTo>
                        <a:pt x="6675" y="574"/>
                        <a:pt x="7045" y="740"/>
                        <a:pt x="7338" y="995"/>
                      </a:cubicBezTo>
                      <a:cubicBezTo>
                        <a:pt x="7823" y="1416"/>
                        <a:pt x="8040" y="2118"/>
                        <a:pt x="8576" y="2476"/>
                      </a:cubicBezTo>
                      <a:cubicBezTo>
                        <a:pt x="9035" y="2782"/>
                        <a:pt x="9635" y="2782"/>
                        <a:pt x="10133" y="2986"/>
                      </a:cubicBezTo>
                      <a:cubicBezTo>
                        <a:pt x="11919" y="3752"/>
                        <a:pt x="11536" y="6393"/>
                        <a:pt x="9609" y="6610"/>
                      </a:cubicBezTo>
                      <a:cubicBezTo>
                        <a:pt x="9520" y="6623"/>
                        <a:pt x="9431" y="6623"/>
                        <a:pt x="9342" y="6623"/>
                      </a:cubicBezTo>
                      <a:cubicBezTo>
                        <a:pt x="8984" y="6623"/>
                        <a:pt x="8627" y="6559"/>
                        <a:pt x="8282" y="6559"/>
                      </a:cubicBezTo>
                      <a:cubicBezTo>
                        <a:pt x="8078" y="6559"/>
                        <a:pt x="7887" y="6585"/>
                        <a:pt x="7695" y="6648"/>
                      </a:cubicBezTo>
                      <a:cubicBezTo>
                        <a:pt x="7491" y="6738"/>
                        <a:pt x="7300" y="6840"/>
                        <a:pt x="7108" y="6942"/>
                      </a:cubicBezTo>
                      <a:cubicBezTo>
                        <a:pt x="6740" y="7126"/>
                        <a:pt x="6342" y="7216"/>
                        <a:pt x="5943" y="7216"/>
                      </a:cubicBezTo>
                      <a:cubicBezTo>
                        <a:pt x="5486" y="7216"/>
                        <a:pt x="5029" y="7097"/>
                        <a:pt x="4620" y="6865"/>
                      </a:cubicBezTo>
                      <a:cubicBezTo>
                        <a:pt x="4327" y="6687"/>
                        <a:pt x="4071" y="6470"/>
                        <a:pt x="3752" y="6380"/>
                      </a:cubicBezTo>
                      <a:cubicBezTo>
                        <a:pt x="3650" y="6355"/>
                        <a:pt x="3548" y="6342"/>
                        <a:pt x="3446" y="6342"/>
                      </a:cubicBezTo>
                      <a:cubicBezTo>
                        <a:pt x="2974" y="6342"/>
                        <a:pt x="2502" y="6572"/>
                        <a:pt x="2017" y="6572"/>
                      </a:cubicBezTo>
                      <a:lnTo>
                        <a:pt x="1902" y="6572"/>
                      </a:lnTo>
                      <a:cubicBezTo>
                        <a:pt x="1366" y="6508"/>
                        <a:pt x="907" y="6151"/>
                        <a:pt x="728" y="5640"/>
                      </a:cubicBezTo>
                      <a:cubicBezTo>
                        <a:pt x="524" y="5002"/>
                        <a:pt x="741" y="4288"/>
                        <a:pt x="1290" y="3892"/>
                      </a:cubicBezTo>
                      <a:cubicBezTo>
                        <a:pt x="1660" y="3599"/>
                        <a:pt x="2093" y="3471"/>
                        <a:pt x="2489" y="3254"/>
                      </a:cubicBezTo>
                      <a:cubicBezTo>
                        <a:pt x="2897" y="3024"/>
                        <a:pt x="3127" y="2667"/>
                        <a:pt x="3357" y="2259"/>
                      </a:cubicBezTo>
                      <a:cubicBezTo>
                        <a:pt x="3918" y="1263"/>
                        <a:pt x="4748" y="485"/>
                        <a:pt x="5883" y="485"/>
                      </a:cubicBezTo>
                      <a:close/>
                      <a:moveTo>
                        <a:pt x="5896" y="0"/>
                      </a:moveTo>
                      <a:lnTo>
                        <a:pt x="5883" y="13"/>
                      </a:lnTo>
                      <a:cubicBezTo>
                        <a:pt x="4697" y="13"/>
                        <a:pt x="3676" y="702"/>
                        <a:pt x="2948" y="2029"/>
                      </a:cubicBezTo>
                      <a:cubicBezTo>
                        <a:pt x="2731" y="2399"/>
                        <a:pt x="2566" y="2667"/>
                        <a:pt x="2272" y="2833"/>
                      </a:cubicBezTo>
                      <a:cubicBezTo>
                        <a:pt x="2144" y="2897"/>
                        <a:pt x="2004" y="2960"/>
                        <a:pt x="1864" y="3024"/>
                      </a:cubicBezTo>
                      <a:cubicBezTo>
                        <a:pt x="1558" y="3139"/>
                        <a:pt x="1264" y="3305"/>
                        <a:pt x="996" y="3509"/>
                      </a:cubicBezTo>
                      <a:cubicBezTo>
                        <a:pt x="294" y="4032"/>
                        <a:pt x="1" y="4951"/>
                        <a:pt x="269" y="5793"/>
                      </a:cubicBezTo>
                      <a:cubicBezTo>
                        <a:pt x="524" y="6482"/>
                        <a:pt x="1136" y="6967"/>
                        <a:pt x="1864" y="7031"/>
                      </a:cubicBezTo>
                      <a:lnTo>
                        <a:pt x="2030" y="7031"/>
                      </a:lnTo>
                      <a:cubicBezTo>
                        <a:pt x="2310" y="7031"/>
                        <a:pt x="2591" y="6980"/>
                        <a:pt x="2859" y="6916"/>
                      </a:cubicBezTo>
                      <a:cubicBezTo>
                        <a:pt x="3051" y="6853"/>
                        <a:pt x="3255" y="6827"/>
                        <a:pt x="3446" y="6814"/>
                      </a:cubicBezTo>
                      <a:cubicBezTo>
                        <a:pt x="3510" y="6814"/>
                        <a:pt x="3574" y="6814"/>
                        <a:pt x="3637" y="6840"/>
                      </a:cubicBezTo>
                      <a:cubicBezTo>
                        <a:pt x="3816" y="6891"/>
                        <a:pt x="3969" y="6980"/>
                        <a:pt x="4122" y="7095"/>
                      </a:cubicBezTo>
                      <a:cubicBezTo>
                        <a:pt x="4199" y="7146"/>
                        <a:pt x="4288" y="7210"/>
                        <a:pt x="4378" y="7261"/>
                      </a:cubicBezTo>
                      <a:cubicBezTo>
                        <a:pt x="4863" y="7541"/>
                        <a:pt x="5407" y="7682"/>
                        <a:pt x="5953" y="7682"/>
                      </a:cubicBezTo>
                      <a:cubicBezTo>
                        <a:pt x="6425" y="7682"/>
                        <a:pt x="6900" y="7576"/>
                        <a:pt x="7338" y="7363"/>
                      </a:cubicBezTo>
                      <a:cubicBezTo>
                        <a:pt x="7415" y="7325"/>
                        <a:pt x="7478" y="7286"/>
                        <a:pt x="7542" y="7248"/>
                      </a:cubicBezTo>
                      <a:cubicBezTo>
                        <a:pt x="7644" y="7184"/>
                        <a:pt x="7759" y="7133"/>
                        <a:pt x="7861" y="7095"/>
                      </a:cubicBezTo>
                      <a:cubicBezTo>
                        <a:pt x="7978" y="7053"/>
                        <a:pt x="8103" y="7028"/>
                        <a:pt x="8222" y="7028"/>
                      </a:cubicBezTo>
                      <a:cubicBezTo>
                        <a:pt x="8247" y="7028"/>
                        <a:pt x="8271" y="7029"/>
                        <a:pt x="8295" y="7031"/>
                      </a:cubicBezTo>
                      <a:cubicBezTo>
                        <a:pt x="8448" y="7031"/>
                        <a:pt x="8614" y="7044"/>
                        <a:pt x="8780" y="7057"/>
                      </a:cubicBezTo>
                      <a:cubicBezTo>
                        <a:pt x="8946" y="7069"/>
                        <a:pt x="9150" y="7095"/>
                        <a:pt x="9354" y="7095"/>
                      </a:cubicBezTo>
                      <a:cubicBezTo>
                        <a:pt x="9456" y="7095"/>
                        <a:pt x="9571" y="7082"/>
                        <a:pt x="9673" y="7069"/>
                      </a:cubicBezTo>
                      <a:cubicBezTo>
                        <a:pt x="10745" y="6955"/>
                        <a:pt x="11587" y="6125"/>
                        <a:pt x="11741" y="5066"/>
                      </a:cubicBezTo>
                      <a:cubicBezTo>
                        <a:pt x="11906" y="3994"/>
                        <a:pt x="11319" y="2960"/>
                        <a:pt x="10337" y="2539"/>
                      </a:cubicBezTo>
                      <a:cubicBezTo>
                        <a:pt x="10094" y="2437"/>
                        <a:pt x="9852" y="2374"/>
                        <a:pt x="9597" y="2322"/>
                      </a:cubicBezTo>
                      <a:cubicBezTo>
                        <a:pt x="9342" y="2271"/>
                        <a:pt x="9086" y="2195"/>
                        <a:pt x="8857" y="2067"/>
                      </a:cubicBezTo>
                      <a:cubicBezTo>
                        <a:pt x="8627" y="1876"/>
                        <a:pt x="8436" y="1646"/>
                        <a:pt x="8295" y="1391"/>
                      </a:cubicBezTo>
                      <a:cubicBezTo>
                        <a:pt x="8116" y="1110"/>
                        <a:pt x="7912" y="842"/>
                        <a:pt x="7670" y="613"/>
                      </a:cubicBezTo>
                      <a:cubicBezTo>
                        <a:pt x="7300" y="306"/>
                        <a:pt x="6853" y="102"/>
                        <a:pt x="6368" y="38"/>
                      </a:cubicBezTo>
                      <a:cubicBezTo>
                        <a:pt x="6215" y="13"/>
                        <a:pt x="6049" y="0"/>
                        <a:pt x="58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6" name="Google Shape;904;p49">
              <a:extLst>
                <a:ext uri="{FF2B5EF4-FFF2-40B4-BE49-F238E27FC236}">
                  <a16:creationId xmlns:a16="http://schemas.microsoft.com/office/drawing/2014/main" id="{27B3DC29-982D-5E93-A7E5-B10681AAAA65}"/>
                </a:ext>
              </a:extLst>
            </p:cNvPr>
            <p:cNvSpPr/>
            <p:nvPr/>
          </p:nvSpPr>
          <p:spPr>
            <a:xfrm>
              <a:off x="6344730" y="1243370"/>
              <a:ext cx="408469" cy="263277"/>
            </a:xfrm>
            <a:custGeom>
              <a:avLst/>
              <a:gdLst/>
              <a:ahLst/>
              <a:cxnLst/>
              <a:rect l="l" t="t" r="r" b="b"/>
              <a:pathLst>
                <a:path w="11920" h="7683" extrusionOk="0">
                  <a:moveTo>
                    <a:pt x="5883" y="485"/>
                  </a:moveTo>
                  <a:lnTo>
                    <a:pt x="5883" y="498"/>
                  </a:lnTo>
                  <a:cubicBezTo>
                    <a:pt x="5921" y="494"/>
                    <a:pt x="5958" y="493"/>
                    <a:pt x="5994" y="493"/>
                  </a:cubicBezTo>
                  <a:cubicBezTo>
                    <a:pt x="6093" y="493"/>
                    <a:pt x="6189" y="505"/>
                    <a:pt x="6292" y="523"/>
                  </a:cubicBezTo>
                  <a:cubicBezTo>
                    <a:pt x="6675" y="574"/>
                    <a:pt x="7045" y="740"/>
                    <a:pt x="7338" y="995"/>
                  </a:cubicBezTo>
                  <a:cubicBezTo>
                    <a:pt x="7823" y="1416"/>
                    <a:pt x="8040" y="2118"/>
                    <a:pt x="8576" y="2476"/>
                  </a:cubicBezTo>
                  <a:cubicBezTo>
                    <a:pt x="9035" y="2782"/>
                    <a:pt x="9635" y="2782"/>
                    <a:pt x="10133" y="2986"/>
                  </a:cubicBezTo>
                  <a:cubicBezTo>
                    <a:pt x="11919" y="3752"/>
                    <a:pt x="11536" y="6393"/>
                    <a:pt x="9609" y="6610"/>
                  </a:cubicBezTo>
                  <a:cubicBezTo>
                    <a:pt x="9520" y="6623"/>
                    <a:pt x="9431" y="6623"/>
                    <a:pt x="9342" y="6623"/>
                  </a:cubicBezTo>
                  <a:cubicBezTo>
                    <a:pt x="8984" y="6623"/>
                    <a:pt x="8627" y="6559"/>
                    <a:pt x="8282" y="6559"/>
                  </a:cubicBezTo>
                  <a:cubicBezTo>
                    <a:pt x="8078" y="6559"/>
                    <a:pt x="7887" y="6585"/>
                    <a:pt x="7695" y="6648"/>
                  </a:cubicBezTo>
                  <a:cubicBezTo>
                    <a:pt x="7491" y="6738"/>
                    <a:pt x="7300" y="6840"/>
                    <a:pt x="7108" y="6942"/>
                  </a:cubicBezTo>
                  <a:cubicBezTo>
                    <a:pt x="6740" y="7126"/>
                    <a:pt x="6342" y="7216"/>
                    <a:pt x="5943" y="7216"/>
                  </a:cubicBezTo>
                  <a:cubicBezTo>
                    <a:pt x="5486" y="7216"/>
                    <a:pt x="5029" y="7097"/>
                    <a:pt x="4620" y="6865"/>
                  </a:cubicBezTo>
                  <a:cubicBezTo>
                    <a:pt x="4327" y="6687"/>
                    <a:pt x="4071" y="6470"/>
                    <a:pt x="3752" y="6380"/>
                  </a:cubicBezTo>
                  <a:cubicBezTo>
                    <a:pt x="3650" y="6355"/>
                    <a:pt x="3548" y="6342"/>
                    <a:pt x="3446" y="6342"/>
                  </a:cubicBezTo>
                  <a:cubicBezTo>
                    <a:pt x="2974" y="6342"/>
                    <a:pt x="2502" y="6572"/>
                    <a:pt x="2017" y="6572"/>
                  </a:cubicBezTo>
                  <a:lnTo>
                    <a:pt x="1902" y="6572"/>
                  </a:lnTo>
                  <a:cubicBezTo>
                    <a:pt x="1366" y="6508"/>
                    <a:pt x="907" y="6151"/>
                    <a:pt x="728" y="5640"/>
                  </a:cubicBezTo>
                  <a:cubicBezTo>
                    <a:pt x="524" y="5002"/>
                    <a:pt x="741" y="4288"/>
                    <a:pt x="1290" y="3892"/>
                  </a:cubicBezTo>
                  <a:cubicBezTo>
                    <a:pt x="1660" y="3599"/>
                    <a:pt x="2093" y="3471"/>
                    <a:pt x="2489" y="3254"/>
                  </a:cubicBezTo>
                  <a:cubicBezTo>
                    <a:pt x="2897" y="3024"/>
                    <a:pt x="3127" y="2667"/>
                    <a:pt x="3357" y="2259"/>
                  </a:cubicBezTo>
                  <a:cubicBezTo>
                    <a:pt x="3918" y="1263"/>
                    <a:pt x="4748" y="485"/>
                    <a:pt x="5883" y="485"/>
                  </a:cubicBezTo>
                  <a:close/>
                  <a:moveTo>
                    <a:pt x="5896" y="0"/>
                  </a:moveTo>
                  <a:lnTo>
                    <a:pt x="5883" y="13"/>
                  </a:lnTo>
                  <a:cubicBezTo>
                    <a:pt x="4697" y="13"/>
                    <a:pt x="3676" y="702"/>
                    <a:pt x="2948" y="2029"/>
                  </a:cubicBezTo>
                  <a:cubicBezTo>
                    <a:pt x="2731" y="2399"/>
                    <a:pt x="2566" y="2667"/>
                    <a:pt x="2272" y="2833"/>
                  </a:cubicBezTo>
                  <a:cubicBezTo>
                    <a:pt x="2144" y="2897"/>
                    <a:pt x="2004" y="2960"/>
                    <a:pt x="1864" y="3024"/>
                  </a:cubicBezTo>
                  <a:cubicBezTo>
                    <a:pt x="1558" y="3139"/>
                    <a:pt x="1264" y="3305"/>
                    <a:pt x="996" y="3509"/>
                  </a:cubicBezTo>
                  <a:cubicBezTo>
                    <a:pt x="294" y="4032"/>
                    <a:pt x="1" y="4951"/>
                    <a:pt x="269" y="5793"/>
                  </a:cubicBezTo>
                  <a:cubicBezTo>
                    <a:pt x="524" y="6482"/>
                    <a:pt x="1136" y="6967"/>
                    <a:pt x="1864" y="7031"/>
                  </a:cubicBezTo>
                  <a:lnTo>
                    <a:pt x="2030" y="7031"/>
                  </a:lnTo>
                  <a:cubicBezTo>
                    <a:pt x="2310" y="7031"/>
                    <a:pt x="2591" y="6980"/>
                    <a:pt x="2859" y="6916"/>
                  </a:cubicBezTo>
                  <a:cubicBezTo>
                    <a:pt x="3051" y="6853"/>
                    <a:pt x="3255" y="6827"/>
                    <a:pt x="3446" y="6814"/>
                  </a:cubicBezTo>
                  <a:cubicBezTo>
                    <a:pt x="3510" y="6814"/>
                    <a:pt x="3574" y="6814"/>
                    <a:pt x="3637" y="6840"/>
                  </a:cubicBezTo>
                  <a:cubicBezTo>
                    <a:pt x="3816" y="6891"/>
                    <a:pt x="3969" y="6980"/>
                    <a:pt x="4122" y="7095"/>
                  </a:cubicBezTo>
                  <a:cubicBezTo>
                    <a:pt x="4199" y="7146"/>
                    <a:pt x="4288" y="7210"/>
                    <a:pt x="4378" y="7261"/>
                  </a:cubicBezTo>
                  <a:cubicBezTo>
                    <a:pt x="4863" y="7541"/>
                    <a:pt x="5407" y="7682"/>
                    <a:pt x="5953" y="7682"/>
                  </a:cubicBezTo>
                  <a:cubicBezTo>
                    <a:pt x="6425" y="7682"/>
                    <a:pt x="6900" y="7576"/>
                    <a:pt x="7338" y="7363"/>
                  </a:cubicBezTo>
                  <a:cubicBezTo>
                    <a:pt x="7415" y="7325"/>
                    <a:pt x="7478" y="7286"/>
                    <a:pt x="7542" y="7248"/>
                  </a:cubicBezTo>
                  <a:cubicBezTo>
                    <a:pt x="7644" y="7184"/>
                    <a:pt x="7759" y="7133"/>
                    <a:pt x="7861" y="7095"/>
                  </a:cubicBezTo>
                  <a:cubicBezTo>
                    <a:pt x="7978" y="7053"/>
                    <a:pt x="8103" y="7028"/>
                    <a:pt x="8222" y="7028"/>
                  </a:cubicBezTo>
                  <a:cubicBezTo>
                    <a:pt x="8247" y="7028"/>
                    <a:pt x="8271" y="7029"/>
                    <a:pt x="8295" y="7031"/>
                  </a:cubicBezTo>
                  <a:cubicBezTo>
                    <a:pt x="8448" y="7031"/>
                    <a:pt x="8614" y="7044"/>
                    <a:pt x="8780" y="7057"/>
                  </a:cubicBezTo>
                  <a:cubicBezTo>
                    <a:pt x="8946" y="7069"/>
                    <a:pt x="9150" y="7095"/>
                    <a:pt x="9354" y="7095"/>
                  </a:cubicBezTo>
                  <a:cubicBezTo>
                    <a:pt x="9456" y="7095"/>
                    <a:pt x="9571" y="7082"/>
                    <a:pt x="9673" y="7069"/>
                  </a:cubicBezTo>
                  <a:cubicBezTo>
                    <a:pt x="10745" y="6955"/>
                    <a:pt x="11587" y="6125"/>
                    <a:pt x="11741" y="5066"/>
                  </a:cubicBezTo>
                  <a:cubicBezTo>
                    <a:pt x="11906" y="3994"/>
                    <a:pt x="11319" y="2960"/>
                    <a:pt x="10337" y="2539"/>
                  </a:cubicBezTo>
                  <a:cubicBezTo>
                    <a:pt x="10094" y="2437"/>
                    <a:pt x="9852" y="2374"/>
                    <a:pt x="9597" y="2322"/>
                  </a:cubicBezTo>
                  <a:cubicBezTo>
                    <a:pt x="9342" y="2271"/>
                    <a:pt x="9086" y="2195"/>
                    <a:pt x="8857" y="2067"/>
                  </a:cubicBezTo>
                  <a:cubicBezTo>
                    <a:pt x="8627" y="1876"/>
                    <a:pt x="8436" y="1646"/>
                    <a:pt x="8295" y="1391"/>
                  </a:cubicBezTo>
                  <a:cubicBezTo>
                    <a:pt x="8116" y="1110"/>
                    <a:pt x="7912" y="842"/>
                    <a:pt x="7670" y="613"/>
                  </a:cubicBezTo>
                  <a:cubicBezTo>
                    <a:pt x="7300" y="306"/>
                    <a:pt x="6853" y="102"/>
                    <a:pt x="6368" y="38"/>
                  </a:cubicBezTo>
                  <a:cubicBezTo>
                    <a:pt x="6215" y="13"/>
                    <a:pt x="6049" y="0"/>
                    <a:pt x="58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 name="Google Shape;905;p49">
              <a:extLst>
                <a:ext uri="{FF2B5EF4-FFF2-40B4-BE49-F238E27FC236}">
                  <a16:creationId xmlns:a16="http://schemas.microsoft.com/office/drawing/2014/main" id="{2B72B6B2-02E5-B461-E82B-76C3E9A90287}"/>
                </a:ext>
              </a:extLst>
            </p:cNvPr>
            <p:cNvGrpSpPr/>
            <p:nvPr/>
          </p:nvGrpSpPr>
          <p:grpSpPr>
            <a:xfrm>
              <a:off x="4733415" y="2530503"/>
              <a:ext cx="239221" cy="487147"/>
              <a:chOff x="1925725" y="1035100"/>
              <a:chExt cx="174525" cy="355400"/>
            </a:xfrm>
          </p:grpSpPr>
          <p:sp>
            <p:nvSpPr>
              <p:cNvPr id="517" name="Google Shape;906;p49">
                <a:extLst>
                  <a:ext uri="{FF2B5EF4-FFF2-40B4-BE49-F238E27FC236}">
                    <a16:creationId xmlns:a16="http://schemas.microsoft.com/office/drawing/2014/main" id="{469F0E5C-E502-F90C-67E3-72ADFCA3F646}"/>
                  </a:ext>
                </a:extLst>
              </p:cNvPr>
              <p:cNvSpPr/>
              <p:nvPr/>
            </p:nvSpPr>
            <p:spPr>
              <a:xfrm>
                <a:off x="1932400" y="1041150"/>
                <a:ext cx="163375" cy="343300"/>
              </a:xfrm>
              <a:custGeom>
                <a:avLst/>
                <a:gdLst/>
                <a:ahLst/>
                <a:cxnLst/>
                <a:rect l="l" t="t" r="r" b="b"/>
                <a:pathLst>
                  <a:path w="6535" h="13732" extrusionOk="0">
                    <a:moveTo>
                      <a:pt x="3829" y="1"/>
                    </a:moveTo>
                    <a:cubicBezTo>
                      <a:pt x="3740" y="1"/>
                      <a:pt x="3651" y="52"/>
                      <a:pt x="3612" y="141"/>
                    </a:cubicBezTo>
                    <a:lnTo>
                      <a:pt x="690" y="6700"/>
                    </a:lnTo>
                    <a:cubicBezTo>
                      <a:pt x="614" y="6866"/>
                      <a:pt x="728" y="7044"/>
                      <a:pt x="907" y="7044"/>
                    </a:cubicBezTo>
                    <a:lnTo>
                      <a:pt x="2400" y="7044"/>
                    </a:lnTo>
                    <a:lnTo>
                      <a:pt x="52" y="13412"/>
                    </a:lnTo>
                    <a:cubicBezTo>
                      <a:pt x="1" y="13527"/>
                      <a:pt x="52" y="13655"/>
                      <a:pt x="167" y="13718"/>
                    </a:cubicBezTo>
                    <a:cubicBezTo>
                      <a:pt x="205" y="13731"/>
                      <a:pt x="231" y="13731"/>
                      <a:pt x="269" y="13731"/>
                    </a:cubicBezTo>
                    <a:cubicBezTo>
                      <a:pt x="358" y="13731"/>
                      <a:pt x="435" y="13693"/>
                      <a:pt x="473" y="13616"/>
                    </a:cubicBezTo>
                    <a:lnTo>
                      <a:pt x="5667" y="4773"/>
                    </a:lnTo>
                    <a:cubicBezTo>
                      <a:pt x="5756" y="4620"/>
                      <a:pt x="5641" y="4416"/>
                      <a:pt x="5463" y="4416"/>
                    </a:cubicBezTo>
                    <a:lnTo>
                      <a:pt x="4289" y="4416"/>
                    </a:lnTo>
                    <a:lnTo>
                      <a:pt x="6458" y="358"/>
                    </a:lnTo>
                    <a:cubicBezTo>
                      <a:pt x="6534" y="192"/>
                      <a:pt x="6420" y="1"/>
                      <a:pt x="624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907;p49">
                <a:extLst>
                  <a:ext uri="{FF2B5EF4-FFF2-40B4-BE49-F238E27FC236}">
                    <a16:creationId xmlns:a16="http://schemas.microsoft.com/office/drawing/2014/main" id="{7B3B82BC-5166-F177-1371-2432BBD4D4CE}"/>
                  </a:ext>
                </a:extLst>
              </p:cNvPr>
              <p:cNvSpPr/>
              <p:nvPr/>
            </p:nvSpPr>
            <p:spPr>
              <a:xfrm>
                <a:off x="1925725" y="1035100"/>
                <a:ext cx="174525" cy="355400"/>
              </a:xfrm>
              <a:custGeom>
                <a:avLst/>
                <a:gdLst/>
                <a:ahLst/>
                <a:cxnLst/>
                <a:rect l="l" t="t" r="r" b="b"/>
                <a:pathLst>
                  <a:path w="6981" h="14216" extrusionOk="0">
                    <a:moveTo>
                      <a:pt x="6508" y="472"/>
                    </a:moveTo>
                    <a:lnTo>
                      <a:pt x="6508" y="485"/>
                    </a:lnTo>
                    <a:lnTo>
                      <a:pt x="4160" y="4900"/>
                    </a:lnTo>
                    <a:lnTo>
                      <a:pt x="5730" y="4900"/>
                    </a:lnTo>
                    <a:lnTo>
                      <a:pt x="536" y="13743"/>
                    </a:lnTo>
                    <a:lnTo>
                      <a:pt x="2999" y="7044"/>
                    </a:lnTo>
                    <a:lnTo>
                      <a:pt x="1174" y="7044"/>
                    </a:lnTo>
                    <a:lnTo>
                      <a:pt x="4096" y="472"/>
                    </a:lnTo>
                    <a:close/>
                    <a:moveTo>
                      <a:pt x="4096" y="0"/>
                    </a:moveTo>
                    <a:cubicBezTo>
                      <a:pt x="3918" y="0"/>
                      <a:pt x="3739" y="115"/>
                      <a:pt x="3662" y="281"/>
                    </a:cubicBezTo>
                    <a:lnTo>
                      <a:pt x="740" y="6840"/>
                    </a:lnTo>
                    <a:cubicBezTo>
                      <a:pt x="600" y="7159"/>
                      <a:pt x="829" y="7516"/>
                      <a:pt x="1174" y="7516"/>
                    </a:cubicBezTo>
                    <a:lnTo>
                      <a:pt x="2322" y="7516"/>
                    </a:lnTo>
                    <a:lnTo>
                      <a:pt x="89" y="13565"/>
                    </a:lnTo>
                    <a:cubicBezTo>
                      <a:pt x="0" y="13794"/>
                      <a:pt x="102" y="14062"/>
                      <a:pt x="332" y="14164"/>
                    </a:cubicBezTo>
                    <a:cubicBezTo>
                      <a:pt x="396" y="14190"/>
                      <a:pt x="459" y="14216"/>
                      <a:pt x="536" y="14216"/>
                    </a:cubicBezTo>
                    <a:cubicBezTo>
                      <a:pt x="702" y="14216"/>
                      <a:pt x="868" y="14113"/>
                      <a:pt x="944" y="13973"/>
                    </a:cubicBezTo>
                    <a:lnTo>
                      <a:pt x="6125" y="5143"/>
                    </a:lnTo>
                    <a:cubicBezTo>
                      <a:pt x="6317" y="4811"/>
                      <a:pt x="6087" y="4415"/>
                      <a:pt x="5717" y="4415"/>
                    </a:cubicBezTo>
                    <a:lnTo>
                      <a:pt x="4951" y="4415"/>
                    </a:lnTo>
                    <a:lnTo>
                      <a:pt x="6916" y="715"/>
                    </a:lnTo>
                    <a:cubicBezTo>
                      <a:pt x="6955" y="638"/>
                      <a:pt x="6980" y="562"/>
                      <a:pt x="6980" y="472"/>
                    </a:cubicBezTo>
                    <a:cubicBezTo>
                      <a:pt x="6980" y="217"/>
                      <a:pt x="6763" y="0"/>
                      <a:pt x="650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 name="Google Shape;908;p49">
              <a:extLst>
                <a:ext uri="{FF2B5EF4-FFF2-40B4-BE49-F238E27FC236}">
                  <a16:creationId xmlns:a16="http://schemas.microsoft.com/office/drawing/2014/main" id="{2D2D14ED-6557-4B0A-234A-360A821A0615}"/>
                </a:ext>
              </a:extLst>
            </p:cNvPr>
            <p:cNvSpPr/>
            <p:nvPr/>
          </p:nvSpPr>
          <p:spPr>
            <a:xfrm flipH="1">
              <a:off x="4972617" y="1300525"/>
              <a:ext cx="839412" cy="679383"/>
            </a:xfrm>
            <a:custGeom>
              <a:avLst/>
              <a:gdLst/>
              <a:ahLst/>
              <a:cxnLst/>
              <a:rect l="l" t="t" r="r" b="b"/>
              <a:pathLst>
                <a:path w="31661" h="25625" fill="none" extrusionOk="0">
                  <a:moveTo>
                    <a:pt x="24489" y="25267"/>
                  </a:moveTo>
                  <a:cubicBezTo>
                    <a:pt x="23404" y="24705"/>
                    <a:pt x="22358" y="23735"/>
                    <a:pt x="22383" y="22523"/>
                  </a:cubicBezTo>
                  <a:cubicBezTo>
                    <a:pt x="22421" y="20673"/>
                    <a:pt x="24872" y="19422"/>
                    <a:pt x="24616" y="17585"/>
                  </a:cubicBezTo>
                  <a:cubicBezTo>
                    <a:pt x="24463" y="16411"/>
                    <a:pt x="23213" y="15696"/>
                    <a:pt x="22051" y="15479"/>
                  </a:cubicBezTo>
                  <a:cubicBezTo>
                    <a:pt x="20877" y="15250"/>
                    <a:pt x="19652" y="15326"/>
                    <a:pt x="18555" y="14892"/>
                  </a:cubicBezTo>
                  <a:cubicBezTo>
                    <a:pt x="16934" y="14190"/>
                    <a:pt x="15965" y="12532"/>
                    <a:pt x="16143" y="10783"/>
                  </a:cubicBezTo>
                  <a:cubicBezTo>
                    <a:pt x="16347" y="9124"/>
                    <a:pt x="18147" y="7619"/>
                    <a:pt x="19652" y="8333"/>
                  </a:cubicBezTo>
                  <a:cubicBezTo>
                    <a:pt x="20112" y="8537"/>
                    <a:pt x="20469" y="8908"/>
                    <a:pt x="20788" y="9290"/>
                  </a:cubicBezTo>
                  <a:cubicBezTo>
                    <a:pt x="21299" y="9877"/>
                    <a:pt x="21783" y="10554"/>
                    <a:pt x="21847" y="11319"/>
                  </a:cubicBezTo>
                  <a:cubicBezTo>
                    <a:pt x="21962" y="12889"/>
                    <a:pt x="20367" y="13961"/>
                    <a:pt x="19002" y="14739"/>
                  </a:cubicBezTo>
                  <a:cubicBezTo>
                    <a:pt x="17636" y="15518"/>
                    <a:pt x="16092" y="16743"/>
                    <a:pt x="16398" y="18287"/>
                  </a:cubicBezTo>
                  <a:cubicBezTo>
                    <a:pt x="16692" y="19741"/>
                    <a:pt x="18657" y="20354"/>
                    <a:pt x="20010" y="19729"/>
                  </a:cubicBezTo>
                  <a:cubicBezTo>
                    <a:pt x="21375" y="19091"/>
                    <a:pt x="22179" y="17700"/>
                    <a:pt x="22728" y="16309"/>
                  </a:cubicBezTo>
                  <a:cubicBezTo>
                    <a:pt x="22945" y="15747"/>
                    <a:pt x="23174" y="15135"/>
                    <a:pt x="23685" y="14816"/>
                  </a:cubicBezTo>
                  <a:cubicBezTo>
                    <a:pt x="24259" y="14458"/>
                    <a:pt x="24999" y="14599"/>
                    <a:pt x="25675" y="14650"/>
                  </a:cubicBezTo>
                  <a:cubicBezTo>
                    <a:pt x="27526" y="14816"/>
                    <a:pt x="29542" y="14139"/>
                    <a:pt x="30588" y="12595"/>
                  </a:cubicBezTo>
                  <a:cubicBezTo>
                    <a:pt x="31647" y="11064"/>
                    <a:pt x="31392" y="8652"/>
                    <a:pt x="29810" y="7657"/>
                  </a:cubicBezTo>
                  <a:cubicBezTo>
                    <a:pt x="28700" y="6955"/>
                    <a:pt x="27194" y="7083"/>
                    <a:pt x="26084" y="7785"/>
                  </a:cubicBezTo>
                  <a:cubicBezTo>
                    <a:pt x="24974" y="8499"/>
                    <a:pt x="24246" y="9686"/>
                    <a:pt x="23889" y="10962"/>
                  </a:cubicBezTo>
                  <a:cubicBezTo>
                    <a:pt x="23468" y="12442"/>
                    <a:pt x="23570" y="14165"/>
                    <a:pt x="24527" y="15377"/>
                  </a:cubicBezTo>
                  <a:cubicBezTo>
                    <a:pt x="25484" y="16602"/>
                    <a:pt x="27436" y="17049"/>
                    <a:pt x="28649" y="16092"/>
                  </a:cubicBezTo>
                  <a:cubicBezTo>
                    <a:pt x="30116" y="14918"/>
                    <a:pt x="29682" y="12366"/>
                    <a:pt x="28215" y="11166"/>
                  </a:cubicBezTo>
                  <a:cubicBezTo>
                    <a:pt x="26747" y="9979"/>
                    <a:pt x="24706" y="9839"/>
                    <a:pt x="22817" y="9954"/>
                  </a:cubicBezTo>
                  <a:cubicBezTo>
                    <a:pt x="21541" y="10030"/>
                    <a:pt x="20201" y="10247"/>
                    <a:pt x="19257" y="11102"/>
                  </a:cubicBezTo>
                  <a:cubicBezTo>
                    <a:pt x="18300" y="11957"/>
                    <a:pt x="18032" y="13642"/>
                    <a:pt x="19002" y="14471"/>
                  </a:cubicBezTo>
                  <a:cubicBezTo>
                    <a:pt x="20010" y="15313"/>
                    <a:pt x="21669" y="14701"/>
                    <a:pt x="22409" y="13603"/>
                  </a:cubicBezTo>
                  <a:cubicBezTo>
                    <a:pt x="23162" y="12519"/>
                    <a:pt x="23302" y="11153"/>
                    <a:pt x="23595" y="9865"/>
                  </a:cubicBezTo>
                  <a:cubicBezTo>
                    <a:pt x="23876" y="8576"/>
                    <a:pt x="24438" y="7198"/>
                    <a:pt x="25624" y="6623"/>
                  </a:cubicBezTo>
                  <a:cubicBezTo>
                    <a:pt x="26211" y="6330"/>
                    <a:pt x="26900" y="6279"/>
                    <a:pt x="27487" y="5985"/>
                  </a:cubicBezTo>
                  <a:cubicBezTo>
                    <a:pt x="29185" y="5143"/>
                    <a:pt x="29236" y="2400"/>
                    <a:pt x="27768" y="1200"/>
                  </a:cubicBezTo>
                  <a:cubicBezTo>
                    <a:pt x="26301" y="1"/>
                    <a:pt x="23965" y="307"/>
                    <a:pt x="22562" y="1583"/>
                  </a:cubicBezTo>
                  <a:cubicBezTo>
                    <a:pt x="21720" y="2336"/>
                    <a:pt x="21158" y="3344"/>
                    <a:pt x="20482" y="4263"/>
                  </a:cubicBezTo>
                  <a:cubicBezTo>
                    <a:pt x="18606" y="6815"/>
                    <a:pt x="15875" y="8614"/>
                    <a:pt x="12787" y="9341"/>
                  </a:cubicBezTo>
                  <a:cubicBezTo>
                    <a:pt x="12455" y="9443"/>
                    <a:pt x="12098" y="9469"/>
                    <a:pt x="11754" y="9431"/>
                  </a:cubicBezTo>
                  <a:cubicBezTo>
                    <a:pt x="11383" y="9341"/>
                    <a:pt x="11039" y="9163"/>
                    <a:pt x="10771" y="8882"/>
                  </a:cubicBezTo>
                  <a:cubicBezTo>
                    <a:pt x="9750" y="7912"/>
                    <a:pt x="9508" y="6381"/>
                    <a:pt x="10158" y="5143"/>
                  </a:cubicBezTo>
                  <a:cubicBezTo>
                    <a:pt x="10822" y="3905"/>
                    <a:pt x="12226" y="3242"/>
                    <a:pt x="13591" y="3548"/>
                  </a:cubicBezTo>
                  <a:cubicBezTo>
                    <a:pt x="14867" y="3816"/>
                    <a:pt x="15837" y="4850"/>
                    <a:pt x="16845" y="5692"/>
                  </a:cubicBezTo>
                  <a:cubicBezTo>
                    <a:pt x="18006" y="6674"/>
                    <a:pt x="19423" y="7491"/>
                    <a:pt x="20941" y="7376"/>
                  </a:cubicBezTo>
                  <a:cubicBezTo>
                    <a:pt x="22447" y="7274"/>
                    <a:pt x="23927" y="5909"/>
                    <a:pt x="23685" y="4416"/>
                  </a:cubicBezTo>
                  <a:cubicBezTo>
                    <a:pt x="23417" y="2872"/>
                    <a:pt x="21490" y="2081"/>
                    <a:pt x="19971" y="2489"/>
                  </a:cubicBezTo>
                  <a:cubicBezTo>
                    <a:pt x="18453" y="2897"/>
                    <a:pt x="17304" y="4122"/>
                    <a:pt x="16296" y="5335"/>
                  </a:cubicBezTo>
                  <a:cubicBezTo>
                    <a:pt x="15518" y="6279"/>
                    <a:pt x="14625" y="7338"/>
                    <a:pt x="13400" y="7402"/>
                  </a:cubicBezTo>
                  <a:cubicBezTo>
                    <a:pt x="12034" y="7491"/>
                    <a:pt x="10873" y="6126"/>
                    <a:pt x="10784" y="4760"/>
                  </a:cubicBezTo>
                  <a:cubicBezTo>
                    <a:pt x="10707" y="3382"/>
                    <a:pt x="11473" y="2081"/>
                    <a:pt x="12443" y="1085"/>
                  </a:cubicBezTo>
                  <a:cubicBezTo>
                    <a:pt x="12953" y="562"/>
                    <a:pt x="13629" y="77"/>
                    <a:pt x="14369" y="166"/>
                  </a:cubicBezTo>
                  <a:cubicBezTo>
                    <a:pt x="15390" y="307"/>
                    <a:pt x="15901" y="1494"/>
                    <a:pt x="16105" y="2514"/>
                  </a:cubicBezTo>
                  <a:cubicBezTo>
                    <a:pt x="16654" y="5220"/>
                    <a:pt x="16296" y="8308"/>
                    <a:pt x="14357" y="10273"/>
                  </a:cubicBezTo>
                  <a:cubicBezTo>
                    <a:pt x="11958" y="12697"/>
                    <a:pt x="7428" y="12442"/>
                    <a:pt x="5335" y="9763"/>
                  </a:cubicBezTo>
                  <a:cubicBezTo>
                    <a:pt x="4773" y="9048"/>
                    <a:pt x="4365" y="8155"/>
                    <a:pt x="4442" y="7249"/>
                  </a:cubicBezTo>
                  <a:cubicBezTo>
                    <a:pt x="4531" y="6572"/>
                    <a:pt x="4799" y="5934"/>
                    <a:pt x="5233" y="5411"/>
                  </a:cubicBezTo>
                  <a:cubicBezTo>
                    <a:pt x="6011" y="4365"/>
                    <a:pt x="7211" y="3561"/>
                    <a:pt x="8525" y="3561"/>
                  </a:cubicBezTo>
                  <a:cubicBezTo>
                    <a:pt x="9827" y="3561"/>
                    <a:pt x="11141" y="4543"/>
                    <a:pt x="11256" y="5845"/>
                  </a:cubicBezTo>
                  <a:cubicBezTo>
                    <a:pt x="11358" y="7070"/>
                    <a:pt x="10414" y="8180"/>
                    <a:pt x="9291" y="8716"/>
                  </a:cubicBezTo>
                  <a:cubicBezTo>
                    <a:pt x="8168" y="9239"/>
                    <a:pt x="6892" y="9290"/>
                    <a:pt x="5679" y="9418"/>
                  </a:cubicBezTo>
                  <a:cubicBezTo>
                    <a:pt x="4454" y="9546"/>
                    <a:pt x="3166" y="9763"/>
                    <a:pt x="2196" y="10528"/>
                  </a:cubicBezTo>
                  <a:cubicBezTo>
                    <a:pt x="652" y="11740"/>
                    <a:pt x="511" y="14497"/>
                    <a:pt x="2170" y="15556"/>
                  </a:cubicBezTo>
                  <a:cubicBezTo>
                    <a:pt x="3497" y="16398"/>
                    <a:pt x="5373" y="15862"/>
                    <a:pt x="6458" y="14714"/>
                  </a:cubicBezTo>
                  <a:cubicBezTo>
                    <a:pt x="7555" y="13578"/>
                    <a:pt x="8040" y="11996"/>
                    <a:pt x="8397" y="10464"/>
                  </a:cubicBezTo>
                  <a:cubicBezTo>
                    <a:pt x="8653" y="9392"/>
                    <a:pt x="8831" y="8206"/>
                    <a:pt x="8283" y="7274"/>
                  </a:cubicBezTo>
                  <a:cubicBezTo>
                    <a:pt x="7849" y="6534"/>
                    <a:pt x="7019" y="6100"/>
                    <a:pt x="6177" y="5947"/>
                  </a:cubicBezTo>
                  <a:cubicBezTo>
                    <a:pt x="4556" y="5654"/>
                    <a:pt x="2821" y="6343"/>
                    <a:pt x="1685" y="7568"/>
                  </a:cubicBezTo>
                  <a:cubicBezTo>
                    <a:pt x="550" y="8780"/>
                    <a:pt x="1" y="10477"/>
                    <a:pt x="14" y="12136"/>
                  </a:cubicBezTo>
                  <a:cubicBezTo>
                    <a:pt x="14" y="13157"/>
                    <a:pt x="243" y="14203"/>
                    <a:pt x="830" y="15033"/>
                  </a:cubicBezTo>
                  <a:cubicBezTo>
                    <a:pt x="1953" y="16602"/>
                    <a:pt x="4186" y="17036"/>
                    <a:pt x="6037" y="16538"/>
                  </a:cubicBezTo>
                  <a:cubicBezTo>
                    <a:pt x="7517" y="16130"/>
                    <a:pt x="8831" y="15224"/>
                    <a:pt x="10299" y="14777"/>
                  </a:cubicBezTo>
                  <a:cubicBezTo>
                    <a:pt x="11779" y="14344"/>
                    <a:pt x="13655" y="14509"/>
                    <a:pt x="14472" y="15811"/>
                  </a:cubicBezTo>
                  <a:cubicBezTo>
                    <a:pt x="15250" y="17062"/>
                    <a:pt x="14574" y="18912"/>
                    <a:pt x="13234" y="19524"/>
                  </a:cubicBezTo>
                  <a:cubicBezTo>
                    <a:pt x="11894" y="20137"/>
                    <a:pt x="10197" y="19601"/>
                    <a:pt x="9278" y="18440"/>
                  </a:cubicBezTo>
                  <a:cubicBezTo>
                    <a:pt x="8372" y="17279"/>
                    <a:pt x="8206" y="15645"/>
                    <a:pt x="8640" y="14242"/>
                  </a:cubicBezTo>
                  <a:cubicBezTo>
                    <a:pt x="9125" y="12710"/>
                    <a:pt x="10312" y="11396"/>
                    <a:pt x="11830" y="10924"/>
                  </a:cubicBezTo>
                  <a:cubicBezTo>
                    <a:pt x="13999" y="10247"/>
                    <a:pt x="16590" y="11562"/>
                    <a:pt x="17330" y="13718"/>
                  </a:cubicBezTo>
                  <a:cubicBezTo>
                    <a:pt x="18057" y="15862"/>
                    <a:pt x="16820" y="18491"/>
                    <a:pt x="14688" y="19282"/>
                  </a:cubicBezTo>
                  <a:cubicBezTo>
                    <a:pt x="12966" y="19920"/>
                    <a:pt x="11001" y="19448"/>
                    <a:pt x="9240" y="19997"/>
                  </a:cubicBezTo>
                  <a:cubicBezTo>
                    <a:pt x="8449" y="20239"/>
                    <a:pt x="7721" y="20686"/>
                    <a:pt x="7147" y="21298"/>
                  </a:cubicBezTo>
                  <a:cubicBezTo>
                    <a:pt x="6764" y="21707"/>
                    <a:pt x="6445" y="22204"/>
                    <a:pt x="6394" y="22753"/>
                  </a:cubicBezTo>
                  <a:cubicBezTo>
                    <a:pt x="6330" y="23710"/>
                    <a:pt x="7160" y="24565"/>
                    <a:pt x="8091" y="24756"/>
                  </a:cubicBezTo>
                  <a:cubicBezTo>
                    <a:pt x="9035" y="24935"/>
                    <a:pt x="10005" y="24565"/>
                    <a:pt x="10771" y="23991"/>
                  </a:cubicBezTo>
                  <a:cubicBezTo>
                    <a:pt x="11856" y="23174"/>
                    <a:pt x="12621" y="21872"/>
                    <a:pt x="12583" y="20520"/>
                  </a:cubicBezTo>
                  <a:cubicBezTo>
                    <a:pt x="12557" y="19167"/>
                    <a:pt x="11600" y="17827"/>
                    <a:pt x="10273" y="17559"/>
                  </a:cubicBezTo>
                  <a:cubicBezTo>
                    <a:pt x="8946" y="17291"/>
                    <a:pt x="7440" y="18312"/>
                    <a:pt x="7389" y="19665"/>
                  </a:cubicBezTo>
                  <a:cubicBezTo>
                    <a:pt x="7338" y="20928"/>
                    <a:pt x="8512" y="22013"/>
                    <a:pt x="9776" y="22179"/>
                  </a:cubicBezTo>
                  <a:cubicBezTo>
                    <a:pt x="11026" y="22332"/>
                    <a:pt x="12277" y="21758"/>
                    <a:pt x="13247" y="20954"/>
                  </a:cubicBezTo>
                  <a:cubicBezTo>
                    <a:pt x="13987" y="20341"/>
                    <a:pt x="14612" y="19588"/>
                    <a:pt x="15480" y="19193"/>
                  </a:cubicBezTo>
                  <a:cubicBezTo>
                    <a:pt x="16985" y="18491"/>
                    <a:pt x="18989" y="19231"/>
                    <a:pt x="19678" y="20737"/>
                  </a:cubicBezTo>
                  <a:cubicBezTo>
                    <a:pt x="20367" y="22242"/>
                    <a:pt x="19627" y="24246"/>
                    <a:pt x="18121" y="24935"/>
                  </a:cubicBezTo>
                  <a:cubicBezTo>
                    <a:pt x="16615" y="25624"/>
                    <a:pt x="14612" y="24884"/>
                    <a:pt x="13936" y="23365"/>
                  </a:cubicBezTo>
                  <a:cubicBezTo>
                    <a:pt x="13566" y="22561"/>
                    <a:pt x="13553" y="21630"/>
                    <a:pt x="13668" y="20749"/>
                  </a:cubicBezTo>
                  <a:cubicBezTo>
                    <a:pt x="13834" y="19550"/>
                    <a:pt x="14216" y="18338"/>
                    <a:pt x="15020" y="17432"/>
                  </a:cubicBezTo>
                  <a:cubicBezTo>
                    <a:pt x="15811" y="16513"/>
                    <a:pt x="17075" y="15951"/>
                    <a:pt x="18261" y="16194"/>
                  </a:cubicBezTo>
                  <a:cubicBezTo>
                    <a:pt x="19448" y="16449"/>
                    <a:pt x="20431" y="17636"/>
                    <a:pt x="20227" y="18835"/>
                  </a:cubicBezTo>
                  <a:cubicBezTo>
                    <a:pt x="20112" y="19588"/>
                    <a:pt x="19589" y="20239"/>
                    <a:pt x="19589" y="21005"/>
                  </a:cubicBezTo>
                  <a:cubicBezTo>
                    <a:pt x="19589" y="21974"/>
                    <a:pt x="20482" y="22753"/>
                    <a:pt x="21413" y="23034"/>
                  </a:cubicBezTo>
                  <a:cubicBezTo>
                    <a:pt x="23621" y="23684"/>
                    <a:pt x="26199" y="22000"/>
                    <a:pt x="26530" y="19729"/>
                  </a:cubicBezTo>
                  <a:cubicBezTo>
                    <a:pt x="26862" y="17444"/>
                    <a:pt x="24923" y="15122"/>
                    <a:pt x="22626" y="15007"/>
                  </a:cubicBezTo>
                  <a:cubicBezTo>
                    <a:pt x="21758" y="14956"/>
                    <a:pt x="20737" y="15339"/>
                    <a:pt x="20584" y="16194"/>
                  </a:cubicBezTo>
                  <a:cubicBezTo>
                    <a:pt x="20444" y="16921"/>
                    <a:pt x="21056" y="17598"/>
                    <a:pt x="21720" y="17929"/>
                  </a:cubicBezTo>
                  <a:cubicBezTo>
                    <a:pt x="23340" y="18733"/>
                    <a:pt x="25548" y="18031"/>
                    <a:pt x="26416" y="16436"/>
                  </a:cubicBezTo>
                  <a:cubicBezTo>
                    <a:pt x="27322" y="14790"/>
                    <a:pt x="26798" y="12723"/>
                    <a:pt x="25918" y="11051"/>
                  </a:cubicBezTo>
                  <a:cubicBezTo>
                    <a:pt x="25050" y="9380"/>
                    <a:pt x="23851" y="7848"/>
                    <a:pt x="23366" y="6036"/>
                  </a:cubicBezTo>
                  <a:cubicBezTo>
                    <a:pt x="22894" y="4212"/>
                    <a:pt x="23430" y="1915"/>
                    <a:pt x="25165" y="1187"/>
                  </a:cubicBezTo>
                  <a:cubicBezTo>
                    <a:pt x="26900" y="460"/>
                    <a:pt x="28904" y="1672"/>
                    <a:pt x="30014" y="3204"/>
                  </a:cubicBezTo>
                  <a:cubicBezTo>
                    <a:pt x="31060" y="4658"/>
                    <a:pt x="31660" y="6560"/>
                    <a:pt x="31188" y="8282"/>
                  </a:cubicBezTo>
                  <a:cubicBezTo>
                    <a:pt x="30499" y="10745"/>
                    <a:pt x="27947" y="12149"/>
                    <a:pt x="26479" y="14242"/>
                  </a:cubicBezTo>
                  <a:cubicBezTo>
                    <a:pt x="26250" y="14573"/>
                    <a:pt x="26045" y="14931"/>
                    <a:pt x="26020" y="15339"/>
                  </a:cubicBezTo>
                  <a:cubicBezTo>
                    <a:pt x="25982" y="16322"/>
                    <a:pt x="27015" y="16947"/>
                    <a:pt x="27615" y="17725"/>
                  </a:cubicBezTo>
                  <a:cubicBezTo>
                    <a:pt x="28802" y="19307"/>
                    <a:pt x="28100" y="21758"/>
                    <a:pt x="26530" y="22957"/>
                  </a:cubicBezTo>
                  <a:cubicBezTo>
                    <a:pt x="24961" y="24169"/>
                    <a:pt x="22843" y="24361"/>
                    <a:pt x="20877" y="24169"/>
                  </a:cubicBezTo>
                  <a:cubicBezTo>
                    <a:pt x="18491" y="23940"/>
                    <a:pt x="16130" y="23187"/>
                    <a:pt x="14191" y="21783"/>
                  </a:cubicBezTo>
                  <a:cubicBezTo>
                    <a:pt x="12251" y="20392"/>
                    <a:pt x="10745" y="18312"/>
                    <a:pt x="10273" y="15964"/>
                  </a:cubicBezTo>
                  <a:cubicBezTo>
                    <a:pt x="9903" y="14139"/>
                    <a:pt x="10056" y="12034"/>
                    <a:pt x="8768" y="10707"/>
                  </a:cubicBezTo>
                  <a:cubicBezTo>
                    <a:pt x="7619" y="9507"/>
                    <a:pt x="5552" y="9456"/>
                    <a:pt x="4212" y="10413"/>
                  </a:cubicBezTo>
                  <a:cubicBezTo>
                    <a:pt x="2859" y="11383"/>
                    <a:pt x="2234" y="13170"/>
                    <a:pt x="2464" y="14816"/>
                  </a:cubicBezTo>
                  <a:cubicBezTo>
                    <a:pt x="2744" y="16883"/>
                    <a:pt x="4786" y="18848"/>
                    <a:pt x="6777" y="18197"/>
                  </a:cubicBezTo>
                  <a:cubicBezTo>
                    <a:pt x="8372" y="17674"/>
                    <a:pt x="9087" y="15824"/>
                    <a:pt x="9342" y="14152"/>
                  </a:cubicBezTo>
                  <a:cubicBezTo>
                    <a:pt x="9610" y="12493"/>
                    <a:pt x="9661" y="10681"/>
                    <a:pt x="10682" y="9354"/>
                  </a:cubicBezTo>
                  <a:cubicBezTo>
                    <a:pt x="11205" y="8691"/>
                    <a:pt x="11996" y="8180"/>
                    <a:pt x="12838" y="8218"/>
                  </a:cubicBezTo>
                  <a:cubicBezTo>
                    <a:pt x="13872" y="8257"/>
                    <a:pt x="14765" y="9137"/>
                    <a:pt x="14969" y="10145"/>
                  </a:cubicBezTo>
                  <a:cubicBezTo>
                    <a:pt x="15173" y="11166"/>
                    <a:pt x="14791" y="12238"/>
                    <a:pt x="14101" y="13016"/>
                  </a:cubicBezTo>
                  <a:cubicBezTo>
                    <a:pt x="13502" y="13667"/>
                    <a:pt x="12685" y="14178"/>
                    <a:pt x="12379" y="15007"/>
                  </a:cubicBezTo>
                  <a:cubicBezTo>
                    <a:pt x="12085" y="15837"/>
                    <a:pt x="12864" y="17036"/>
                    <a:pt x="13655" y="16628"/>
                  </a:cubicBezTo>
                </a:path>
              </a:pathLst>
            </a:custGeom>
            <a:noFill/>
            <a:ln w="19050" cap="flat" cmpd="sng">
              <a:solidFill>
                <a:schemeClr val="dk1"/>
              </a:solidFill>
              <a:prstDash val="solid"/>
              <a:miter lim="1276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 name="Google Shape;909;p49">
              <a:extLst>
                <a:ext uri="{FF2B5EF4-FFF2-40B4-BE49-F238E27FC236}">
                  <a16:creationId xmlns:a16="http://schemas.microsoft.com/office/drawing/2014/main" id="{EB2C0AE5-1CA8-6A10-6DEA-D5A078751D61}"/>
                </a:ext>
              </a:extLst>
            </p:cNvPr>
            <p:cNvGrpSpPr/>
            <p:nvPr/>
          </p:nvGrpSpPr>
          <p:grpSpPr>
            <a:xfrm>
              <a:off x="5180271" y="1689583"/>
              <a:ext cx="2629674" cy="1978471"/>
              <a:chOff x="3779475" y="3269550"/>
              <a:chExt cx="2916675" cy="2194400"/>
            </a:xfrm>
          </p:grpSpPr>
          <p:sp>
            <p:nvSpPr>
              <p:cNvPr id="46" name="Google Shape;910;p49">
                <a:extLst>
                  <a:ext uri="{FF2B5EF4-FFF2-40B4-BE49-F238E27FC236}">
                    <a16:creationId xmlns:a16="http://schemas.microsoft.com/office/drawing/2014/main" id="{BF84E58A-F255-A21A-FC29-1B9AB67A3641}"/>
                  </a:ext>
                </a:extLst>
              </p:cNvPr>
              <p:cNvSpPr/>
              <p:nvPr/>
            </p:nvSpPr>
            <p:spPr>
              <a:xfrm>
                <a:off x="4748625" y="4108525"/>
                <a:ext cx="261450" cy="156825"/>
              </a:xfrm>
              <a:custGeom>
                <a:avLst/>
                <a:gdLst/>
                <a:ahLst/>
                <a:cxnLst/>
                <a:rect l="l" t="t" r="r" b="b"/>
                <a:pathLst>
                  <a:path w="10458" h="6273" extrusionOk="0">
                    <a:moveTo>
                      <a:pt x="6248" y="1"/>
                    </a:moveTo>
                    <a:cubicBezTo>
                      <a:pt x="4078" y="1"/>
                      <a:pt x="1619" y="926"/>
                      <a:pt x="665" y="2784"/>
                    </a:cubicBezTo>
                    <a:cubicBezTo>
                      <a:pt x="0" y="4065"/>
                      <a:pt x="690" y="5569"/>
                      <a:pt x="2760" y="6086"/>
                    </a:cubicBezTo>
                    <a:cubicBezTo>
                      <a:pt x="3277" y="6214"/>
                      <a:pt x="3802" y="6273"/>
                      <a:pt x="4323" y="6273"/>
                    </a:cubicBezTo>
                    <a:cubicBezTo>
                      <a:pt x="7106" y="6273"/>
                      <a:pt x="9743" y="4604"/>
                      <a:pt x="10055" y="3006"/>
                    </a:cubicBezTo>
                    <a:cubicBezTo>
                      <a:pt x="10457" y="1006"/>
                      <a:pt x="8510" y="1"/>
                      <a:pt x="62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911;p49">
                <a:extLst>
                  <a:ext uri="{FF2B5EF4-FFF2-40B4-BE49-F238E27FC236}">
                    <a16:creationId xmlns:a16="http://schemas.microsoft.com/office/drawing/2014/main" id="{FBA452DB-6247-6C7D-861D-2E8C552D066F}"/>
                  </a:ext>
                </a:extLst>
              </p:cNvPr>
              <p:cNvSpPr/>
              <p:nvPr/>
            </p:nvSpPr>
            <p:spPr>
              <a:xfrm>
                <a:off x="5312325" y="4005875"/>
                <a:ext cx="282225" cy="154675"/>
              </a:xfrm>
              <a:custGeom>
                <a:avLst/>
                <a:gdLst/>
                <a:ahLst/>
                <a:cxnLst/>
                <a:rect l="l" t="t" r="r" b="b"/>
                <a:pathLst>
                  <a:path w="11289" h="6187" extrusionOk="0">
                    <a:moveTo>
                      <a:pt x="6769" y="1"/>
                    </a:moveTo>
                    <a:cubicBezTo>
                      <a:pt x="3506" y="1"/>
                      <a:pt x="1" y="2192"/>
                      <a:pt x="1480" y="4623"/>
                    </a:cubicBezTo>
                    <a:cubicBezTo>
                      <a:pt x="2055" y="5576"/>
                      <a:pt x="3634" y="6186"/>
                      <a:pt x="5406" y="6186"/>
                    </a:cubicBezTo>
                    <a:cubicBezTo>
                      <a:pt x="6750" y="6186"/>
                      <a:pt x="8204" y="5835"/>
                      <a:pt x="9416" y="5017"/>
                    </a:cubicBezTo>
                    <a:cubicBezTo>
                      <a:pt x="11165" y="3809"/>
                      <a:pt x="11289" y="2158"/>
                      <a:pt x="10229" y="1172"/>
                    </a:cubicBezTo>
                    <a:cubicBezTo>
                      <a:pt x="9336" y="350"/>
                      <a:pt x="8072" y="1"/>
                      <a:pt x="676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912;p49">
                <a:extLst>
                  <a:ext uri="{FF2B5EF4-FFF2-40B4-BE49-F238E27FC236}">
                    <a16:creationId xmlns:a16="http://schemas.microsoft.com/office/drawing/2014/main" id="{78F0FE92-FBDB-2E80-4295-7C5C7188D363}"/>
                  </a:ext>
                </a:extLst>
              </p:cNvPr>
              <p:cNvSpPr/>
              <p:nvPr/>
            </p:nvSpPr>
            <p:spPr>
              <a:xfrm>
                <a:off x="4898325" y="4732600"/>
                <a:ext cx="3725" cy="3100"/>
              </a:xfrm>
              <a:custGeom>
                <a:avLst/>
                <a:gdLst/>
                <a:ahLst/>
                <a:cxnLst/>
                <a:rect l="l" t="t" r="r" b="b"/>
                <a:pathLst>
                  <a:path w="149" h="124" extrusionOk="0">
                    <a:moveTo>
                      <a:pt x="1" y="1"/>
                    </a:moveTo>
                    <a:cubicBezTo>
                      <a:pt x="1" y="25"/>
                      <a:pt x="1" y="50"/>
                      <a:pt x="1" y="50"/>
                    </a:cubicBezTo>
                    <a:lnTo>
                      <a:pt x="148" y="124"/>
                    </a:lnTo>
                    <a:cubicBezTo>
                      <a:pt x="99" y="75"/>
                      <a:pt x="50" y="25"/>
                      <a:pt x="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913;p49">
                <a:extLst>
                  <a:ext uri="{FF2B5EF4-FFF2-40B4-BE49-F238E27FC236}">
                    <a16:creationId xmlns:a16="http://schemas.microsoft.com/office/drawing/2014/main" id="{6AE0A9FA-CD5C-B739-2773-70ED4E930159}"/>
                  </a:ext>
                </a:extLst>
              </p:cNvPr>
              <p:cNvSpPr/>
              <p:nvPr/>
            </p:nvSpPr>
            <p:spPr>
              <a:xfrm>
                <a:off x="4618000" y="4521900"/>
                <a:ext cx="707925" cy="779675"/>
              </a:xfrm>
              <a:custGeom>
                <a:avLst/>
                <a:gdLst/>
                <a:ahLst/>
                <a:cxnLst/>
                <a:rect l="l" t="t" r="r" b="b"/>
                <a:pathLst>
                  <a:path w="28317" h="31187" extrusionOk="0">
                    <a:moveTo>
                      <a:pt x="15526" y="0"/>
                    </a:moveTo>
                    <a:cubicBezTo>
                      <a:pt x="15378" y="50"/>
                      <a:pt x="15231" y="124"/>
                      <a:pt x="15107" y="198"/>
                    </a:cubicBezTo>
                    <a:lnTo>
                      <a:pt x="13037" y="1282"/>
                    </a:lnTo>
                    <a:cubicBezTo>
                      <a:pt x="13259" y="1504"/>
                      <a:pt x="13481" y="1775"/>
                      <a:pt x="13653" y="2046"/>
                    </a:cubicBezTo>
                    <a:cubicBezTo>
                      <a:pt x="14269" y="3007"/>
                      <a:pt x="14417" y="4165"/>
                      <a:pt x="14048" y="5250"/>
                    </a:cubicBezTo>
                    <a:cubicBezTo>
                      <a:pt x="13604" y="6408"/>
                      <a:pt x="12298" y="7024"/>
                      <a:pt x="11534" y="7320"/>
                    </a:cubicBezTo>
                    <a:lnTo>
                      <a:pt x="11608" y="7369"/>
                    </a:lnTo>
                    <a:cubicBezTo>
                      <a:pt x="11682" y="7418"/>
                      <a:pt x="11756" y="7468"/>
                      <a:pt x="11805" y="7517"/>
                    </a:cubicBezTo>
                    <a:cubicBezTo>
                      <a:pt x="13037" y="8478"/>
                      <a:pt x="13308" y="9809"/>
                      <a:pt x="12594" y="11066"/>
                    </a:cubicBezTo>
                    <a:cubicBezTo>
                      <a:pt x="11706" y="12569"/>
                      <a:pt x="10203" y="12963"/>
                      <a:pt x="9390" y="13185"/>
                    </a:cubicBezTo>
                    <a:lnTo>
                      <a:pt x="9119" y="13259"/>
                    </a:lnTo>
                    <a:cubicBezTo>
                      <a:pt x="10795" y="14639"/>
                      <a:pt x="10918" y="15921"/>
                      <a:pt x="10721" y="16759"/>
                    </a:cubicBezTo>
                    <a:cubicBezTo>
                      <a:pt x="10425" y="18089"/>
                      <a:pt x="9094" y="19223"/>
                      <a:pt x="7246" y="19790"/>
                    </a:cubicBezTo>
                    <a:cubicBezTo>
                      <a:pt x="6950" y="19888"/>
                      <a:pt x="6679" y="19962"/>
                      <a:pt x="6383" y="20036"/>
                    </a:cubicBezTo>
                    <a:cubicBezTo>
                      <a:pt x="5340" y="20230"/>
                      <a:pt x="4290" y="20329"/>
                      <a:pt x="3240" y="20329"/>
                    </a:cubicBezTo>
                    <a:cubicBezTo>
                      <a:pt x="2158" y="20329"/>
                      <a:pt x="1076" y="20224"/>
                      <a:pt x="0" y="20012"/>
                    </a:cubicBezTo>
                    <a:lnTo>
                      <a:pt x="0" y="20012"/>
                    </a:lnTo>
                    <a:cubicBezTo>
                      <a:pt x="1430" y="22698"/>
                      <a:pt x="3303" y="26197"/>
                      <a:pt x="5718" y="30756"/>
                    </a:cubicBezTo>
                    <a:cubicBezTo>
                      <a:pt x="5909" y="31120"/>
                      <a:pt x="5982" y="31186"/>
                      <a:pt x="6051" y="31186"/>
                    </a:cubicBezTo>
                    <a:cubicBezTo>
                      <a:pt x="6071" y="31186"/>
                      <a:pt x="6090" y="31181"/>
                      <a:pt x="6112" y="31175"/>
                    </a:cubicBezTo>
                    <a:cubicBezTo>
                      <a:pt x="6285" y="31101"/>
                      <a:pt x="6457" y="31028"/>
                      <a:pt x="6630" y="30929"/>
                    </a:cubicBezTo>
                    <a:lnTo>
                      <a:pt x="25877" y="20726"/>
                    </a:lnTo>
                    <a:cubicBezTo>
                      <a:pt x="26173" y="20578"/>
                      <a:pt x="26345" y="20480"/>
                      <a:pt x="26370" y="20357"/>
                    </a:cubicBezTo>
                    <a:cubicBezTo>
                      <a:pt x="26370" y="20332"/>
                      <a:pt x="26419" y="20258"/>
                      <a:pt x="26296" y="20061"/>
                    </a:cubicBezTo>
                    <a:cubicBezTo>
                      <a:pt x="26271" y="20012"/>
                      <a:pt x="26247" y="19987"/>
                      <a:pt x="26222" y="19938"/>
                    </a:cubicBezTo>
                    <a:lnTo>
                      <a:pt x="26173" y="19864"/>
                    </a:lnTo>
                    <a:cubicBezTo>
                      <a:pt x="26074" y="19642"/>
                      <a:pt x="25655" y="18853"/>
                      <a:pt x="24398" y="16487"/>
                    </a:cubicBezTo>
                    <a:lnTo>
                      <a:pt x="24250" y="16192"/>
                    </a:lnTo>
                    <a:cubicBezTo>
                      <a:pt x="23930" y="15576"/>
                      <a:pt x="23536" y="14861"/>
                      <a:pt x="23092" y="14023"/>
                    </a:cubicBezTo>
                    <a:cubicBezTo>
                      <a:pt x="22698" y="13308"/>
                      <a:pt x="22648" y="12470"/>
                      <a:pt x="22944" y="11706"/>
                    </a:cubicBezTo>
                    <a:cubicBezTo>
                      <a:pt x="23092" y="11312"/>
                      <a:pt x="23412" y="11016"/>
                      <a:pt x="23807" y="10918"/>
                    </a:cubicBezTo>
                    <a:cubicBezTo>
                      <a:pt x="23906" y="10895"/>
                      <a:pt x="24005" y="10884"/>
                      <a:pt x="24104" y="10884"/>
                    </a:cubicBezTo>
                    <a:cubicBezTo>
                      <a:pt x="24323" y="10884"/>
                      <a:pt x="24539" y="10939"/>
                      <a:pt x="24743" y="11041"/>
                    </a:cubicBezTo>
                    <a:cubicBezTo>
                      <a:pt x="25113" y="11214"/>
                      <a:pt x="25483" y="11361"/>
                      <a:pt x="25877" y="11485"/>
                    </a:cubicBezTo>
                    <a:cubicBezTo>
                      <a:pt x="26041" y="11544"/>
                      <a:pt x="26214" y="11577"/>
                      <a:pt x="26386" y="11577"/>
                    </a:cubicBezTo>
                    <a:cubicBezTo>
                      <a:pt x="26497" y="11577"/>
                      <a:pt x="26608" y="11563"/>
                      <a:pt x="26715" y="11534"/>
                    </a:cubicBezTo>
                    <a:cubicBezTo>
                      <a:pt x="27257" y="11361"/>
                      <a:pt x="27701" y="10918"/>
                      <a:pt x="27848" y="10351"/>
                    </a:cubicBezTo>
                    <a:cubicBezTo>
                      <a:pt x="28317" y="9045"/>
                      <a:pt x="27996" y="7344"/>
                      <a:pt x="27011" y="6038"/>
                    </a:cubicBezTo>
                    <a:cubicBezTo>
                      <a:pt x="26188" y="5000"/>
                      <a:pt x="25024" y="4322"/>
                      <a:pt x="24086" y="4322"/>
                    </a:cubicBezTo>
                    <a:cubicBezTo>
                      <a:pt x="23955" y="4322"/>
                      <a:pt x="23829" y="4335"/>
                      <a:pt x="23708" y="4362"/>
                    </a:cubicBezTo>
                    <a:cubicBezTo>
                      <a:pt x="23141" y="4535"/>
                      <a:pt x="22722" y="5003"/>
                      <a:pt x="22599" y="5570"/>
                    </a:cubicBezTo>
                    <a:cubicBezTo>
                      <a:pt x="22575" y="5669"/>
                      <a:pt x="22550" y="5792"/>
                      <a:pt x="22525" y="5915"/>
                    </a:cubicBezTo>
                    <a:cubicBezTo>
                      <a:pt x="22402" y="6531"/>
                      <a:pt x="22205" y="7566"/>
                      <a:pt x="21441" y="7763"/>
                    </a:cubicBezTo>
                    <a:cubicBezTo>
                      <a:pt x="21355" y="7776"/>
                      <a:pt x="21267" y="7782"/>
                      <a:pt x="21179" y="7782"/>
                    </a:cubicBezTo>
                    <a:cubicBezTo>
                      <a:pt x="20916" y="7782"/>
                      <a:pt x="20652" y="7726"/>
                      <a:pt x="20430" y="7616"/>
                    </a:cubicBezTo>
                    <a:cubicBezTo>
                      <a:pt x="19395" y="7172"/>
                      <a:pt x="19198" y="6778"/>
                      <a:pt x="17547" y="3598"/>
                    </a:cubicBezTo>
                    <a:cubicBezTo>
                      <a:pt x="17104" y="2785"/>
                      <a:pt x="16561" y="1750"/>
                      <a:pt x="15896" y="469"/>
                    </a:cubicBezTo>
                    <a:cubicBezTo>
                      <a:pt x="15822" y="345"/>
                      <a:pt x="15650" y="25"/>
                      <a:pt x="1557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914;p49">
                <a:extLst>
                  <a:ext uri="{FF2B5EF4-FFF2-40B4-BE49-F238E27FC236}">
                    <a16:creationId xmlns:a16="http://schemas.microsoft.com/office/drawing/2014/main" id="{82A712C1-F7D3-38FE-4CF8-433088D30B45}"/>
                  </a:ext>
                </a:extLst>
              </p:cNvPr>
              <p:cNvSpPr/>
              <p:nvPr/>
            </p:nvSpPr>
            <p:spPr>
              <a:xfrm>
                <a:off x="6208175" y="4607525"/>
                <a:ext cx="88125" cy="123875"/>
              </a:xfrm>
              <a:custGeom>
                <a:avLst/>
                <a:gdLst/>
                <a:ahLst/>
                <a:cxnLst/>
                <a:rect l="l" t="t" r="r" b="b"/>
                <a:pathLst>
                  <a:path w="3525" h="4955" extrusionOk="0">
                    <a:moveTo>
                      <a:pt x="1922" y="1"/>
                    </a:moveTo>
                    <a:cubicBezTo>
                      <a:pt x="1479" y="1726"/>
                      <a:pt x="838" y="3402"/>
                      <a:pt x="0" y="4954"/>
                    </a:cubicBezTo>
                    <a:cubicBezTo>
                      <a:pt x="99" y="4930"/>
                      <a:pt x="197" y="4881"/>
                      <a:pt x="296" y="4856"/>
                    </a:cubicBezTo>
                    <a:cubicBezTo>
                      <a:pt x="493" y="4807"/>
                      <a:pt x="715" y="4807"/>
                      <a:pt x="912" y="4807"/>
                    </a:cubicBezTo>
                    <a:lnTo>
                      <a:pt x="1183" y="4831"/>
                    </a:lnTo>
                    <a:cubicBezTo>
                      <a:pt x="1430" y="4856"/>
                      <a:pt x="1701" y="4856"/>
                      <a:pt x="1947" y="4856"/>
                    </a:cubicBezTo>
                    <a:cubicBezTo>
                      <a:pt x="2070" y="4831"/>
                      <a:pt x="2169" y="4831"/>
                      <a:pt x="2292" y="4807"/>
                    </a:cubicBezTo>
                    <a:cubicBezTo>
                      <a:pt x="3105" y="4609"/>
                      <a:pt x="3524" y="3895"/>
                      <a:pt x="3450" y="2909"/>
                    </a:cubicBezTo>
                    <a:cubicBezTo>
                      <a:pt x="3327" y="1800"/>
                      <a:pt x="2760" y="740"/>
                      <a:pt x="19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915;p49">
                <a:extLst>
                  <a:ext uri="{FF2B5EF4-FFF2-40B4-BE49-F238E27FC236}">
                    <a16:creationId xmlns:a16="http://schemas.microsoft.com/office/drawing/2014/main" id="{EAC50A27-70C4-D206-EFCD-FAD68E0F034E}"/>
                  </a:ext>
                </a:extLst>
              </p:cNvPr>
              <p:cNvSpPr/>
              <p:nvPr/>
            </p:nvSpPr>
            <p:spPr>
              <a:xfrm>
                <a:off x="5534150" y="4761575"/>
                <a:ext cx="815750" cy="604000"/>
              </a:xfrm>
              <a:custGeom>
                <a:avLst/>
                <a:gdLst/>
                <a:ahLst/>
                <a:cxnLst/>
                <a:rect l="l" t="t" r="r" b="b"/>
                <a:pathLst>
                  <a:path w="32630" h="24160" extrusionOk="0">
                    <a:moveTo>
                      <a:pt x="26296" y="0"/>
                    </a:moveTo>
                    <a:cubicBezTo>
                      <a:pt x="25704" y="937"/>
                      <a:pt x="25014" y="1824"/>
                      <a:pt x="24275" y="2637"/>
                    </a:cubicBezTo>
                    <a:cubicBezTo>
                      <a:pt x="23659" y="3278"/>
                      <a:pt x="22993" y="3869"/>
                      <a:pt x="22279" y="4387"/>
                    </a:cubicBezTo>
                    <a:cubicBezTo>
                      <a:pt x="21035" y="5332"/>
                      <a:pt x="19680" y="5831"/>
                      <a:pt x="18506" y="5831"/>
                    </a:cubicBezTo>
                    <a:cubicBezTo>
                      <a:pt x="17935" y="5831"/>
                      <a:pt x="17407" y="5713"/>
                      <a:pt x="16956" y="5471"/>
                    </a:cubicBezTo>
                    <a:cubicBezTo>
                      <a:pt x="16192" y="5052"/>
                      <a:pt x="15304" y="4091"/>
                      <a:pt x="15403" y="1922"/>
                    </a:cubicBezTo>
                    <a:lnTo>
                      <a:pt x="15403" y="1922"/>
                    </a:lnTo>
                    <a:cubicBezTo>
                      <a:pt x="15329" y="1972"/>
                      <a:pt x="15255" y="2021"/>
                      <a:pt x="15181" y="2070"/>
                    </a:cubicBezTo>
                    <a:cubicBezTo>
                      <a:pt x="14861" y="2267"/>
                      <a:pt x="14565" y="2464"/>
                      <a:pt x="14220" y="2637"/>
                    </a:cubicBezTo>
                    <a:cubicBezTo>
                      <a:pt x="14023" y="3573"/>
                      <a:pt x="13407" y="4658"/>
                      <a:pt x="12249" y="5668"/>
                    </a:cubicBezTo>
                    <a:cubicBezTo>
                      <a:pt x="11756" y="6112"/>
                      <a:pt x="11164" y="6408"/>
                      <a:pt x="10523" y="6555"/>
                    </a:cubicBezTo>
                    <a:cubicBezTo>
                      <a:pt x="10244" y="6629"/>
                      <a:pt x="9973" y="6665"/>
                      <a:pt x="9718" y="6665"/>
                    </a:cubicBezTo>
                    <a:cubicBezTo>
                      <a:pt x="9206" y="6665"/>
                      <a:pt x="8757" y="6523"/>
                      <a:pt x="8429" y="6260"/>
                    </a:cubicBezTo>
                    <a:cubicBezTo>
                      <a:pt x="8034" y="5915"/>
                      <a:pt x="7813" y="5422"/>
                      <a:pt x="7862" y="4904"/>
                    </a:cubicBezTo>
                    <a:lnTo>
                      <a:pt x="7862" y="4559"/>
                    </a:lnTo>
                    <a:cubicBezTo>
                      <a:pt x="7887" y="4263"/>
                      <a:pt x="7887" y="3943"/>
                      <a:pt x="7862" y="3647"/>
                    </a:cubicBezTo>
                    <a:cubicBezTo>
                      <a:pt x="7887" y="3302"/>
                      <a:pt x="7714" y="2957"/>
                      <a:pt x="7443" y="2760"/>
                    </a:cubicBezTo>
                    <a:cubicBezTo>
                      <a:pt x="7193" y="2588"/>
                      <a:pt x="6904" y="2506"/>
                      <a:pt x="6613" y="2506"/>
                    </a:cubicBezTo>
                    <a:cubicBezTo>
                      <a:pt x="6444" y="2506"/>
                      <a:pt x="6275" y="2533"/>
                      <a:pt x="6112" y="2588"/>
                    </a:cubicBezTo>
                    <a:cubicBezTo>
                      <a:pt x="5595" y="2686"/>
                      <a:pt x="5126" y="2982"/>
                      <a:pt x="4781" y="3376"/>
                    </a:cubicBezTo>
                    <a:cubicBezTo>
                      <a:pt x="3549" y="4806"/>
                      <a:pt x="2588" y="5890"/>
                      <a:pt x="1873" y="6679"/>
                    </a:cubicBezTo>
                    <a:cubicBezTo>
                      <a:pt x="592" y="8133"/>
                      <a:pt x="0" y="8773"/>
                      <a:pt x="25" y="8971"/>
                    </a:cubicBezTo>
                    <a:cubicBezTo>
                      <a:pt x="25" y="9020"/>
                      <a:pt x="99" y="9044"/>
                      <a:pt x="198" y="9143"/>
                    </a:cubicBezTo>
                    <a:cubicBezTo>
                      <a:pt x="271" y="9192"/>
                      <a:pt x="345" y="9242"/>
                      <a:pt x="395" y="9291"/>
                    </a:cubicBezTo>
                    <a:cubicBezTo>
                      <a:pt x="1430" y="10227"/>
                      <a:pt x="2268" y="10967"/>
                      <a:pt x="2982" y="11583"/>
                    </a:cubicBezTo>
                    <a:lnTo>
                      <a:pt x="2982" y="11607"/>
                    </a:lnTo>
                    <a:cubicBezTo>
                      <a:pt x="5590" y="13937"/>
                      <a:pt x="6121" y="14395"/>
                      <a:pt x="6988" y="14395"/>
                    </a:cubicBezTo>
                    <a:cubicBezTo>
                      <a:pt x="7121" y="14395"/>
                      <a:pt x="7261" y="14384"/>
                      <a:pt x="7418" y="14368"/>
                    </a:cubicBezTo>
                    <a:cubicBezTo>
                      <a:pt x="7517" y="14368"/>
                      <a:pt x="7615" y="14343"/>
                      <a:pt x="7689" y="14343"/>
                    </a:cubicBezTo>
                    <a:cubicBezTo>
                      <a:pt x="8552" y="14121"/>
                      <a:pt x="8601" y="13480"/>
                      <a:pt x="8379" y="12248"/>
                    </a:cubicBezTo>
                    <a:lnTo>
                      <a:pt x="8379" y="12199"/>
                    </a:lnTo>
                    <a:cubicBezTo>
                      <a:pt x="8355" y="12051"/>
                      <a:pt x="8330" y="11903"/>
                      <a:pt x="8306" y="11755"/>
                    </a:cubicBezTo>
                    <a:cubicBezTo>
                      <a:pt x="8207" y="10868"/>
                      <a:pt x="8724" y="10178"/>
                      <a:pt x="9636" y="9932"/>
                    </a:cubicBezTo>
                    <a:cubicBezTo>
                      <a:pt x="9844" y="9882"/>
                      <a:pt x="10070" y="9856"/>
                      <a:pt x="10309" y="9856"/>
                    </a:cubicBezTo>
                    <a:cubicBezTo>
                      <a:pt x="11494" y="9856"/>
                      <a:pt x="13011" y="10493"/>
                      <a:pt x="14220" y="12051"/>
                    </a:cubicBezTo>
                    <a:cubicBezTo>
                      <a:pt x="15033" y="13061"/>
                      <a:pt x="15329" y="14294"/>
                      <a:pt x="15033" y="15156"/>
                    </a:cubicBezTo>
                    <a:cubicBezTo>
                      <a:pt x="14836" y="15698"/>
                      <a:pt x="14368" y="16117"/>
                      <a:pt x="13801" y="16241"/>
                    </a:cubicBezTo>
                    <a:cubicBezTo>
                      <a:pt x="13604" y="16265"/>
                      <a:pt x="13382" y="16290"/>
                      <a:pt x="13185" y="16290"/>
                    </a:cubicBezTo>
                    <a:lnTo>
                      <a:pt x="12372" y="16290"/>
                    </a:lnTo>
                    <a:cubicBezTo>
                      <a:pt x="12175" y="16290"/>
                      <a:pt x="11953" y="16290"/>
                      <a:pt x="11756" y="16339"/>
                    </a:cubicBezTo>
                    <a:cubicBezTo>
                      <a:pt x="11559" y="16388"/>
                      <a:pt x="10942" y="16536"/>
                      <a:pt x="10992" y="17522"/>
                    </a:cubicBezTo>
                    <a:cubicBezTo>
                      <a:pt x="10992" y="18237"/>
                      <a:pt x="11312" y="18927"/>
                      <a:pt x="11854" y="19370"/>
                    </a:cubicBezTo>
                    <a:lnTo>
                      <a:pt x="12175" y="19642"/>
                    </a:lnTo>
                    <a:lnTo>
                      <a:pt x="12939" y="20307"/>
                    </a:lnTo>
                    <a:lnTo>
                      <a:pt x="13629" y="20923"/>
                    </a:lnTo>
                    <a:lnTo>
                      <a:pt x="14269" y="21490"/>
                    </a:lnTo>
                    <a:lnTo>
                      <a:pt x="15255" y="22352"/>
                    </a:lnTo>
                    <a:lnTo>
                      <a:pt x="17104" y="23954"/>
                    </a:lnTo>
                    <a:lnTo>
                      <a:pt x="17177" y="24028"/>
                    </a:lnTo>
                    <a:cubicBezTo>
                      <a:pt x="17292" y="24124"/>
                      <a:pt x="17347" y="24160"/>
                      <a:pt x="17390" y="24160"/>
                    </a:cubicBezTo>
                    <a:cubicBezTo>
                      <a:pt x="17402" y="24160"/>
                      <a:pt x="17413" y="24157"/>
                      <a:pt x="17424" y="24151"/>
                    </a:cubicBezTo>
                    <a:cubicBezTo>
                      <a:pt x="17695" y="24077"/>
                      <a:pt x="18360" y="23313"/>
                      <a:pt x="20135" y="21243"/>
                    </a:cubicBezTo>
                    <a:lnTo>
                      <a:pt x="20258" y="21096"/>
                    </a:lnTo>
                    <a:lnTo>
                      <a:pt x="22303" y="18730"/>
                    </a:lnTo>
                    <a:cubicBezTo>
                      <a:pt x="22673" y="18311"/>
                      <a:pt x="23166" y="18015"/>
                      <a:pt x="23684" y="17892"/>
                    </a:cubicBezTo>
                    <a:cubicBezTo>
                      <a:pt x="23843" y="17842"/>
                      <a:pt x="24005" y="17817"/>
                      <a:pt x="24164" y="17817"/>
                    </a:cubicBezTo>
                    <a:cubicBezTo>
                      <a:pt x="24475" y="17817"/>
                      <a:pt x="24779" y="17910"/>
                      <a:pt x="25039" y="18089"/>
                    </a:cubicBezTo>
                    <a:cubicBezTo>
                      <a:pt x="25384" y="18385"/>
                      <a:pt x="25556" y="18828"/>
                      <a:pt x="25507" y="19272"/>
                    </a:cubicBezTo>
                    <a:cubicBezTo>
                      <a:pt x="25507" y="19444"/>
                      <a:pt x="25507" y="19592"/>
                      <a:pt x="25483" y="19765"/>
                    </a:cubicBezTo>
                    <a:cubicBezTo>
                      <a:pt x="25458" y="19937"/>
                      <a:pt x="25458" y="20134"/>
                      <a:pt x="25458" y="20307"/>
                    </a:cubicBezTo>
                    <a:cubicBezTo>
                      <a:pt x="25458" y="20824"/>
                      <a:pt x="25655" y="21293"/>
                      <a:pt x="26049" y="21613"/>
                    </a:cubicBezTo>
                    <a:cubicBezTo>
                      <a:pt x="26276" y="21787"/>
                      <a:pt x="26626" y="21962"/>
                      <a:pt x="27168" y="21962"/>
                    </a:cubicBezTo>
                    <a:cubicBezTo>
                      <a:pt x="27393" y="21962"/>
                      <a:pt x="27651" y="21932"/>
                      <a:pt x="27947" y="21859"/>
                    </a:cubicBezTo>
                    <a:cubicBezTo>
                      <a:pt x="28095" y="21810"/>
                      <a:pt x="28267" y="21761"/>
                      <a:pt x="28440" y="21712"/>
                    </a:cubicBezTo>
                    <a:cubicBezTo>
                      <a:pt x="30732" y="20874"/>
                      <a:pt x="32087" y="18187"/>
                      <a:pt x="31668" y="16536"/>
                    </a:cubicBezTo>
                    <a:cubicBezTo>
                      <a:pt x="31411" y="15547"/>
                      <a:pt x="30662" y="15320"/>
                      <a:pt x="30044" y="15320"/>
                    </a:cubicBezTo>
                    <a:cubicBezTo>
                      <a:pt x="29893" y="15320"/>
                      <a:pt x="29749" y="15334"/>
                      <a:pt x="29623" y="15353"/>
                    </a:cubicBezTo>
                    <a:cubicBezTo>
                      <a:pt x="29500" y="15353"/>
                      <a:pt x="29376" y="15378"/>
                      <a:pt x="29278" y="15403"/>
                    </a:cubicBezTo>
                    <a:lnTo>
                      <a:pt x="29228" y="15403"/>
                    </a:lnTo>
                    <a:cubicBezTo>
                      <a:pt x="29081" y="15452"/>
                      <a:pt x="28933" y="15477"/>
                      <a:pt x="28736" y="15501"/>
                    </a:cubicBezTo>
                    <a:cubicBezTo>
                      <a:pt x="28671" y="15509"/>
                      <a:pt x="28606" y="15513"/>
                      <a:pt x="28541" y="15513"/>
                    </a:cubicBezTo>
                    <a:cubicBezTo>
                      <a:pt x="28214" y="15513"/>
                      <a:pt x="27894" y="15407"/>
                      <a:pt x="27627" y="15181"/>
                    </a:cubicBezTo>
                    <a:cubicBezTo>
                      <a:pt x="27331" y="14910"/>
                      <a:pt x="27183" y="14516"/>
                      <a:pt x="27208" y="14097"/>
                    </a:cubicBezTo>
                    <a:cubicBezTo>
                      <a:pt x="27183" y="13111"/>
                      <a:pt x="27405" y="12864"/>
                      <a:pt x="29549" y="10449"/>
                    </a:cubicBezTo>
                    <a:lnTo>
                      <a:pt x="29598" y="10425"/>
                    </a:lnTo>
                    <a:lnTo>
                      <a:pt x="30066" y="9882"/>
                    </a:lnTo>
                    <a:lnTo>
                      <a:pt x="30609" y="9291"/>
                    </a:lnTo>
                    <a:lnTo>
                      <a:pt x="32210" y="7467"/>
                    </a:lnTo>
                    <a:cubicBezTo>
                      <a:pt x="32605" y="6999"/>
                      <a:pt x="32629" y="6851"/>
                      <a:pt x="32629" y="6851"/>
                    </a:cubicBezTo>
                    <a:cubicBezTo>
                      <a:pt x="32629" y="6851"/>
                      <a:pt x="32605" y="6703"/>
                      <a:pt x="32136" y="6309"/>
                    </a:cubicBezTo>
                    <a:lnTo>
                      <a:pt x="31718" y="5939"/>
                    </a:lnTo>
                    <a:cubicBezTo>
                      <a:pt x="30264" y="4658"/>
                      <a:pt x="28760" y="3327"/>
                      <a:pt x="27282" y="2046"/>
                    </a:cubicBezTo>
                    <a:cubicBezTo>
                      <a:pt x="26690" y="1528"/>
                      <a:pt x="26320" y="789"/>
                      <a:pt x="2629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916;p49">
                <a:extLst>
                  <a:ext uri="{FF2B5EF4-FFF2-40B4-BE49-F238E27FC236}">
                    <a16:creationId xmlns:a16="http://schemas.microsoft.com/office/drawing/2014/main" id="{0EC4ADC7-408A-9D71-12F4-39BA5E7C3FC6}"/>
                  </a:ext>
                </a:extLst>
              </p:cNvPr>
              <p:cNvSpPr/>
              <p:nvPr/>
            </p:nvSpPr>
            <p:spPr>
              <a:xfrm>
                <a:off x="4136825" y="3809525"/>
                <a:ext cx="342400" cy="349225"/>
              </a:xfrm>
              <a:custGeom>
                <a:avLst/>
                <a:gdLst/>
                <a:ahLst/>
                <a:cxnLst/>
                <a:rect l="l" t="t" r="r" b="b"/>
                <a:pathLst>
                  <a:path w="13696" h="13969" extrusionOk="0">
                    <a:moveTo>
                      <a:pt x="7982" y="0"/>
                    </a:moveTo>
                    <a:cubicBezTo>
                      <a:pt x="7868" y="0"/>
                      <a:pt x="7754" y="2"/>
                      <a:pt x="7640" y="7"/>
                    </a:cubicBezTo>
                    <a:cubicBezTo>
                      <a:pt x="6605" y="56"/>
                      <a:pt x="5595" y="302"/>
                      <a:pt x="4633" y="721"/>
                    </a:cubicBezTo>
                    <a:cubicBezTo>
                      <a:pt x="3697" y="1165"/>
                      <a:pt x="2834" y="1806"/>
                      <a:pt x="2120" y="2570"/>
                    </a:cubicBezTo>
                    <a:cubicBezTo>
                      <a:pt x="715" y="4147"/>
                      <a:pt x="0" y="6192"/>
                      <a:pt x="74" y="8287"/>
                    </a:cubicBezTo>
                    <a:cubicBezTo>
                      <a:pt x="148" y="10283"/>
                      <a:pt x="838" y="12156"/>
                      <a:pt x="2070" y="13709"/>
                    </a:cubicBezTo>
                    <a:cubicBezTo>
                      <a:pt x="2216" y="13872"/>
                      <a:pt x="2415" y="13969"/>
                      <a:pt x="2618" y="13969"/>
                    </a:cubicBezTo>
                    <a:cubicBezTo>
                      <a:pt x="2690" y="13969"/>
                      <a:pt x="2763" y="13957"/>
                      <a:pt x="2834" y="13931"/>
                    </a:cubicBezTo>
                    <a:cubicBezTo>
                      <a:pt x="3204" y="13807"/>
                      <a:pt x="3377" y="13413"/>
                      <a:pt x="3253" y="13068"/>
                    </a:cubicBezTo>
                    <a:lnTo>
                      <a:pt x="3253" y="13043"/>
                    </a:lnTo>
                    <a:cubicBezTo>
                      <a:pt x="2637" y="11565"/>
                      <a:pt x="2391" y="9963"/>
                      <a:pt x="2465" y="8361"/>
                    </a:cubicBezTo>
                    <a:cubicBezTo>
                      <a:pt x="2563" y="6882"/>
                      <a:pt x="3155" y="5478"/>
                      <a:pt x="4116" y="4369"/>
                    </a:cubicBezTo>
                    <a:cubicBezTo>
                      <a:pt x="5102" y="3284"/>
                      <a:pt x="6432" y="2570"/>
                      <a:pt x="7862" y="2348"/>
                    </a:cubicBezTo>
                    <a:cubicBezTo>
                      <a:pt x="8305" y="2275"/>
                      <a:pt x="8756" y="2241"/>
                      <a:pt x="9215" y="2241"/>
                    </a:cubicBezTo>
                    <a:cubicBezTo>
                      <a:pt x="10313" y="2241"/>
                      <a:pt x="11453" y="2437"/>
                      <a:pt x="12618" y="2767"/>
                    </a:cubicBezTo>
                    <a:cubicBezTo>
                      <a:pt x="12684" y="2786"/>
                      <a:pt x="12748" y="2794"/>
                      <a:pt x="12808" y="2794"/>
                    </a:cubicBezTo>
                    <a:cubicBezTo>
                      <a:pt x="13383" y="2794"/>
                      <a:pt x="13695" y="2012"/>
                      <a:pt x="13160" y="1633"/>
                    </a:cubicBezTo>
                    <a:cubicBezTo>
                      <a:pt x="11628" y="565"/>
                      <a:pt x="9833" y="0"/>
                      <a:pt x="798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917;p49">
                <a:extLst>
                  <a:ext uri="{FF2B5EF4-FFF2-40B4-BE49-F238E27FC236}">
                    <a16:creationId xmlns:a16="http://schemas.microsoft.com/office/drawing/2014/main" id="{5048EFE4-005D-0FCC-1C1A-2C8F5976C367}"/>
                  </a:ext>
                </a:extLst>
              </p:cNvPr>
              <p:cNvSpPr/>
              <p:nvPr/>
            </p:nvSpPr>
            <p:spPr>
              <a:xfrm>
                <a:off x="4619850" y="3488050"/>
                <a:ext cx="339700" cy="262300"/>
              </a:xfrm>
              <a:custGeom>
                <a:avLst/>
                <a:gdLst/>
                <a:ahLst/>
                <a:cxnLst/>
                <a:rect l="l" t="t" r="r" b="b"/>
                <a:pathLst>
                  <a:path w="13588" h="10492" extrusionOk="0">
                    <a:moveTo>
                      <a:pt x="7262" y="0"/>
                    </a:moveTo>
                    <a:cubicBezTo>
                      <a:pt x="4180" y="0"/>
                      <a:pt x="1351" y="2031"/>
                      <a:pt x="493" y="5127"/>
                    </a:cubicBezTo>
                    <a:cubicBezTo>
                      <a:pt x="0" y="6803"/>
                      <a:pt x="173" y="8627"/>
                      <a:pt x="1035" y="10155"/>
                    </a:cubicBezTo>
                    <a:cubicBezTo>
                      <a:pt x="1170" y="10389"/>
                      <a:pt x="1387" y="10491"/>
                      <a:pt x="1604" y="10491"/>
                    </a:cubicBezTo>
                    <a:cubicBezTo>
                      <a:pt x="1980" y="10491"/>
                      <a:pt x="2355" y="10181"/>
                      <a:pt x="2292" y="9711"/>
                    </a:cubicBezTo>
                    <a:lnTo>
                      <a:pt x="2292" y="9687"/>
                    </a:lnTo>
                    <a:cubicBezTo>
                      <a:pt x="2095" y="8405"/>
                      <a:pt x="2268" y="7099"/>
                      <a:pt x="2761" y="5916"/>
                    </a:cubicBezTo>
                    <a:cubicBezTo>
                      <a:pt x="3641" y="3816"/>
                      <a:pt x="5681" y="2481"/>
                      <a:pt x="7912" y="2481"/>
                    </a:cubicBezTo>
                    <a:cubicBezTo>
                      <a:pt x="8116" y="2481"/>
                      <a:pt x="8321" y="2492"/>
                      <a:pt x="8527" y="2515"/>
                    </a:cubicBezTo>
                    <a:cubicBezTo>
                      <a:pt x="9193" y="2564"/>
                      <a:pt x="9833" y="2712"/>
                      <a:pt x="10450" y="2909"/>
                    </a:cubicBezTo>
                    <a:cubicBezTo>
                      <a:pt x="11140" y="3131"/>
                      <a:pt x="11780" y="3378"/>
                      <a:pt x="12421" y="3673"/>
                    </a:cubicBezTo>
                    <a:lnTo>
                      <a:pt x="12470" y="3673"/>
                    </a:lnTo>
                    <a:cubicBezTo>
                      <a:pt x="12556" y="3710"/>
                      <a:pt x="12640" y="3726"/>
                      <a:pt x="12720" y="3726"/>
                    </a:cubicBezTo>
                    <a:cubicBezTo>
                      <a:pt x="13238" y="3726"/>
                      <a:pt x="13587" y="3041"/>
                      <a:pt x="13160" y="2614"/>
                    </a:cubicBezTo>
                    <a:cubicBezTo>
                      <a:pt x="12002" y="1431"/>
                      <a:pt x="10523" y="568"/>
                      <a:pt x="8922" y="199"/>
                    </a:cubicBezTo>
                    <a:cubicBezTo>
                      <a:pt x="8367" y="65"/>
                      <a:pt x="7811" y="0"/>
                      <a:pt x="726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918;p49">
                <a:extLst>
                  <a:ext uri="{FF2B5EF4-FFF2-40B4-BE49-F238E27FC236}">
                    <a16:creationId xmlns:a16="http://schemas.microsoft.com/office/drawing/2014/main" id="{9E01DE51-ACC9-6E92-8783-82E83F869453}"/>
                  </a:ext>
                </a:extLst>
              </p:cNvPr>
              <p:cNvSpPr/>
              <p:nvPr/>
            </p:nvSpPr>
            <p:spPr>
              <a:xfrm>
                <a:off x="4134650" y="4971650"/>
                <a:ext cx="273275" cy="209850"/>
              </a:xfrm>
              <a:custGeom>
                <a:avLst/>
                <a:gdLst/>
                <a:ahLst/>
                <a:cxnLst/>
                <a:rect l="l" t="t" r="r" b="b"/>
                <a:pathLst>
                  <a:path w="10931" h="8394" extrusionOk="0">
                    <a:moveTo>
                      <a:pt x="4080" y="1"/>
                    </a:moveTo>
                    <a:cubicBezTo>
                      <a:pt x="2773" y="1"/>
                      <a:pt x="1517" y="420"/>
                      <a:pt x="457" y="1159"/>
                    </a:cubicBezTo>
                    <a:cubicBezTo>
                      <a:pt x="0" y="1479"/>
                      <a:pt x="263" y="2158"/>
                      <a:pt x="774" y="2158"/>
                    </a:cubicBezTo>
                    <a:cubicBezTo>
                      <a:pt x="815" y="2158"/>
                      <a:pt x="857" y="2154"/>
                      <a:pt x="901" y="2145"/>
                    </a:cubicBezTo>
                    <a:lnTo>
                      <a:pt x="925" y="2145"/>
                    </a:lnTo>
                    <a:cubicBezTo>
                      <a:pt x="1606" y="1958"/>
                      <a:pt x="2310" y="1876"/>
                      <a:pt x="3022" y="1876"/>
                    </a:cubicBezTo>
                    <a:cubicBezTo>
                      <a:pt x="3341" y="1876"/>
                      <a:pt x="3661" y="1892"/>
                      <a:pt x="3981" y="1923"/>
                    </a:cubicBezTo>
                    <a:cubicBezTo>
                      <a:pt x="4918" y="2046"/>
                      <a:pt x="5829" y="2416"/>
                      <a:pt x="6643" y="2958"/>
                    </a:cubicBezTo>
                    <a:cubicBezTo>
                      <a:pt x="7431" y="3500"/>
                      <a:pt x="8121" y="4215"/>
                      <a:pt x="8614" y="5028"/>
                    </a:cubicBezTo>
                    <a:cubicBezTo>
                      <a:pt x="9132" y="5915"/>
                      <a:pt x="9452" y="6901"/>
                      <a:pt x="9551" y="7912"/>
                    </a:cubicBezTo>
                    <a:cubicBezTo>
                      <a:pt x="9564" y="8223"/>
                      <a:pt x="9809" y="8393"/>
                      <a:pt x="10055" y="8393"/>
                    </a:cubicBezTo>
                    <a:cubicBezTo>
                      <a:pt x="10256" y="8393"/>
                      <a:pt x="10459" y="8279"/>
                      <a:pt x="10536" y="8035"/>
                    </a:cubicBezTo>
                    <a:cubicBezTo>
                      <a:pt x="10931" y="6778"/>
                      <a:pt x="10857" y="5422"/>
                      <a:pt x="10339" y="4215"/>
                    </a:cubicBezTo>
                    <a:cubicBezTo>
                      <a:pt x="9822" y="2983"/>
                      <a:pt x="8959" y="1923"/>
                      <a:pt x="7850" y="1159"/>
                    </a:cubicBezTo>
                    <a:cubicBezTo>
                      <a:pt x="6741" y="420"/>
                      <a:pt x="5410" y="1"/>
                      <a:pt x="40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919;p49">
                <a:extLst>
                  <a:ext uri="{FF2B5EF4-FFF2-40B4-BE49-F238E27FC236}">
                    <a16:creationId xmlns:a16="http://schemas.microsoft.com/office/drawing/2014/main" id="{9EFD6370-A821-CD70-9380-FAFF58ED1B5A}"/>
                  </a:ext>
                </a:extLst>
              </p:cNvPr>
              <p:cNvSpPr/>
              <p:nvPr/>
            </p:nvSpPr>
            <p:spPr>
              <a:xfrm>
                <a:off x="6274700" y="4042125"/>
                <a:ext cx="212400" cy="265125"/>
              </a:xfrm>
              <a:custGeom>
                <a:avLst/>
                <a:gdLst/>
                <a:ahLst/>
                <a:cxnLst/>
                <a:rect l="l" t="t" r="r" b="b"/>
                <a:pathLst>
                  <a:path w="8496" h="10605" extrusionOk="0">
                    <a:moveTo>
                      <a:pt x="1882" y="0"/>
                    </a:moveTo>
                    <a:cubicBezTo>
                      <a:pt x="1450" y="0"/>
                      <a:pt x="1011" y="46"/>
                      <a:pt x="568" y="141"/>
                    </a:cubicBezTo>
                    <a:cubicBezTo>
                      <a:pt x="1" y="289"/>
                      <a:pt x="1" y="1103"/>
                      <a:pt x="592" y="1226"/>
                    </a:cubicBezTo>
                    <a:lnTo>
                      <a:pt x="617" y="1226"/>
                    </a:lnTo>
                    <a:cubicBezTo>
                      <a:pt x="5644" y="2138"/>
                      <a:pt x="7419" y="6327"/>
                      <a:pt x="6236" y="9901"/>
                    </a:cubicBezTo>
                    <a:cubicBezTo>
                      <a:pt x="6097" y="10283"/>
                      <a:pt x="6399" y="10604"/>
                      <a:pt x="6728" y="10604"/>
                    </a:cubicBezTo>
                    <a:cubicBezTo>
                      <a:pt x="6865" y="10604"/>
                      <a:pt x="7007" y="10549"/>
                      <a:pt x="7123" y="10418"/>
                    </a:cubicBezTo>
                    <a:cubicBezTo>
                      <a:pt x="7961" y="9408"/>
                      <a:pt x="8429" y="8151"/>
                      <a:pt x="8429" y="6845"/>
                    </a:cubicBezTo>
                    <a:cubicBezTo>
                      <a:pt x="8495" y="3128"/>
                      <a:pt x="5461" y="0"/>
                      <a:pt x="188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920;p49">
                <a:extLst>
                  <a:ext uri="{FF2B5EF4-FFF2-40B4-BE49-F238E27FC236}">
                    <a16:creationId xmlns:a16="http://schemas.microsoft.com/office/drawing/2014/main" id="{B975A712-0E08-6AF8-5534-633D206E2DF4}"/>
                  </a:ext>
                </a:extLst>
              </p:cNvPr>
              <p:cNvSpPr/>
              <p:nvPr/>
            </p:nvSpPr>
            <p:spPr>
              <a:xfrm>
                <a:off x="5793925" y="3569700"/>
                <a:ext cx="300175" cy="173800"/>
              </a:xfrm>
              <a:custGeom>
                <a:avLst/>
                <a:gdLst/>
                <a:ahLst/>
                <a:cxnLst/>
                <a:rect l="l" t="t" r="r" b="b"/>
                <a:pathLst>
                  <a:path w="12007" h="6952" extrusionOk="0">
                    <a:moveTo>
                      <a:pt x="5026" y="1"/>
                    </a:moveTo>
                    <a:cubicBezTo>
                      <a:pt x="3336" y="1"/>
                      <a:pt x="1634" y="654"/>
                      <a:pt x="330" y="2182"/>
                    </a:cubicBezTo>
                    <a:cubicBezTo>
                      <a:pt x="0" y="2573"/>
                      <a:pt x="307" y="3084"/>
                      <a:pt x="733" y="3084"/>
                    </a:cubicBezTo>
                    <a:cubicBezTo>
                      <a:pt x="817" y="3084"/>
                      <a:pt x="906" y="3064"/>
                      <a:pt x="995" y="3020"/>
                    </a:cubicBezTo>
                    <a:lnTo>
                      <a:pt x="1020" y="3020"/>
                    </a:lnTo>
                    <a:cubicBezTo>
                      <a:pt x="2286" y="2383"/>
                      <a:pt x="3505" y="2100"/>
                      <a:pt x="4631" y="2100"/>
                    </a:cubicBezTo>
                    <a:cubicBezTo>
                      <a:pt x="7559" y="2100"/>
                      <a:pt x="9857" y="4012"/>
                      <a:pt x="10730" y="6593"/>
                    </a:cubicBezTo>
                    <a:cubicBezTo>
                      <a:pt x="10807" y="6837"/>
                      <a:pt x="11010" y="6951"/>
                      <a:pt x="11214" y="6951"/>
                    </a:cubicBezTo>
                    <a:cubicBezTo>
                      <a:pt x="11462" y="6951"/>
                      <a:pt x="11713" y="6781"/>
                      <a:pt x="11740" y="6470"/>
                    </a:cubicBezTo>
                    <a:cubicBezTo>
                      <a:pt x="12006" y="2825"/>
                      <a:pt x="8541" y="1"/>
                      <a:pt x="50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921;p49">
                <a:extLst>
                  <a:ext uri="{FF2B5EF4-FFF2-40B4-BE49-F238E27FC236}">
                    <a16:creationId xmlns:a16="http://schemas.microsoft.com/office/drawing/2014/main" id="{FC01FEFB-C988-8014-6E1F-A0D0F38507EC}"/>
                  </a:ext>
                </a:extLst>
              </p:cNvPr>
              <p:cNvSpPr/>
              <p:nvPr/>
            </p:nvSpPr>
            <p:spPr>
              <a:xfrm>
                <a:off x="3933500" y="4359850"/>
                <a:ext cx="172550" cy="293550"/>
              </a:xfrm>
              <a:custGeom>
                <a:avLst/>
                <a:gdLst/>
                <a:ahLst/>
                <a:cxnLst/>
                <a:rect l="l" t="t" r="r" b="b"/>
                <a:pathLst>
                  <a:path w="6902" h="11742" extrusionOk="0">
                    <a:moveTo>
                      <a:pt x="6211" y="1"/>
                    </a:moveTo>
                    <a:cubicBezTo>
                      <a:pt x="4880" y="1"/>
                      <a:pt x="3623" y="469"/>
                      <a:pt x="2613" y="1307"/>
                    </a:cubicBezTo>
                    <a:cubicBezTo>
                      <a:pt x="1578" y="2170"/>
                      <a:pt x="814" y="3303"/>
                      <a:pt x="420" y="4560"/>
                    </a:cubicBezTo>
                    <a:cubicBezTo>
                      <a:pt x="1" y="5842"/>
                      <a:pt x="1" y="7222"/>
                      <a:pt x="395" y="8503"/>
                    </a:cubicBezTo>
                    <a:cubicBezTo>
                      <a:pt x="765" y="9735"/>
                      <a:pt x="1529" y="10844"/>
                      <a:pt x="2539" y="11633"/>
                    </a:cubicBezTo>
                    <a:cubicBezTo>
                      <a:pt x="2647" y="11709"/>
                      <a:pt x="2761" y="11742"/>
                      <a:pt x="2870" y="11742"/>
                    </a:cubicBezTo>
                    <a:cubicBezTo>
                      <a:pt x="3258" y="11742"/>
                      <a:pt x="3583" y="11323"/>
                      <a:pt x="3352" y="10918"/>
                    </a:cubicBezTo>
                    <a:lnTo>
                      <a:pt x="3352" y="10894"/>
                    </a:lnTo>
                    <a:cubicBezTo>
                      <a:pt x="2835" y="10031"/>
                      <a:pt x="2465" y="9045"/>
                      <a:pt x="2268" y="8035"/>
                    </a:cubicBezTo>
                    <a:cubicBezTo>
                      <a:pt x="2120" y="7099"/>
                      <a:pt x="2194" y="6137"/>
                      <a:pt x="2465" y="5201"/>
                    </a:cubicBezTo>
                    <a:cubicBezTo>
                      <a:pt x="2761" y="4289"/>
                      <a:pt x="3254" y="3427"/>
                      <a:pt x="3894" y="2712"/>
                    </a:cubicBezTo>
                    <a:cubicBezTo>
                      <a:pt x="4585" y="1948"/>
                      <a:pt x="5422" y="1381"/>
                      <a:pt x="6359" y="1011"/>
                    </a:cubicBezTo>
                    <a:lnTo>
                      <a:pt x="6384" y="1011"/>
                    </a:lnTo>
                    <a:cubicBezTo>
                      <a:pt x="6901" y="790"/>
                      <a:pt x="6753" y="26"/>
                      <a:pt x="621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922;p49">
                <a:extLst>
                  <a:ext uri="{FF2B5EF4-FFF2-40B4-BE49-F238E27FC236}">
                    <a16:creationId xmlns:a16="http://schemas.microsoft.com/office/drawing/2014/main" id="{048D7BDD-7382-59CD-E608-62C189E24840}"/>
                  </a:ext>
                </a:extLst>
              </p:cNvPr>
              <p:cNvSpPr/>
              <p:nvPr/>
            </p:nvSpPr>
            <p:spPr>
              <a:xfrm>
                <a:off x="4953150" y="3541775"/>
                <a:ext cx="539975" cy="222175"/>
              </a:xfrm>
              <a:custGeom>
                <a:avLst/>
                <a:gdLst/>
                <a:ahLst/>
                <a:cxnLst/>
                <a:rect l="l" t="t" r="r" b="b"/>
                <a:pathLst>
                  <a:path w="21599" h="8887" extrusionOk="0">
                    <a:moveTo>
                      <a:pt x="14760" y="0"/>
                    </a:moveTo>
                    <a:cubicBezTo>
                      <a:pt x="14588" y="0"/>
                      <a:pt x="14416" y="7"/>
                      <a:pt x="14245" y="21"/>
                    </a:cubicBezTo>
                    <a:cubicBezTo>
                      <a:pt x="12446" y="218"/>
                      <a:pt x="10770" y="1081"/>
                      <a:pt x="9563" y="2461"/>
                    </a:cubicBezTo>
                    <a:cubicBezTo>
                      <a:pt x="9095" y="3003"/>
                      <a:pt x="8700" y="3594"/>
                      <a:pt x="8380" y="4260"/>
                    </a:cubicBezTo>
                    <a:cubicBezTo>
                      <a:pt x="8257" y="4087"/>
                      <a:pt x="8109" y="3940"/>
                      <a:pt x="7936" y="3792"/>
                    </a:cubicBezTo>
                    <a:cubicBezTo>
                      <a:pt x="7051" y="2967"/>
                      <a:pt x="5943" y="2572"/>
                      <a:pt x="4843" y="2572"/>
                    </a:cubicBezTo>
                    <a:cubicBezTo>
                      <a:pt x="3279" y="2572"/>
                      <a:pt x="1731" y="3371"/>
                      <a:pt x="863" y="4876"/>
                    </a:cubicBezTo>
                    <a:cubicBezTo>
                      <a:pt x="272" y="5936"/>
                      <a:pt x="1" y="7193"/>
                      <a:pt x="149" y="8425"/>
                    </a:cubicBezTo>
                    <a:cubicBezTo>
                      <a:pt x="186" y="8733"/>
                      <a:pt x="420" y="8887"/>
                      <a:pt x="654" y="8887"/>
                    </a:cubicBezTo>
                    <a:cubicBezTo>
                      <a:pt x="888" y="8887"/>
                      <a:pt x="1122" y="8733"/>
                      <a:pt x="1159" y="8425"/>
                    </a:cubicBezTo>
                    <a:cubicBezTo>
                      <a:pt x="1233" y="7439"/>
                      <a:pt x="1578" y="6503"/>
                      <a:pt x="2170" y="5714"/>
                    </a:cubicBezTo>
                    <a:cubicBezTo>
                      <a:pt x="2687" y="5024"/>
                      <a:pt x="3451" y="4580"/>
                      <a:pt x="4314" y="4482"/>
                    </a:cubicBezTo>
                    <a:cubicBezTo>
                      <a:pt x="4372" y="4478"/>
                      <a:pt x="4431" y="4476"/>
                      <a:pt x="4489" y="4476"/>
                    </a:cubicBezTo>
                    <a:cubicBezTo>
                      <a:pt x="5243" y="4476"/>
                      <a:pt x="5983" y="4769"/>
                      <a:pt x="6532" y="5295"/>
                    </a:cubicBezTo>
                    <a:cubicBezTo>
                      <a:pt x="7148" y="5960"/>
                      <a:pt x="7567" y="6774"/>
                      <a:pt x="7739" y="7636"/>
                    </a:cubicBezTo>
                    <a:cubicBezTo>
                      <a:pt x="7860" y="8216"/>
                      <a:pt x="8306" y="8480"/>
                      <a:pt x="8756" y="8480"/>
                    </a:cubicBezTo>
                    <a:cubicBezTo>
                      <a:pt x="9319" y="8480"/>
                      <a:pt x="9889" y="8067"/>
                      <a:pt x="9834" y="7340"/>
                    </a:cubicBezTo>
                    <a:cubicBezTo>
                      <a:pt x="9809" y="6034"/>
                      <a:pt x="10278" y="4777"/>
                      <a:pt x="11140" y="3792"/>
                    </a:cubicBezTo>
                    <a:cubicBezTo>
                      <a:pt x="11953" y="2781"/>
                      <a:pt x="13136" y="2116"/>
                      <a:pt x="14442" y="1894"/>
                    </a:cubicBezTo>
                    <a:cubicBezTo>
                      <a:pt x="14656" y="1862"/>
                      <a:pt x="14870" y="1846"/>
                      <a:pt x="15083" y="1846"/>
                    </a:cubicBezTo>
                    <a:cubicBezTo>
                      <a:pt x="16168" y="1846"/>
                      <a:pt x="17216" y="2257"/>
                      <a:pt x="18040" y="2978"/>
                    </a:cubicBezTo>
                    <a:cubicBezTo>
                      <a:pt x="19125" y="3915"/>
                      <a:pt x="19889" y="5196"/>
                      <a:pt x="20480" y="6576"/>
                    </a:cubicBezTo>
                    <a:cubicBezTo>
                      <a:pt x="20572" y="6806"/>
                      <a:pt x="20760" y="6906"/>
                      <a:pt x="20950" y="6906"/>
                    </a:cubicBezTo>
                    <a:cubicBezTo>
                      <a:pt x="21271" y="6906"/>
                      <a:pt x="21599" y="6624"/>
                      <a:pt x="21491" y="6207"/>
                    </a:cubicBezTo>
                    <a:cubicBezTo>
                      <a:pt x="21096" y="4580"/>
                      <a:pt x="20308" y="3077"/>
                      <a:pt x="19174" y="1845"/>
                    </a:cubicBezTo>
                    <a:cubicBezTo>
                      <a:pt x="18533" y="1204"/>
                      <a:pt x="17769" y="711"/>
                      <a:pt x="16931" y="391"/>
                    </a:cubicBezTo>
                    <a:cubicBezTo>
                      <a:pt x="16251" y="130"/>
                      <a:pt x="15505" y="0"/>
                      <a:pt x="1476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923;p49">
                <a:extLst>
                  <a:ext uri="{FF2B5EF4-FFF2-40B4-BE49-F238E27FC236}">
                    <a16:creationId xmlns:a16="http://schemas.microsoft.com/office/drawing/2014/main" id="{283AF6C3-67B4-7265-3A34-40CC77C15D40}"/>
                  </a:ext>
                </a:extLst>
              </p:cNvPr>
              <p:cNvSpPr/>
              <p:nvPr/>
            </p:nvSpPr>
            <p:spPr>
              <a:xfrm>
                <a:off x="5634450" y="3832625"/>
                <a:ext cx="437975" cy="330100"/>
              </a:xfrm>
              <a:custGeom>
                <a:avLst/>
                <a:gdLst/>
                <a:ahLst/>
                <a:cxnLst/>
                <a:rect l="l" t="t" r="r" b="b"/>
                <a:pathLst>
                  <a:path w="17519" h="13204" extrusionOk="0">
                    <a:moveTo>
                      <a:pt x="3660" y="1"/>
                    </a:moveTo>
                    <a:cubicBezTo>
                      <a:pt x="2460" y="1"/>
                      <a:pt x="1201" y="559"/>
                      <a:pt x="277" y="1769"/>
                    </a:cubicBezTo>
                    <a:cubicBezTo>
                      <a:pt x="0" y="2124"/>
                      <a:pt x="309" y="2575"/>
                      <a:pt x="684" y="2575"/>
                    </a:cubicBezTo>
                    <a:cubicBezTo>
                      <a:pt x="777" y="2575"/>
                      <a:pt x="874" y="2547"/>
                      <a:pt x="967" y="2484"/>
                    </a:cubicBezTo>
                    <a:cubicBezTo>
                      <a:pt x="1361" y="2262"/>
                      <a:pt x="1977" y="1744"/>
                      <a:pt x="2913" y="1670"/>
                    </a:cubicBezTo>
                    <a:cubicBezTo>
                      <a:pt x="3016" y="1659"/>
                      <a:pt x="3117" y="1653"/>
                      <a:pt x="3217" y="1653"/>
                    </a:cubicBezTo>
                    <a:cubicBezTo>
                      <a:pt x="4811" y="1653"/>
                      <a:pt x="5927" y="3121"/>
                      <a:pt x="4860" y="5441"/>
                    </a:cubicBezTo>
                    <a:cubicBezTo>
                      <a:pt x="4546" y="6217"/>
                      <a:pt x="5161" y="6938"/>
                      <a:pt x="5851" y="6938"/>
                    </a:cubicBezTo>
                    <a:cubicBezTo>
                      <a:pt x="6082" y="6938"/>
                      <a:pt x="6321" y="6858"/>
                      <a:pt x="6536" y="6673"/>
                    </a:cubicBezTo>
                    <a:cubicBezTo>
                      <a:pt x="6610" y="6648"/>
                      <a:pt x="7620" y="5638"/>
                      <a:pt x="9715" y="5441"/>
                    </a:cubicBezTo>
                    <a:cubicBezTo>
                      <a:pt x="9766" y="5437"/>
                      <a:pt x="9822" y="5435"/>
                      <a:pt x="9881" y="5435"/>
                    </a:cubicBezTo>
                    <a:cubicBezTo>
                      <a:pt x="11190" y="5435"/>
                      <a:pt x="14348" y="6488"/>
                      <a:pt x="14348" y="8940"/>
                    </a:cubicBezTo>
                    <a:cubicBezTo>
                      <a:pt x="14373" y="10419"/>
                      <a:pt x="13855" y="11725"/>
                      <a:pt x="13535" y="12686"/>
                    </a:cubicBezTo>
                    <a:cubicBezTo>
                      <a:pt x="13461" y="12859"/>
                      <a:pt x="13486" y="13056"/>
                      <a:pt x="13609" y="13204"/>
                    </a:cubicBezTo>
                    <a:lnTo>
                      <a:pt x="15137" y="11922"/>
                    </a:lnTo>
                    <a:cubicBezTo>
                      <a:pt x="17519" y="6715"/>
                      <a:pt x="14429" y="3326"/>
                      <a:pt x="10240" y="3326"/>
                    </a:cubicBezTo>
                    <a:cubicBezTo>
                      <a:pt x="9314" y="3326"/>
                      <a:pt x="8335" y="3491"/>
                      <a:pt x="7349" y="3839"/>
                    </a:cubicBezTo>
                    <a:cubicBezTo>
                      <a:pt x="7319" y="1405"/>
                      <a:pt x="5564" y="1"/>
                      <a:pt x="36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924;p49">
                <a:extLst>
                  <a:ext uri="{FF2B5EF4-FFF2-40B4-BE49-F238E27FC236}">
                    <a16:creationId xmlns:a16="http://schemas.microsoft.com/office/drawing/2014/main" id="{D043FDA0-4C14-A4F3-FB8E-6133168E6969}"/>
                  </a:ext>
                </a:extLst>
              </p:cNvPr>
              <p:cNvSpPr/>
              <p:nvPr/>
            </p:nvSpPr>
            <p:spPr>
              <a:xfrm>
                <a:off x="5297100" y="4255125"/>
                <a:ext cx="443575" cy="358975"/>
              </a:xfrm>
              <a:custGeom>
                <a:avLst/>
                <a:gdLst/>
                <a:ahLst/>
                <a:cxnLst/>
                <a:rect l="l" t="t" r="r" b="b"/>
                <a:pathLst>
                  <a:path w="17743" h="14359" extrusionOk="0">
                    <a:moveTo>
                      <a:pt x="11763" y="1"/>
                    </a:moveTo>
                    <a:cubicBezTo>
                      <a:pt x="8147" y="1"/>
                      <a:pt x="5818" y="3404"/>
                      <a:pt x="6648" y="7098"/>
                    </a:cubicBezTo>
                    <a:cubicBezTo>
                      <a:pt x="6128" y="6942"/>
                      <a:pt x="5631" y="6870"/>
                      <a:pt x="5165" y="6870"/>
                    </a:cubicBezTo>
                    <a:cubicBezTo>
                      <a:pt x="1731" y="6870"/>
                      <a:pt x="0" y="10807"/>
                      <a:pt x="2952" y="14171"/>
                    </a:cubicBezTo>
                    <a:cubicBezTo>
                      <a:pt x="3069" y="14303"/>
                      <a:pt x="3208" y="14359"/>
                      <a:pt x="3339" y="14359"/>
                    </a:cubicBezTo>
                    <a:cubicBezTo>
                      <a:pt x="3647" y="14359"/>
                      <a:pt x="3906" y="14049"/>
                      <a:pt x="3716" y="13703"/>
                    </a:cubicBezTo>
                    <a:cubicBezTo>
                      <a:pt x="3642" y="13530"/>
                      <a:pt x="1892" y="10696"/>
                      <a:pt x="3790" y="9193"/>
                    </a:cubicBezTo>
                    <a:cubicBezTo>
                      <a:pt x="4242" y="8860"/>
                      <a:pt x="4737" y="8713"/>
                      <a:pt x="5246" y="8713"/>
                    </a:cubicBezTo>
                    <a:cubicBezTo>
                      <a:pt x="6205" y="8713"/>
                      <a:pt x="7217" y="9233"/>
                      <a:pt x="8102" y="10006"/>
                    </a:cubicBezTo>
                    <a:cubicBezTo>
                      <a:pt x="8155" y="10024"/>
                      <a:pt x="8457" y="10303"/>
                      <a:pt x="8849" y="10303"/>
                    </a:cubicBezTo>
                    <a:cubicBezTo>
                      <a:pt x="9008" y="10303"/>
                      <a:pt x="9181" y="10257"/>
                      <a:pt x="9359" y="10129"/>
                    </a:cubicBezTo>
                    <a:cubicBezTo>
                      <a:pt x="9778" y="9809"/>
                      <a:pt x="9827" y="9193"/>
                      <a:pt x="9482" y="8798"/>
                    </a:cubicBezTo>
                    <a:cubicBezTo>
                      <a:pt x="7353" y="6128"/>
                      <a:pt x="8409" y="1575"/>
                      <a:pt x="12263" y="1575"/>
                    </a:cubicBezTo>
                    <a:cubicBezTo>
                      <a:pt x="13494" y="1575"/>
                      <a:pt x="15011" y="2040"/>
                      <a:pt x="16802" y="3180"/>
                    </a:cubicBezTo>
                    <a:cubicBezTo>
                      <a:pt x="16896" y="3250"/>
                      <a:pt x="16992" y="3280"/>
                      <a:pt x="17082" y="3280"/>
                    </a:cubicBezTo>
                    <a:cubicBezTo>
                      <a:pt x="17464" y="3280"/>
                      <a:pt x="17743" y="2739"/>
                      <a:pt x="17344" y="2440"/>
                    </a:cubicBezTo>
                    <a:cubicBezTo>
                      <a:pt x="16161" y="1381"/>
                      <a:pt x="14732" y="592"/>
                      <a:pt x="13204" y="173"/>
                    </a:cubicBezTo>
                    <a:cubicBezTo>
                      <a:pt x="12705" y="56"/>
                      <a:pt x="12223" y="1"/>
                      <a:pt x="117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925;p49">
                <a:extLst>
                  <a:ext uri="{FF2B5EF4-FFF2-40B4-BE49-F238E27FC236}">
                    <a16:creationId xmlns:a16="http://schemas.microsoft.com/office/drawing/2014/main" id="{2A2E75E3-F267-858D-C2EC-C3F4C8424429}"/>
                  </a:ext>
                </a:extLst>
              </p:cNvPr>
              <p:cNvSpPr/>
              <p:nvPr/>
            </p:nvSpPr>
            <p:spPr>
              <a:xfrm>
                <a:off x="4258200" y="4035975"/>
                <a:ext cx="396425" cy="351375"/>
              </a:xfrm>
              <a:custGeom>
                <a:avLst/>
                <a:gdLst/>
                <a:ahLst/>
                <a:cxnLst/>
                <a:rect l="l" t="t" r="r" b="b"/>
                <a:pathLst>
                  <a:path w="15857" h="14055" extrusionOk="0">
                    <a:moveTo>
                      <a:pt x="10052" y="1"/>
                    </a:moveTo>
                    <a:cubicBezTo>
                      <a:pt x="9823" y="1"/>
                      <a:pt x="9593" y="15"/>
                      <a:pt x="9365" y="42"/>
                    </a:cubicBezTo>
                    <a:cubicBezTo>
                      <a:pt x="8527" y="166"/>
                      <a:pt x="7714" y="511"/>
                      <a:pt x="7048" y="1053"/>
                    </a:cubicBezTo>
                    <a:cubicBezTo>
                      <a:pt x="6408" y="1570"/>
                      <a:pt x="5890" y="2236"/>
                      <a:pt x="5545" y="2975"/>
                    </a:cubicBezTo>
                    <a:cubicBezTo>
                      <a:pt x="5175" y="3690"/>
                      <a:pt x="4929" y="4429"/>
                      <a:pt x="4806" y="5218"/>
                    </a:cubicBezTo>
                    <a:cubicBezTo>
                      <a:pt x="4683" y="5957"/>
                      <a:pt x="4658" y="6721"/>
                      <a:pt x="4732" y="7460"/>
                    </a:cubicBezTo>
                    <a:cubicBezTo>
                      <a:pt x="4584" y="7436"/>
                      <a:pt x="4436" y="7411"/>
                      <a:pt x="4264" y="7386"/>
                    </a:cubicBezTo>
                    <a:cubicBezTo>
                      <a:pt x="4083" y="7358"/>
                      <a:pt x="3902" y="7345"/>
                      <a:pt x="3722" y="7345"/>
                    </a:cubicBezTo>
                    <a:cubicBezTo>
                      <a:pt x="2794" y="7345"/>
                      <a:pt x="1885" y="7708"/>
                      <a:pt x="1183" y="8348"/>
                    </a:cubicBezTo>
                    <a:cubicBezTo>
                      <a:pt x="394" y="9087"/>
                      <a:pt x="0" y="10147"/>
                      <a:pt x="49" y="11231"/>
                    </a:cubicBezTo>
                    <a:cubicBezTo>
                      <a:pt x="99" y="12192"/>
                      <a:pt x="444" y="13129"/>
                      <a:pt x="1060" y="13868"/>
                    </a:cubicBezTo>
                    <a:cubicBezTo>
                      <a:pt x="1176" y="13998"/>
                      <a:pt x="1318" y="14054"/>
                      <a:pt x="1455" y="14054"/>
                    </a:cubicBezTo>
                    <a:cubicBezTo>
                      <a:pt x="1783" y="14054"/>
                      <a:pt x="2086" y="13733"/>
                      <a:pt x="1947" y="13350"/>
                    </a:cubicBezTo>
                    <a:cubicBezTo>
                      <a:pt x="1651" y="12685"/>
                      <a:pt x="1528" y="11970"/>
                      <a:pt x="1602" y="11280"/>
                    </a:cubicBezTo>
                    <a:cubicBezTo>
                      <a:pt x="1676" y="10689"/>
                      <a:pt x="1972" y="10122"/>
                      <a:pt x="2440" y="9752"/>
                    </a:cubicBezTo>
                    <a:cubicBezTo>
                      <a:pt x="2770" y="9514"/>
                      <a:pt x="3168" y="9385"/>
                      <a:pt x="3573" y="9385"/>
                    </a:cubicBezTo>
                    <a:cubicBezTo>
                      <a:pt x="3713" y="9385"/>
                      <a:pt x="3853" y="9400"/>
                      <a:pt x="3993" y="9432"/>
                    </a:cubicBezTo>
                    <a:cubicBezTo>
                      <a:pt x="4633" y="9555"/>
                      <a:pt x="5225" y="9851"/>
                      <a:pt x="5742" y="10270"/>
                    </a:cubicBezTo>
                    <a:cubicBezTo>
                      <a:pt x="5948" y="10426"/>
                      <a:pt x="6171" y="10493"/>
                      <a:pt x="6385" y="10493"/>
                    </a:cubicBezTo>
                    <a:cubicBezTo>
                      <a:pt x="7120" y="10493"/>
                      <a:pt x="7764" y="9697"/>
                      <a:pt x="7344" y="8914"/>
                    </a:cubicBezTo>
                    <a:cubicBezTo>
                      <a:pt x="6851" y="7855"/>
                      <a:pt x="6679" y="6696"/>
                      <a:pt x="6876" y="5563"/>
                    </a:cubicBezTo>
                    <a:cubicBezTo>
                      <a:pt x="6999" y="4404"/>
                      <a:pt x="7492" y="3345"/>
                      <a:pt x="8305" y="2531"/>
                    </a:cubicBezTo>
                    <a:cubicBezTo>
                      <a:pt x="8861" y="1994"/>
                      <a:pt x="9598" y="1730"/>
                      <a:pt x="10414" y="1730"/>
                    </a:cubicBezTo>
                    <a:cubicBezTo>
                      <a:pt x="10721" y="1730"/>
                      <a:pt x="11038" y="1767"/>
                      <a:pt x="11361" y="1841"/>
                    </a:cubicBezTo>
                    <a:cubicBezTo>
                      <a:pt x="12519" y="2113"/>
                      <a:pt x="13702" y="2778"/>
                      <a:pt x="14787" y="3493"/>
                    </a:cubicBezTo>
                    <a:cubicBezTo>
                      <a:pt x="14894" y="3562"/>
                      <a:pt x="15002" y="3593"/>
                      <a:pt x="15103" y="3593"/>
                    </a:cubicBezTo>
                    <a:cubicBezTo>
                      <a:pt x="15539" y="3593"/>
                      <a:pt x="15857" y="3035"/>
                      <a:pt x="15477" y="2655"/>
                    </a:cubicBezTo>
                    <a:cubicBezTo>
                      <a:pt x="14417" y="1620"/>
                      <a:pt x="13160" y="806"/>
                      <a:pt x="11780" y="289"/>
                    </a:cubicBezTo>
                    <a:cubicBezTo>
                      <a:pt x="11230" y="94"/>
                      <a:pt x="10642" y="1"/>
                      <a:pt x="1005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926;p49">
                <a:extLst>
                  <a:ext uri="{FF2B5EF4-FFF2-40B4-BE49-F238E27FC236}">
                    <a16:creationId xmlns:a16="http://schemas.microsoft.com/office/drawing/2014/main" id="{5EC830BD-B8C7-364E-EAB4-04FB637D67D7}"/>
                  </a:ext>
                </a:extLst>
              </p:cNvPr>
              <p:cNvSpPr/>
              <p:nvPr/>
            </p:nvSpPr>
            <p:spPr>
              <a:xfrm>
                <a:off x="5796600" y="5158950"/>
                <a:ext cx="14825" cy="16650"/>
              </a:xfrm>
              <a:custGeom>
                <a:avLst/>
                <a:gdLst/>
                <a:ahLst/>
                <a:cxnLst/>
                <a:rect l="l" t="t" r="r" b="b"/>
                <a:pathLst>
                  <a:path w="593" h="666" extrusionOk="0">
                    <a:moveTo>
                      <a:pt x="592" y="1"/>
                    </a:moveTo>
                    <a:cubicBezTo>
                      <a:pt x="444" y="75"/>
                      <a:pt x="346" y="173"/>
                      <a:pt x="247" y="272"/>
                    </a:cubicBezTo>
                    <a:cubicBezTo>
                      <a:pt x="149" y="395"/>
                      <a:pt x="50" y="518"/>
                      <a:pt x="1" y="666"/>
                    </a:cubicBezTo>
                    <a:lnTo>
                      <a:pt x="173" y="469"/>
                    </a:lnTo>
                    <a:cubicBezTo>
                      <a:pt x="247" y="370"/>
                      <a:pt x="321" y="296"/>
                      <a:pt x="395" y="222"/>
                    </a:cubicBezTo>
                    <a:lnTo>
                      <a:pt x="5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927;p49">
                <a:extLst>
                  <a:ext uri="{FF2B5EF4-FFF2-40B4-BE49-F238E27FC236}">
                    <a16:creationId xmlns:a16="http://schemas.microsoft.com/office/drawing/2014/main" id="{7A46C4E2-01C1-B9BA-AB2E-F82DC42BE531}"/>
                  </a:ext>
                </a:extLst>
              </p:cNvPr>
              <p:cNvSpPr/>
              <p:nvPr/>
            </p:nvSpPr>
            <p:spPr>
              <a:xfrm>
                <a:off x="5974675" y="4131275"/>
                <a:ext cx="38825" cy="37175"/>
              </a:xfrm>
              <a:custGeom>
                <a:avLst/>
                <a:gdLst/>
                <a:ahLst/>
                <a:cxnLst/>
                <a:rect l="l" t="t" r="r" b="b"/>
                <a:pathLst>
                  <a:path w="1553" h="1487" extrusionOk="0">
                    <a:moveTo>
                      <a:pt x="1553" y="1"/>
                    </a:moveTo>
                    <a:lnTo>
                      <a:pt x="0" y="1258"/>
                    </a:lnTo>
                    <a:cubicBezTo>
                      <a:pt x="119" y="1412"/>
                      <a:pt x="288" y="1486"/>
                      <a:pt x="455" y="1486"/>
                    </a:cubicBezTo>
                    <a:cubicBezTo>
                      <a:pt x="634" y="1486"/>
                      <a:pt x="810" y="1400"/>
                      <a:pt x="912" y="1233"/>
                    </a:cubicBezTo>
                    <a:cubicBezTo>
                      <a:pt x="1134" y="814"/>
                      <a:pt x="1355" y="420"/>
                      <a:pt x="1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928;p49">
                <a:extLst>
                  <a:ext uri="{FF2B5EF4-FFF2-40B4-BE49-F238E27FC236}">
                    <a16:creationId xmlns:a16="http://schemas.microsoft.com/office/drawing/2014/main" id="{B90F91AE-40CB-1461-9B11-809BD2B37380}"/>
                  </a:ext>
                </a:extLst>
              </p:cNvPr>
              <p:cNvSpPr/>
              <p:nvPr/>
            </p:nvSpPr>
            <p:spPr>
              <a:xfrm>
                <a:off x="3779475" y="3269550"/>
                <a:ext cx="2916675" cy="2194400"/>
              </a:xfrm>
              <a:custGeom>
                <a:avLst/>
                <a:gdLst/>
                <a:ahLst/>
                <a:cxnLst/>
                <a:rect l="l" t="t" r="r" b="b"/>
                <a:pathLst>
                  <a:path w="116667" h="87776" extrusionOk="0">
                    <a:moveTo>
                      <a:pt x="99070" y="53520"/>
                    </a:moveTo>
                    <a:cubicBezTo>
                      <a:pt x="99933" y="54284"/>
                      <a:pt x="100475" y="55319"/>
                      <a:pt x="100623" y="56453"/>
                    </a:cubicBezTo>
                    <a:cubicBezTo>
                      <a:pt x="100697" y="57438"/>
                      <a:pt x="100253" y="58128"/>
                      <a:pt x="99440" y="58326"/>
                    </a:cubicBezTo>
                    <a:cubicBezTo>
                      <a:pt x="99342" y="58350"/>
                      <a:pt x="99218" y="58375"/>
                      <a:pt x="99120" y="58375"/>
                    </a:cubicBezTo>
                    <a:cubicBezTo>
                      <a:pt x="99040" y="58382"/>
                      <a:pt x="98963" y="58385"/>
                      <a:pt x="98887" y="58385"/>
                    </a:cubicBezTo>
                    <a:cubicBezTo>
                      <a:pt x="98702" y="58385"/>
                      <a:pt x="98523" y="58368"/>
                      <a:pt x="98331" y="58350"/>
                    </a:cubicBezTo>
                    <a:lnTo>
                      <a:pt x="98085" y="58350"/>
                    </a:lnTo>
                    <a:cubicBezTo>
                      <a:pt x="98025" y="58344"/>
                      <a:pt x="97968" y="58341"/>
                      <a:pt x="97911" y="58341"/>
                    </a:cubicBezTo>
                    <a:cubicBezTo>
                      <a:pt x="97757" y="58341"/>
                      <a:pt x="97613" y="58363"/>
                      <a:pt x="97469" y="58400"/>
                    </a:cubicBezTo>
                    <a:cubicBezTo>
                      <a:pt x="97370" y="58424"/>
                      <a:pt x="97271" y="58449"/>
                      <a:pt x="97173" y="58498"/>
                    </a:cubicBezTo>
                    <a:cubicBezTo>
                      <a:pt x="98011" y="56921"/>
                      <a:pt x="98652" y="55245"/>
                      <a:pt x="99070" y="53520"/>
                    </a:cubicBezTo>
                    <a:close/>
                    <a:moveTo>
                      <a:pt x="81277" y="75577"/>
                    </a:moveTo>
                    <a:lnTo>
                      <a:pt x="81080" y="75798"/>
                    </a:lnTo>
                    <a:lnTo>
                      <a:pt x="80858" y="76020"/>
                    </a:lnTo>
                    <a:lnTo>
                      <a:pt x="80686" y="76242"/>
                    </a:lnTo>
                    <a:cubicBezTo>
                      <a:pt x="80735" y="76094"/>
                      <a:pt x="80834" y="75971"/>
                      <a:pt x="80932" y="75848"/>
                    </a:cubicBezTo>
                    <a:cubicBezTo>
                      <a:pt x="81031" y="75749"/>
                      <a:pt x="81129" y="75651"/>
                      <a:pt x="81277" y="75577"/>
                    </a:cubicBezTo>
                    <a:close/>
                    <a:moveTo>
                      <a:pt x="96483" y="59681"/>
                    </a:moveTo>
                    <a:cubicBezTo>
                      <a:pt x="96532" y="60470"/>
                      <a:pt x="96877" y="61209"/>
                      <a:pt x="97469" y="61727"/>
                    </a:cubicBezTo>
                    <a:cubicBezTo>
                      <a:pt x="98972" y="63008"/>
                      <a:pt x="100475" y="64339"/>
                      <a:pt x="101929" y="65620"/>
                    </a:cubicBezTo>
                    <a:lnTo>
                      <a:pt x="102348" y="65990"/>
                    </a:lnTo>
                    <a:cubicBezTo>
                      <a:pt x="102792" y="66384"/>
                      <a:pt x="102841" y="66532"/>
                      <a:pt x="102841" y="66532"/>
                    </a:cubicBezTo>
                    <a:cubicBezTo>
                      <a:pt x="102841" y="66557"/>
                      <a:pt x="102816" y="66705"/>
                      <a:pt x="102397" y="67148"/>
                    </a:cubicBezTo>
                    <a:lnTo>
                      <a:pt x="100796" y="68972"/>
                    </a:lnTo>
                    <a:lnTo>
                      <a:pt x="100253" y="69563"/>
                    </a:lnTo>
                    <a:lnTo>
                      <a:pt x="99785" y="70106"/>
                    </a:lnTo>
                    <a:lnTo>
                      <a:pt x="99760" y="70130"/>
                    </a:lnTo>
                    <a:cubicBezTo>
                      <a:pt x="97592" y="72545"/>
                      <a:pt x="97370" y="72792"/>
                      <a:pt x="97395" y="73802"/>
                    </a:cubicBezTo>
                    <a:cubicBezTo>
                      <a:pt x="97395" y="74197"/>
                      <a:pt x="97543" y="74591"/>
                      <a:pt x="97838" y="74887"/>
                    </a:cubicBezTo>
                    <a:cubicBezTo>
                      <a:pt x="98076" y="75085"/>
                      <a:pt x="98379" y="75204"/>
                      <a:pt x="98706" y="75204"/>
                    </a:cubicBezTo>
                    <a:cubicBezTo>
                      <a:pt x="98785" y="75204"/>
                      <a:pt x="98866" y="75197"/>
                      <a:pt x="98947" y="75182"/>
                    </a:cubicBezTo>
                    <a:cubicBezTo>
                      <a:pt x="99120" y="75158"/>
                      <a:pt x="99268" y="75133"/>
                      <a:pt x="99440" y="75108"/>
                    </a:cubicBezTo>
                    <a:lnTo>
                      <a:pt x="99465" y="75108"/>
                    </a:lnTo>
                    <a:cubicBezTo>
                      <a:pt x="99588" y="75084"/>
                      <a:pt x="99711" y="75059"/>
                      <a:pt x="99810" y="75034"/>
                    </a:cubicBezTo>
                    <a:cubicBezTo>
                      <a:pt x="99936" y="75015"/>
                      <a:pt x="100081" y="75001"/>
                      <a:pt x="100234" y="75001"/>
                    </a:cubicBezTo>
                    <a:cubicBezTo>
                      <a:pt x="100856" y="75001"/>
                      <a:pt x="101618" y="75228"/>
                      <a:pt x="101855" y="76217"/>
                    </a:cubicBezTo>
                    <a:cubicBezTo>
                      <a:pt x="102274" y="77893"/>
                      <a:pt x="100943" y="80579"/>
                      <a:pt x="98652" y="81393"/>
                    </a:cubicBezTo>
                    <a:cubicBezTo>
                      <a:pt x="98479" y="81442"/>
                      <a:pt x="98306" y="81516"/>
                      <a:pt x="98134" y="81540"/>
                    </a:cubicBezTo>
                    <a:cubicBezTo>
                      <a:pt x="97845" y="81613"/>
                      <a:pt x="97590" y="81643"/>
                      <a:pt x="97366" y="81643"/>
                    </a:cubicBezTo>
                    <a:cubicBezTo>
                      <a:pt x="96825" y="81643"/>
                      <a:pt x="96463" y="81468"/>
                      <a:pt x="96236" y="81294"/>
                    </a:cubicBezTo>
                    <a:cubicBezTo>
                      <a:pt x="95867" y="80974"/>
                      <a:pt x="95645" y="80505"/>
                      <a:pt x="95670" y="80013"/>
                    </a:cubicBezTo>
                    <a:cubicBezTo>
                      <a:pt x="95670" y="79815"/>
                      <a:pt x="95670" y="79643"/>
                      <a:pt x="95694" y="79446"/>
                    </a:cubicBezTo>
                    <a:cubicBezTo>
                      <a:pt x="95719" y="79249"/>
                      <a:pt x="95694" y="79125"/>
                      <a:pt x="95694" y="78977"/>
                    </a:cubicBezTo>
                    <a:cubicBezTo>
                      <a:pt x="95743" y="78534"/>
                      <a:pt x="95571" y="78090"/>
                      <a:pt x="95226" y="77795"/>
                    </a:cubicBezTo>
                    <a:cubicBezTo>
                      <a:pt x="94980" y="77597"/>
                      <a:pt x="94667" y="77499"/>
                      <a:pt x="94355" y="77499"/>
                    </a:cubicBezTo>
                    <a:cubicBezTo>
                      <a:pt x="94199" y="77499"/>
                      <a:pt x="94043" y="77523"/>
                      <a:pt x="93895" y="77573"/>
                    </a:cubicBezTo>
                    <a:cubicBezTo>
                      <a:pt x="93353" y="77696"/>
                      <a:pt x="92885" y="77992"/>
                      <a:pt x="92515" y="78411"/>
                    </a:cubicBezTo>
                    <a:lnTo>
                      <a:pt x="90470" y="80777"/>
                    </a:lnTo>
                    <a:lnTo>
                      <a:pt x="90346" y="80924"/>
                    </a:lnTo>
                    <a:cubicBezTo>
                      <a:pt x="88572" y="82994"/>
                      <a:pt x="87882" y="83783"/>
                      <a:pt x="87611" y="83857"/>
                    </a:cubicBezTo>
                    <a:cubicBezTo>
                      <a:pt x="87562" y="83857"/>
                      <a:pt x="87537" y="83857"/>
                      <a:pt x="87364" y="83709"/>
                    </a:cubicBezTo>
                    <a:lnTo>
                      <a:pt x="87291" y="83635"/>
                    </a:lnTo>
                    <a:lnTo>
                      <a:pt x="85442" y="82033"/>
                    </a:lnTo>
                    <a:lnTo>
                      <a:pt x="84481" y="81195"/>
                    </a:lnTo>
                    <a:lnTo>
                      <a:pt x="83840" y="80629"/>
                    </a:lnTo>
                    <a:lnTo>
                      <a:pt x="83126" y="80013"/>
                    </a:lnTo>
                    <a:lnTo>
                      <a:pt x="82362" y="79347"/>
                    </a:lnTo>
                    <a:lnTo>
                      <a:pt x="82066" y="79051"/>
                    </a:lnTo>
                    <a:cubicBezTo>
                      <a:pt x="81499" y="78608"/>
                      <a:pt x="81179" y="77918"/>
                      <a:pt x="81179" y="77203"/>
                    </a:cubicBezTo>
                    <a:cubicBezTo>
                      <a:pt x="81154" y="76217"/>
                      <a:pt x="81746" y="76069"/>
                      <a:pt x="81943" y="76045"/>
                    </a:cubicBezTo>
                    <a:cubicBezTo>
                      <a:pt x="82165" y="75996"/>
                      <a:pt x="82362" y="75971"/>
                      <a:pt x="82559" y="75971"/>
                    </a:cubicBezTo>
                    <a:cubicBezTo>
                      <a:pt x="82731" y="75971"/>
                      <a:pt x="82879" y="75971"/>
                      <a:pt x="83027" y="75996"/>
                    </a:cubicBezTo>
                    <a:lnTo>
                      <a:pt x="83372" y="75996"/>
                    </a:lnTo>
                    <a:cubicBezTo>
                      <a:pt x="83594" y="75996"/>
                      <a:pt x="83791" y="75971"/>
                      <a:pt x="83988" y="75922"/>
                    </a:cubicBezTo>
                    <a:cubicBezTo>
                      <a:pt x="84580" y="75798"/>
                      <a:pt x="85048" y="75404"/>
                      <a:pt x="85220" y="74837"/>
                    </a:cubicBezTo>
                    <a:cubicBezTo>
                      <a:pt x="85541" y="73975"/>
                      <a:pt x="85220" y="72767"/>
                      <a:pt x="84432" y="71757"/>
                    </a:cubicBezTo>
                    <a:cubicBezTo>
                      <a:pt x="83202" y="70199"/>
                      <a:pt x="81682" y="69562"/>
                      <a:pt x="80510" y="69562"/>
                    </a:cubicBezTo>
                    <a:cubicBezTo>
                      <a:pt x="80274" y="69562"/>
                      <a:pt x="80051" y="69588"/>
                      <a:pt x="79848" y="69637"/>
                    </a:cubicBezTo>
                    <a:cubicBezTo>
                      <a:pt x="78911" y="69859"/>
                      <a:pt x="78394" y="70549"/>
                      <a:pt x="78517" y="71436"/>
                    </a:cubicBezTo>
                    <a:cubicBezTo>
                      <a:pt x="78517" y="71584"/>
                      <a:pt x="78542" y="71732"/>
                      <a:pt x="78566" y="71880"/>
                    </a:cubicBezTo>
                    <a:lnTo>
                      <a:pt x="78566" y="71929"/>
                    </a:lnTo>
                    <a:cubicBezTo>
                      <a:pt x="78788" y="73161"/>
                      <a:pt x="78739" y="73827"/>
                      <a:pt x="77901" y="74024"/>
                    </a:cubicBezTo>
                    <a:cubicBezTo>
                      <a:pt x="77802" y="74049"/>
                      <a:pt x="77729" y="74049"/>
                      <a:pt x="77630" y="74073"/>
                    </a:cubicBezTo>
                    <a:cubicBezTo>
                      <a:pt x="77475" y="74089"/>
                      <a:pt x="77336" y="74099"/>
                      <a:pt x="77205" y="74099"/>
                    </a:cubicBezTo>
                    <a:cubicBezTo>
                      <a:pt x="76314" y="74099"/>
                      <a:pt x="75794" y="73630"/>
                      <a:pt x="73194" y="71288"/>
                    </a:cubicBezTo>
                    <a:lnTo>
                      <a:pt x="73169" y="71264"/>
                    </a:lnTo>
                    <a:cubicBezTo>
                      <a:pt x="72479" y="70648"/>
                      <a:pt x="71617" y="69884"/>
                      <a:pt x="70606" y="68997"/>
                    </a:cubicBezTo>
                    <a:cubicBezTo>
                      <a:pt x="70532" y="68923"/>
                      <a:pt x="70483" y="68873"/>
                      <a:pt x="70409" y="68824"/>
                    </a:cubicBezTo>
                    <a:cubicBezTo>
                      <a:pt x="70286" y="68750"/>
                      <a:pt x="70237" y="68701"/>
                      <a:pt x="70237" y="68652"/>
                    </a:cubicBezTo>
                    <a:cubicBezTo>
                      <a:pt x="70212" y="68454"/>
                      <a:pt x="70804" y="67814"/>
                      <a:pt x="72085" y="66360"/>
                    </a:cubicBezTo>
                    <a:cubicBezTo>
                      <a:pt x="72775" y="65571"/>
                      <a:pt x="73736" y="64511"/>
                      <a:pt x="74993" y="63057"/>
                    </a:cubicBezTo>
                    <a:cubicBezTo>
                      <a:pt x="75338" y="62663"/>
                      <a:pt x="75806" y="62392"/>
                      <a:pt x="76324" y="62269"/>
                    </a:cubicBezTo>
                    <a:cubicBezTo>
                      <a:pt x="76478" y="62217"/>
                      <a:pt x="76637" y="62193"/>
                      <a:pt x="76797" y="62193"/>
                    </a:cubicBezTo>
                    <a:cubicBezTo>
                      <a:pt x="77097" y="62193"/>
                      <a:pt x="77397" y="62280"/>
                      <a:pt x="77655" y="62441"/>
                    </a:cubicBezTo>
                    <a:cubicBezTo>
                      <a:pt x="77926" y="62663"/>
                      <a:pt x="78074" y="62983"/>
                      <a:pt x="78074" y="63328"/>
                    </a:cubicBezTo>
                    <a:cubicBezTo>
                      <a:pt x="78098" y="63624"/>
                      <a:pt x="78098" y="63944"/>
                      <a:pt x="78074" y="64240"/>
                    </a:cubicBezTo>
                    <a:lnTo>
                      <a:pt x="78074" y="64585"/>
                    </a:lnTo>
                    <a:cubicBezTo>
                      <a:pt x="78024" y="65103"/>
                      <a:pt x="78221" y="65620"/>
                      <a:pt x="78616" y="65941"/>
                    </a:cubicBezTo>
                    <a:cubicBezTo>
                      <a:pt x="78953" y="66211"/>
                      <a:pt x="79418" y="66354"/>
                      <a:pt x="79946" y="66354"/>
                    </a:cubicBezTo>
                    <a:cubicBezTo>
                      <a:pt x="80189" y="66354"/>
                      <a:pt x="80446" y="66323"/>
                      <a:pt x="80710" y="66261"/>
                    </a:cubicBezTo>
                    <a:cubicBezTo>
                      <a:pt x="81351" y="66089"/>
                      <a:pt x="81943" y="65793"/>
                      <a:pt x="82436" y="65349"/>
                    </a:cubicBezTo>
                    <a:cubicBezTo>
                      <a:pt x="83594" y="64339"/>
                      <a:pt x="84210" y="63254"/>
                      <a:pt x="84432" y="62318"/>
                    </a:cubicBezTo>
                    <a:cubicBezTo>
                      <a:pt x="84752" y="62145"/>
                      <a:pt x="85073" y="61973"/>
                      <a:pt x="85368" y="61751"/>
                    </a:cubicBezTo>
                    <a:cubicBezTo>
                      <a:pt x="85442" y="61702"/>
                      <a:pt x="85541" y="61653"/>
                      <a:pt x="85615" y="61603"/>
                    </a:cubicBezTo>
                    <a:lnTo>
                      <a:pt x="85615" y="61603"/>
                    </a:lnTo>
                    <a:cubicBezTo>
                      <a:pt x="85516" y="63772"/>
                      <a:pt x="86403" y="64733"/>
                      <a:pt x="87167" y="65152"/>
                    </a:cubicBezTo>
                    <a:cubicBezTo>
                      <a:pt x="87607" y="65392"/>
                      <a:pt x="88125" y="65507"/>
                      <a:pt x="88688" y="65507"/>
                    </a:cubicBezTo>
                    <a:cubicBezTo>
                      <a:pt x="89859" y="65507"/>
                      <a:pt x="91225" y="65008"/>
                      <a:pt x="92490" y="64092"/>
                    </a:cubicBezTo>
                    <a:cubicBezTo>
                      <a:pt x="93205" y="63550"/>
                      <a:pt x="93846" y="62959"/>
                      <a:pt x="94462" y="62318"/>
                    </a:cubicBezTo>
                    <a:cubicBezTo>
                      <a:pt x="95226" y="61505"/>
                      <a:pt x="95916" y="60618"/>
                      <a:pt x="96483" y="59681"/>
                    </a:cubicBezTo>
                    <a:close/>
                    <a:moveTo>
                      <a:pt x="63329" y="1273"/>
                    </a:moveTo>
                    <a:cubicBezTo>
                      <a:pt x="64564" y="1273"/>
                      <a:pt x="65806" y="1468"/>
                      <a:pt x="67008" y="1866"/>
                    </a:cubicBezTo>
                    <a:cubicBezTo>
                      <a:pt x="70557" y="2975"/>
                      <a:pt x="73169" y="5513"/>
                      <a:pt x="74204" y="8815"/>
                    </a:cubicBezTo>
                    <a:cubicBezTo>
                      <a:pt x="74278" y="9037"/>
                      <a:pt x="74328" y="9284"/>
                      <a:pt x="74402" y="9530"/>
                    </a:cubicBezTo>
                    <a:cubicBezTo>
                      <a:pt x="74426" y="9653"/>
                      <a:pt x="74451" y="9776"/>
                      <a:pt x="74500" y="9924"/>
                    </a:cubicBezTo>
                    <a:cubicBezTo>
                      <a:pt x="74549" y="10220"/>
                      <a:pt x="74771" y="10491"/>
                      <a:pt x="75067" y="10590"/>
                    </a:cubicBezTo>
                    <a:cubicBezTo>
                      <a:pt x="75150" y="10614"/>
                      <a:pt x="75228" y="10626"/>
                      <a:pt x="75304" y="10626"/>
                    </a:cubicBezTo>
                    <a:cubicBezTo>
                      <a:pt x="75681" y="10626"/>
                      <a:pt x="75996" y="10339"/>
                      <a:pt x="76447" y="9949"/>
                    </a:cubicBezTo>
                    <a:cubicBezTo>
                      <a:pt x="77655" y="8815"/>
                      <a:pt x="79109" y="7953"/>
                      <a:pt x="80661" y="7411"/>
                    </a:cubicBezTo>
                    <a:cubicBezTo>
                      <a:pt x="82148" y="6893"/>
                      <a:pt x="83666" y="6640"/>
                      <a:pt x="85159" y="6640"/>
                    </a:cubicBezTo>
                    <a:cubicBezTo>
                      <a:pt x="88566" y="6640"/>
                      <a:pt x="91839" y="7957"/>
                      <a:pt x="94289" y="10442"/>
                    </a:cubicBezTo>
                    <a:cubicBezTo>
                      <a:pt x="97567" y="13744"/>
                      <a:pt x="98652" y="18205"/>
                      <a:pt x="97148" y="22419"/>
                    </a:cubicBezTo>
                    <a:cubicBezTo>
                      <a:pt x="97099" y="22542"/>
                      <a:pt x="97050" y="22665"/>
                      <a:pt x="97025" y="22764"/>
                    </a:cubicBezTo>
                    <a:cubicBezTo>
                      <a:pt x="96828" y="23281"/>
                      <a:pt x="96655" y="23700"/>
                      <a:pt x="96951" y="24095"/>
                    </a:cubicBezTo>
                    <a:cubicBezTo>
                      <a:pt x="97140" y="24305"/>
                      <a:pt x="97402" y="24426"/>
                      <a:pt x="97689" y="24426"/>
                    </a:cubicBezTo>
                    <a:cubicBezTo>
                      <a:pt x="97738" y="24426"/>
                      <a:pt x="97788" y="24422"/>
                      <a:pt x="97838" y="24415"/>
                    </a:cubicBezTo>
                    <a:cubicBezTo>
                      <a:pt x="98035" y="24390"/>
                      <a:pt x="98282" y="24341"/>
                      <a:pt x="98578" y="24267"/>
                    </a:cubicBezTo>
                    <a:cubicBezTo>
                      <a:pt x="99264" y="24141"/>
                      <a:pt x="100267" y="23941"/>
                      <a:pt x="101493" y="23941"/>
                    </a:cubicBezTo>
                    <a:cubicBezTo>
                      <a:pt x="103126" y="23941"/>
                      <a:pt x="105154" y="24295"/>
                      <a:pt x="107351" y="25647"/>
                    </a:cubicBezTo>
                    <a:cubicBezTo>
                      <a:pt x="110727" y="27717"/>
                      <a:pt x="112822" y="31365"/>
                      <a:pt x="112896" y="35333"/>
                    </a:cubicBezTo>
                    <a:cubicBezTo>
                      <a:pt x="113044" y="39522"/>
                      <a:pt x="111097" y="43564"/>
                      <a:pt x="107844" y="45880"/>
                    </a:cubicBezTo>
                    <a:lnTo>
                      <a:pt x="107795" y="45930"/>
                    </a:lnTo>
                    <a:cubicBezTo>
                      <a:pt x="107425" y="46176"/>
                      <a:pt x="107104" y="46398"/>
                      <a:pt x="107104" y="46841"/>
                    </a:cubicBezTo>
                    <a:cubicBezTo>
                      <a:pt x="107104" y="47162"/>
                      <a:pt x="107277" y="47457"/>
                      <a:pt x="107523" y="47605"/>
                    </a:cubicBezTo>
                    <a:cubicBezTo>
                      <a:pt x="107622" y="47704"/>
                      <a:pt x="107745" y="47778"/>
                      <a:pt x="107868" y="47876"/>
                    </a:cubicBezTo>
                    <a:cubicBezTo>
                      <a:pt x="109470" y="48961"/>
                      <a:pt x="110727" y="50464"/>
                      <a:pt x="111516" y="52238"/>
                    </a:cubicBezTo>
                    <a:cubicBezTo>
                      <a:pt x="113438" y="56206"/>
                      <a:pt x="112945" y="60913"/>
                      <a:pt x="110259" y="64388"/>
                    </a:cubicBezTo>
                    <a:cubicBezTo>
                      <a:pt x="108386" y="66877"/>
                      <a:pt x="105601" y="68504"/>
                      <a:pt x="102496" y="68898"/>
                    </a:cubicBezTo>
                    <a:lnTo>
                      <a:pt x="103309" y="67986"/>
                    </a:lnTo>
                    <a:cubicBezTo>
                      <a:pt x="104344" y="66803"/>
                      <a:pt x="104320" y="66089"/>
                      <a:pt x="103137" y="65053"/>
                    </a:cubicBezTo>
                    <a:lnTo>
                      <a:pt x="102742" y="64708"/>
                    </a:lnTo>
                    <a:cubicBezTo>
                      <a:pt x="101264" y="63402"/>
                      <a:pt x="99760" y="62072"/>
                      <a:pt x="98282" y="60790"/>
                    </a:cubicBezTo>
                    <a:cubicBezTo>
                      <a:pt x="97912" y="60494"/>
                      <a:pt x="97715" y="60051"/>
                      <a:pt x="97715" y="59607"/>
                    </a:cubicBezTo>
                    <a:lnTo>
                      <a:pt x="97740" y="59607"/>
                    </a:lnTo>
                    <a:cubicBezTo>
                      <a:pt x="97838" y="59582"/>
                      <a:pt x="97912" y="59582"/>
                      <a:pt x="98011" y="59582"/>
                    </a:cubicBezTo>
                    <a:lnTo>
                      <a:pt x="98257" y="59582"/>
                    </a:lnTo>
                    <a:cubicBezTo>
                      <a:pt x="98405" y="59595"/>
                      <a:pt x="98559" y="59601"/>
                      <a:pt x="98716" y="59601"/>
                    </a:cubicBezTo>
                    <a:cubicBezTo>
                      <a:pt x="98873" y="59601"/>
                      <a:pt x="99033" y="59595"/>
                      <a:pt x="99194" y="59582"/>
                    </a:cubicBezTo>
                    <a:cubicBezTo>
                      <a:pt x="99366" y="59582"/>
                      <a:pt x="99539" y="59533"/>
                      <a:pt x="99711" y="59509"/>
                    </a:cubicBezTo>
                    <a:cubicBezTo>
                      <a:pt x="101116" y="59164"/>
                      <a:pt x="101954" y="57907"/>
                      <a:pt x="101831" y="56329"/>
                    </a:cubicBezTo>
                    <a:cubicBezTo>
                      <a:pt x="101707" y="54851"/>
                      <a:pt x="100820" y="53249"/>
                      <a:pt x="99366" y="52165"/>
                    </a:cubicBezTo>
                    <a:cubicBezTo>
                      <a:pt x="99687" y="50513"/>
                      <a:pt x="99859" y="48838"/>
                      <a:pt x="99859" y="47137"/>
                    </a:cubicBezTo>
                    <a:cubicBezTo>
                      <a:pt x="99908" y="40877"/>
                      <a:pt x="97715" y="35283"/>
                      <a:pt x="94142" y="32548"/>
                    </a:cubicBezTo>
                    <a:cubicBezTo>
                      <a:pt x="94092" y="32523"/>
                      <a:pt x="94043" y="32474"/>
                      <a:pt x="93994" y="32425"/>
                    </a:cubicBezTo>
                    <a:cubicBezTo>
                      <a:pt x="93478" y="32003"/>
                      <a:pt x="92896" y="31558"/>
                      <a:pt x="92479" y="31558"/>
                    </a:cubicBezTo>
                    <a:cubicBezTo>
                      <a:pt x="92458" y="31558"/>
                      <a:pt x="92437" y="31560"/>
                      <a:pt x="92417" y="31562"/>
                    </a:cubicBezTo>
                    <a:cubicBezTo>
                      <a:pt x="92293" y="31587"/>
                      <a:pt x="92170" y="31636"/>
                      <a:pt x="92096" y="31734"/>
                    </a:cubicBezTo>
                    <a:cubicBezTo>
                      <a:pt x="91998" y="31858"/>
                      <a:pt x="91998" y="32030"/>
                      <a:pt x="92071" y="32178"/>
                    </a:cubicBezTo>
                    <a:cubicBezTo>
                      <a:pt x="92293" y="32498"/>
                      <a:pt x="92589" y="32745"/>
                      <a:pt x="92909" y="32967"/>
                    </a:cubicBezTo>
                    <a:cubicBezTo>
                      <a:pt x="94610" y="34273"/>
                      <a:pt x="98109" y="36984"/>
                      <a:pt x="98750" y="44845"/>
                    </a:cubicBezTo>
                    <a:cubicBezTo>
                      <a:pt x="98923" y="47088"/>
                      <a:pt x="98799" y="49355"/>
                      <a:pt x="98380" y="51573"/>
                    </a:cubicBezTo>
                    <a:cubicBezTo>
                      <a:pt x="98356" y="51770"/>
                      <a:pt x="98306" y="51992"/>
                      <a:pt x="98257" y="52189"/>
                    </a:cubicBezTo>
                    <a:cubicBezTo>
                      <a:pt x="98208" y="52362"/>
                      <a:pt x="98183" y="52583"/>
                      <a:pt x="98134" y="52805"/>
                    </a:cubicBezTo>
                    <a:cubicBezTo>
                      <a:pt x="97838" y="53964"/>
                      <a:pt x="97469" y="55122"/>
                      <a:pt x="97000" y="56231"/>
                    </a:cubicBezTo>
                    <a:cubicBezTo>
                      <a:pt x="95793" y="59164"/>
                      <a:pt x="94142" y="61431"/>
                      <a:pt x="92071" y="62983"/>
                    </a:cubicBezTo>
                    <a:cubicBezTo>
                      <a:pt x="90820" y="63918"/>
                      <a:pt x="89659" y="64400"/>
                      <a:pt x="88711" y="64400"/>
                    </a:cubicBezTo>
                    <a:cubicBezTo>
                      <a:pt x="88258" y="64400"/>
                      <a:pt x="87855" y="64291"/>
                      <a:pt x="87512" y="64068"/>
                    </a:cubicBezTo>
                    <a:cubicBezTo>
                      <a:pt x="86724" y="63550"/>
                      <a:pt x="86403" y="62466"/>
                      <a:pt x="86699" y="61184"/>
                    </a:cubicBezTo>
                    <a:cubicBezTo>
                      <a:pt x="86724" y="61036"/>
                      <a:pt x="86798" y="60790"/>
                      <a:pt x="86847" y="60568"/>
                    </a:cubicBezTo>
                    <a:cubicBezTo>
                      <a:pt x="86945" y="60223"/>
                      <a:pt x="87019" y="60001"/>
                      <a:pt x="87019" y="59903"/>
                    </a:cubicBezTo>
                    <a:cubicBezTo>
                      <a:pt x="87044" y="59706"/>
                      <a:pt x="86945" y="59484"/>
                      <a:pt x="86748" y="59385"/>
                    </a:cubicBezTo>
                    <a:cubicBezTo>
                      <a:pt x="86711" y="59367"/>
                      <a:pt x="86644" y="59344"/>
                      <a:pt x="86558" y="59344"/>
                    </a:cubicBezTo>
                    <a:cubicBezTo>
                      <a:pt x="86417" y="59344"/>
                      <a:pt x="86222" y="59403"/>
                      <a:pt x="86009" y="59632"/>
                    </a:cubicBezTo>
                    <a:cubicBezTo>
                      <a:pt x="85516" y="60125"/>
                      <a:pt x="84999" y="60568"/>
                      <a:pt x="84432" y="60938"/>
                    </a:cubicBezTo>
                    <a:cubicBezTo>
                      <a:pt x="84235" y="61061"/>
                      <a:pt x="84062" y="61184"/>
                      <a:pt x="83865" y="61283"/>
                    </a:cubicBezTo>
                    <a:cubicBezTo>
                      <a:pt x="83668" y="61381"/>
                      <a:pt x="83446" y="61455"/>
                      <a:pt x="83249" y="61529"/>
                    </a:cubicBezTo>
                    <a:cubicBezTo>
                      <a:pt x="82964" y="61638"/>
                      <a:pt x="82657" y="61694"/>
                      <a:pt x="82353" y="61694"/>
                    </a:cubicBezTo>
                    <a:cubicBezTo>
                      <a:pt x="82103" y="61694"/>
                      <a:pt x="81855" y="61656"/>
                      <a:pt x="81622" y="61579"/>
                    </a:cubicBezTo>
                    <a:cubicBezTo>
                      <a:pt x="81277" y="61455"/>
                      <a:pt x="81006" y="61209"/>
                      <a:pt x="80834" y="60913"/>
                    </a:cubicBezTo>
                    <a:cubicBezTo>
                      <a:pt x="80710" y="60741"/>
                      <a:pt x="80637" y="60544"/>
                      <a:pt x="80587" y="60322"/>
                    </a:cubicBezTo>
                    <a:cubicBezTo>
                      <a:pt x="80587" y="60297"/>
                      <a:pt x="80587" y="60297"/>
                      <a:pt x="80587" y="60273"/>
                    </a:cubicBezTo>
                    <a:cubicBezTo>
                      <a:pt x="80587" y="60199"/>
                      <a:pt x="80563" y="60125"/>
                      <a:pt x="80563" y="60075"/>
                    </a:cubicBezTo>
                    <a:cubicBezTo>
                      <a:pt x="80563" y="59927"/>
                      <a:pt x="80563" y="59780"/>
                      <a:pt x="80563" y="59632"/>
                    </a:cubicBezTo>
                    <a:cubicBezTo>
                      <a:pt x="80587" y="59484"/>
                      <a:pt x="80587" y="59361"/>
                      <a:pt x="80637" y="59213"/>
                    </a:cubicBezTo>
                    <a:cubicBezTo>
                      <a:pt x="80710" y="58868"/>
                      <a:pt x="80834" y="58547"/>
                      <a:pt x="81006" y="58227"/>
                    </a:cubicBezTo>
                    <a:cubicBezTo>
                      <a:pt x="81056" y="58079"/>
                      <a:pt x="81129" y="57931"/>
                      <a:pt x="81179" y="57783"/>
                    </a:cubicBezTo>
                    <a:cubicBezTo>
                      <a:pt x="81253" y="57611"/>
                      <a:pt x="81203" y="57414"/>
                      <a:pt x="81056" y="57266"/>
                    </a:cubicBezTo>
                    <a:cubicBezTo>
                      <a:pt x="80952" y="57177"/>
                      <a:pt x="80831" y="57133"/>
                      <a:pt x="80708" y="57133"/>
                    </a:cubicBezTo>
                    <a:cubicBezTo>
                      <a:pt x="80626" y="57133"/>
                      <a:pt x="80543" y="57153"/>
                      <a:pt x="80464" y="57192"/>
                    </a:cubicBezTo>
                    <a:cubicBezTo>
                      <a:pt x="80316" y="57266"/>
                      <a:pt x="80168" y="57389"/>
                      <a:pt x="80045" y="57512"/>
                    </a:cubicBezTo>
                    <a:cubicBezTo>
                      <a:pt x="79996" y="57562"/>
                      <a:pt x="79922" y="57636"/>
                      <a:pt x="79873" y="57710"/>
                    </a:cubicBezTo>
                    <a:cubicBezTo>
                      <a:pt x="79700" y="57907"/>
                      <a:pt x="79552" y="58104"/>
                      <a:pt x="79355" y="58276"/>
                    </a:cubicBezTo>
                    <a:cubicBezTo>
                      <a:pt x="79183" y="58424"/>
                      <a:pt x="78961" y="58547"/>
                      <a:pt x="78739" y="58646"/>
                    </a:cubicBezTo>
                    <a:lnTo>
                      <a:pt x="78517" y="58769"/>
                    </a:lnTo>
                    <a:cubicBezTo>
                      <a:pt x="78192" y="58922"/>
                      <a:pt x="77848" y="58997"/>
                      <a:pt x="77507" y="58997"/>
                    </a:cubicBezTo>
                    <a:cubicBezTo>
                      <a:pt x="76970" y="58997"/>
                      <a:pt x="76441" y="58811"/>
                      <a:pt x="76003" y="58449"/>
                    </a:cubicBezTo>
                    <a:cubicBezTo>
                      <a:pt x="75116" y="57660"/>
                      <a:pt x="74894" y="56132"/>
                      <a:pt x="75387" y="54259"/>
                    </a:cubicBezTo>
                    <a:cubicBezTo>
                      <a:pt x="76546" y="50242"/>
                      <a:pt x="79306" y="46866"/>
                      <a:pt x="83027" y="44968"/>
                    </a:cubicBezTo>
                    <a:cubicBezTo>
                      <a:pt x="83298" y="44845"/>
                      <a:pt x="83520" y="44599"/>
                      <a:pt x="83569" y="44303"/>
                    </a:cubicBezTo>
                    <a:cubicBezTo>
                      <a:pt x="83569" y="44155"/>
                      <a:pt x="83495" y="44007"/>
                      <a:pt x="83372" y="43909"/>
                    </a:cubicBezTo>
                    <a:cubicBezTo>
                      <a:pt x="83273" y="43884"/>
                      <a:pt x="83200" y="43859"/>
                      <a:pt x="83101" y="43835"/>
                    </a:cubicBezTo>
                    <a:cubicBezTo>
                      <a:pt x="82879" y="43835"/>
                      <a:pt x="82682" y="43884"/>
                      <a:pt x="82510" y="43983"/>
                    </a:cubicBezTo>
                    <a:cubicBezTo>
                      <a:pt x="76151" y="47285"/>
                      <a:pt x="73317" y="54284"/>
                      <a:pt x="74204" y="57488"/>
                    </a:cubicBezTo>
                    <a:cubicBezTo>
                      <a:pt x="74500" y="58572"/>
                      <a:pt x="75289" y="59459"/>
                      <a:pt x="76324" y="59903"/>
                    </a:cubicBezTo>
                    <a:cubicBezTo>
                      <a:pt x="76637" y="60021"/>
                      <a:pt x="76958" y="60070"/>
                      <a:pt x="77276" y="60070"/>
                    </a:cubicBezTo>
                    <a:cubicBezTo>
                      <a:pt x="77883" y="60070"/>
                      <a:pt x="78475" y="59891"/>
                      <a:pt x="78961" y="59681"/>
                    </a:cubicBezTo>
                    <a:cubicBezTo>
                      <a:pt x="79084" y="59977"/>
                      <a:pt x="79281" y="60248"/>
                      <a:pt x="79528" y="60445"/>
                    </a:cubicBezTo>
                    <a:cubicBezTo>
                      <a:pt x="79651" y="61603"/>
                      <a:pt x="80513" y="62515"/>
                      <a:pt x="81647" y="62712"/>
                    </a:cubicBezTo>
                    <a:cubicBezTo>
                      <a:pt x="81918" y="62760"/>
                      <a:pt x="82198" y="62787"/>
                      <a:pt x="82476" y="62787"/>
                    </a:cubicBezTo>
                    <a:cubicBezTo>
                      <a:pt x="82629" y="62787"/>
                      <a:pt x="82780" y="62779"/>
                      <a:pt x="82928" y="62762"/>
                    </a:cubicBezTo>
                    <a:lnTo>
                      <a:pt x="82928" y="62762"/>
                    </a:lnTo>
                    <a:cubicBezTo>
                      <a:pt x="82583" y="63402"/>
                      <a:pt x="82140" y="63944"/>
                      <a:pt x="81598" y="64413"/>
                    </a:cubicBezTo>
                    <a:cubicBezTo>
                      <a:pt x="81253" y="64708"/>
                      <a:pt x="80834" y="64930"/>
                      <a:pt x="80390" y="65029"/>
                    </a:cubicBezTo>
                    <a:cubicBezTo>
                      <a:pt x="80257" y="65080"/>
                      <a:pt x="80115" y="65106"/>
                      <a:pt x="79971" y="65106"/>
                    </a:cubicBezTo>
                    <a:cubicBezTo>
                      <a:pt x="79770" y="65106"/>
                      <a:pt x="79567" y="65056"/>
                      <a:pt x="79380" y="64955"/>
                    </a:cubicBezTo>
                    <a:cubicBezTo>
                      <a:pt x="79281" y="64856"/>
                      <a:pt x="79256" y="64733"/>
                      <a:pt x="79281" y="64610"/>
                    </a:cubicBezTo>
                    <a:lnTo>
                      <a:pt x="79281" y="64290"/>
                    </a:lnTo>
                    <a:cubicBezTo>
                      <a:pt x="79281" y="63944"/>
                      <a:pt x="79281" y="63599"/>
                      <a:pt x="79281" y="63254"/>
                    </a:cubicBezTo>
                    <a:cubicBezTo>
                      <a:pt x="79256" y="62540"/>
                      <a:pt x="78911" y="61874"/>
                      <a:pt x="78345" y="61455"/>
                    </a:cubicBezTo>
                    <a:cubicBezTo>
                      <a:pt x="77866" y="61131"/>
                      <a:pt x="77304" y="60960"/>
                      <a:pt x="76742" y="60960"/>
                    </a:cubicBezTo>
                    <a:cubicBezTo>
                      <a:pt x="76493" y="60960"/>
                      <a:pt x="76245" y="60993"/>
                      <a:pt x="76003" y="61061"/>
                    </a:cubicBezTo>
                    <a:cubicBezTo>
                      <a:pt x="75239" y="61258"/>
                      <a:pt x="74549" y="61653"/>
                      <a:pt x="74032" y="62244"/>
                    </a:cubicBezTo>
                    <a:cubicBezTo>
                      <a:pt x="72800" y="63673"/>
                      <a:pt x="71814" y="64758"/>
                      <a:pt x="71099" y="65546"/>
                    </a:cubicBezTo>
                    <a:cubicBezTo>
                      <a:pt x="69177" y="67715"/>
                      <a:pt x="68881" y="68035"/>
                      <a:pt x="68955" y="68775"/>
                    </a:cubicBezTo>
                    <a:cubicBezTo>
                      <a:pt x="69004" y="69218"/>
                      <a:pt x="69251" y="69588"/>
                      <a:pt x="69621" y="69834"/>
                    </a:cubicBezTo>
                    <a:cubicBezTo>
                      <a:pt x="69670" y="69859"/>
                      <a:pt x="69695" y="69884"/>
                      <a:pt x="69744" y="69908"/>
                    </a:cubicBezTo>
                    <a:cubicBezTo>
                      <a:pt x="70754" y="70820"/>
                      <a:pt x="71592" y="71560"/>
                      <a:pt x="72282" y="72176"/>
                    </a:cubicBezTo>
                    <a:lnTo>
                      <a:pt x="72307" y="72200"/>
                    </a:lnTo>
                    <a:cubicBezTo>
                      <a:pt x="74994" y="74601"/>
                      <a:pt x="75772" y="75309"/>
                      <a:pt x="77174" y="75309"/>
                    </a:cubicBezTo>
                    <a:cubicBezTo>
                      <a:pt x="77340" y="75309"/>
                      <a:pt x="77516" y="75299"/>
                      <a:pt x="77704" y="75281"/>
                    </a:cubicBezTo>
                    <a:cubicBezTo>
                      <a:pt x="77852" y="75281"/>
                      <a:pt x="78000" y="75256"/>
                      <a:pt x="78123" y="75207"/>
                    </a:cubicBezTo>
                    <a:cubicBezTo>
                      <a:pt x="80267" y="74689"/>
                      <a:pt x="79873" y="72521"/>
                      <a:pt x="79749" y="71707"/>
                    </a:cubicBezTo>
                    <a:lnTo>
                      <a:pt x="79749" y="71683"/>
                    </a:lnTo>
                    <a:cubicBezTo>
                      <a:pt x="79725" y="71535"/>
                      <a:pt x="79700" y="71412"/>
                      <a:pt x="79675" y="71288"/>
                    </a:cubicBezTo>
                    <a:cubicBezTo>
                      <a:pt x="79651" y="71165"/>
                      <a:pt x="79626" y="70919"/>
                      <a:pt x="80070" y="70820"/>
                    </a:cubicBezTo>
                    <a:cubicBezTo>
                      <a:pt x="80178" y="70793"/>
                      <a:pt x="80305" y="70778"/>
                      <a:pt x="80446" y="70778"/>
                    </a:cubicBezTo>
                    <a:cubicBezTo>
                      <a:pt x="81203" y="70778"/>
                      <a:pt x="82379" y="71208"/>
                      <a:pt x="83397" y="72496"/>
                    </a:cubicBezTo>
                    <a:cubicBezTo>
                      <a:pt x="83988" y="73260"/>
                      <a:pt x="84136" y="74049"/>
                      <a:pt x="84013" y="74443"/>
                    </a:cubicBezTo>
                    <a:cubicBezTo>
                      <a:pt x="83988" y="74542"/>
                      <a:pt x="83914" y="74640"/>
                      <a:pt x="83668" y="74714"/>
                    </a:cubicBezTo>
                    <a:cubicBezTo>
                      <a:pt x="83581" y="74731"/>
                      <a:pt x="83506" y="74749"/>
                      <a:pt x="83426" y="74749"/>
                    </a:cubicBezTo>
                    <a:cubicBezTo>
                      <a:pt x="83393" y="74749"/>
                      <a:pt x="83359" y="74746"/>
                      <a:pt x="83323" y="74739"/>
                    </a:cubicBezTo>
                    <a:lnTo>
                      <a:pt x="83002" y="74739"/>
                    </a:lnTo>
                    <a:cubicBezTo>
                      <a:pt x="82892" y="74733"/>
                      <a:pt x="82781" y="74730"/>
                      <a:pt x="82671" y="74730"/>
                    </a:cubicBezTo>
                    <a:cubicBezTo>
                      <a:pt x="82314" y="74730"/>
                      <a:pt x="81961" y="74762"/>
                      <a:pt x="81622" y="74837"/>
                    </a:cubicBezTo>
                    <a:cubicBezTo>
                      <a:pt x="80513" y="75108"/>
                      <a:pt x="79873" y="75996"/>
                      <a:pt x="79897" y="77252"/>
                    </a:cubicBezTo>
                    <a:cubicBezTo>
                      <a:pt x="79922" y="77844"/>
                      <a:pt x="80070" y="78411"/>
                      <a:pt x="80341" y="78928"/>
                    </a:cubicBezTo>
                    <a:cubicBezTo>
                      <a:pt x="76324" y="77770"/>
                      <a:pt x="74130" y="75133"/>
                      <a:pt x="73169" y="73999"/>
                    </a:cubicBezTo>
                    <a:cubicBezTo>
                      <a:pt x="72771" y="73508"/>
                      <a:pt x="72573" y="73283"/>
                      <a:pt x="72216" y="73283"/>
                    </a:cubicBezTo>
                    <a:cubicBezTo>
                      <a:pt x="72198" y="73283"/>
                      <a:pt x="72179" y="73283"/>
                      <a:pt x="72159" y="73285"/>
                    </a:cubicBezTo>
                    <a:cubicBezTo>
                      <a:pt x="71543" y="73334"/>
                      <a:pt x="71444" y="73950"/>
                      <a:pt x="71346" y="74591"/>
                    </a:cubicBezTo>
                    <a:cubicBezTo>
                      <a:pt x="71124" y="76957"/>
                      <a:pt x="70015" y="79125"/>
                      <a:pt x="68290" y="80727"/>
                    </a:cubicBezTo>
                    <a:cubicBezTo>
                      <a:pt x="66724" y="82274"/>
                      <a:pt x="64625" y="83111"/>
                      <a:pt x="62464" y="83111"/>
                    </a:cubicBezTo>
                    <a:cubicBezTo>
                      <a:pt x="61836" y="83111"/>
                      <a:pt x="61203" y="83040"/>
                      <a:pt x="60576" y="82896"/>
                    </a:cubicBezTo>
                    <a:cubicBezTo>
                      <a:pt x="57446" y="82206"/>
                      <a:pt x="54883" y="80013"/>
                      <a:pt x="53700" y="77031"/>
                    </a:cubicBezTo>
                    <a:cubicBezTo>
                      <a:pt x="53626" y="76710"/>
                      <a:pt x="53331" y="76464"/>
                      <a:pt x="52986" y="76464"/>
                    </a:cubicBezTo>
                    <a:cubicBezTo>
                      <a:pt x="52444" y="76464"/>
                      <a:pt x="52271" y="76932"/>
                      <a:pt x="51975" y="77696"/>
                    </a:cubicBezTo>
                    <a:cubicBezTo>
                      <a:pt x="51532" y="78928"/>
                      <a:pt x="50940" y="80086"/>
                      <a:pt x="50201" y="81171"/>
                    </a:cubicBezTo>
                    <a:cubicBezTo>
                      <a:pt x="47743" y="84668"/>
                      <a:pt x="44281" y="86560"/>
                      <a:pt x="40603" y="86560"/>
                    </a:cubicBezTo>
                    <a:cubicBezTo>
                      <a:pt x="39744" y="86560"/>
                      <a:pt x="38874" y="86457"/>
                      <a:pt x="38002" y="86248"/>
                    </a:cubicBezTo>
                    <a:cubicBezTo>
                      <a:pt x="33073" y="85065"/>
                      <a:pt x="30535" y="81195"/>
                      <a:pt x="29697" y="79914"/>
                    </a:cubicBezTo>
                    <a:cubicBezTo>
                      <a:pt x="29598" y="79741"/>
                      <a:pt x="29475" y="79594"/>
                      <a:pt x="29352" y="79446"/>
                    </a:cubicBezTo>
                    <a:cubicBezTo>
                      <a:pt x="29204" y="79273"/>
                      <a:pt x="28982" y="79175"/>
                      <a:pt x="28760" y="79175"/>
                    </a:cubicBezTo>
                    <a:cubicBezTo>
                      <a:pt x="28391" y="79224"/>
                      <a:pt x="28070" y="79396"/>
                      <a:pt x="27799" y="79668"/>
                    </a:cubicBezTo>
                    <a:lnTo>
                      <a:pt x="27578" y="79865"/>
                    </a:lnTo>
                    <a:cubicBezTo>
                      <a:pt x="25510" y="81597"/>
                      <a:pt x="22937" y="82526"/>
                      <a:pt x="20303" y="82526"/>
                    </a:cubicBezTo>
                    <a:cubicBezTo>
                      <a:pt x="19451" y="82526"/>
                      <a:pt x="18593" y="82429"/>
                      <a:pt x="17744" y="82231"/>
                    </a:cubicBezTo>
                    <a:cubicBezTo>
                      <a:pt x="13875" y="81343"/>
                      <a:pt x="10696" y="78559"/>
                      <a:pt x="9316" y="74813"/>
                    </a:cubicBezTo>
                    <a:cubicBezTo>
                      <a:pt x="7911" y="71264"/>
                      <a:pt x="8404" y="67222"/>
                      <a:pt x="10647" y="64117"/>
                    </a:cubicBezTo>
                    <a:lnTo>
                      <a:pt x="10746" y="63969"/>
                    </a:lnTo>
                    <a:cubicBezTo>
                      <a:pt x="10992" y="63649"/>
                      <a:pt x="11214" y="63353"/>
                      <a:pt x="11091" y="62959"/>
                    </a:cubicBezTo>
                    <a:cubicBezTo>
                      <a:pt x="10967" y="62564"/>
                      <a:pt x="10598" y="62441"/>
                      <a:pt x="10105" y="62293"/>
                    </a:cubicBezTo>
                    <a:lnTo>
                      <a:pt x="10006" y="62269"/>
                    </a:lnTo>
                    <a:cubicBezTo>
                      <a:pt x="4165" y="60445"/>
                      <a:pt x="1430" y="55122"/>
                      <a:pt x="1307" y="50637"/>
                    </a:cubicBezTo>
                    <a:cubicBezTo>
                      <a:pt x="1208" y="46595"/>
                      <a:pt x="3180" y="41518"/>
                      <a:pt x="9045" y="39374"/>
                    </a:cubicBezTo>
                    <a:cubicBezTo>
                      <a:pt x="9686" y="39152"/>
                      <a:pt x="10351" y="39005"/>
                      <a:pt x="11017" y="38931"/>
                    </a:cubicBezTo>
                    <a:cubicBezTo>
                      <a:pt x="11460" y="38857"/>
                      <a:pt x="11953" y="38783"/>
                      <a:pt x="12569" y="38684"/>
                    </a:cubicBezTo>
                    <a:cubicBezTo>
                      <a:pt x="13284" y="38660"/>
                      <a:pt x="13604" y="37772"/>
                      <a:pt x="13062" y="37304"/>
                    </a:cubicBezTo>
                    <a:cubicBezTo>
                      <a:pt x="11854" y="35924"/>
                      <a:pt x="10992" y="34297"/>
                      <a:pt x="10524" y="32523"/>
                    </a:cubicBezTo>
                    <a:cubicBezTo>
                      <a:pt x="10499" y="32375"/>
                      <a:pt x="10450" y="32203"/>
                      <a:pt x="10400" y="32079"/>
                    </a:cubicBezTo>
                    <a:cubicBezTo>
                      <a:pt x="10327" y="31858"/>
                      <a:pt x="10277" y="31661"/>
                      <a:pt x="10253" y="31463"/>
                    </a:cubicBezTo>
                    <a:cubicBezTo>
                      <a:pt x="9661" y="26830"/>
                      <a:pt x="11386" y="22591"/>
                      <a:pt x="14984" y="19782"/>
                    </a:cubicBezTo>
                    <a:cubicBezTo>
                      <a:pt x="17318" y="17969"/>
                      <a:pt x="20145" y="17033"/>
                      <a:pt x="23003" y="17033"/>
                    </a:cubicBezTo>
                    <a:cubicBezTo>
                      <a:pt x="24612" y="17033"/>
                      <a:pt x="26230" y="17330"/>
                      <a:pt x="27775" y="17934"/>
                    </a:cubicBezTo>
                    <a:cubicBezTo>
                      <a:pt x="27923" y="18008"/>
                      <a:pt x="28046" y="18057"/>
                      <a:pt x="28194" y="18131"/>
                    </a:cubicBezTo>
                    <a:cubicBezTo>
                      <a:pt x="28341" y="18205"/>
                      <a:pt x="28489" y="18279"/>
                      <a:pt x="28662" y="18328"/>
                    </a:cubicBezTo>
                    <a:cubicBezTo>
                      <a:pt x="28782" y="18393"/>
                      <a:pt x="28911" y="18425"/>
                      <a:pt x="29040" y="18425"/>
                    </a:cubicBezTo>
                    <a:cubicBezTo>
                      <a:pt x="29202" y="18425"/>
                      <a:pt x="29362" y="18375"/>
                      <a:pt x="29500" y="18279"/>
                    </a:cubicBezTo>
                    <a:cubicBezTo>
                      <a:pt x="29894" y="17983"/>
                      <a:pt x="29845" y="17515"/>
                      <a:pt x="29820" y="16874"/>
                    </a:cubicBezTo>
                    <a:cubicBezTo>
                      <a:pt x="29623" y="14755"/>
                      <a:pt x="30116" y="12660"/>
                      <a:pt x="31200" y="10836"/>
                    </a:cubicBezTo>
                    <a:cubicBezTo>
                      <a:pt x="33321" y="7179"/>
                      <a:pt x="37203" y="4945"/>
                      <a:pt x="41413" y="4945"/>
                    </a:cubicBezTo>
                    <a:cubicBezTo>
                      <a:pt x="41459" y="4945"/>
                      <a:pt x="41505" y="4946"/>
                      <a:pt x="41551" y="4946"/>
                    </a:cubicBezTo>
                    <a:cubicBezTo>
                      <a:pt x="45420" y="4946"/>
                      <a:pt x="48772" y="6819"/>
                      <a:pt x="50546" y="9949"/>
                    </a:cubicBezTo>
                    <a:cubicBezTo>
                      <a:pt x="50846" y="10434"/>
                      <a:pt x="51125" y="10942"/>
                      <a:pt x="51606" y="10942"/>
                    </a:cubicBezTo>
                    <a:cubicBezTo>
                      <a:pt x="51638" y="10942"/>
                      <a:pt x="51671" y="10939"/>
                      <a:pt x="51704" y="10935"/>
                    </a:cubicBezTo>
                    <a:cubicBezTo>
                      <a:pt x="52271" y="10836"/>
                      <a:pt x="52370" y="10343"/>
                      <a:pt x="52493" y="9703"/>
                    </a:cubicBezTo>
                    <a:cubicBezTo>
                      <a:pt x="52936" y="7263"/>
                      <a:pt x="54267" y="5094"/>
                      <a:pt x="56263" y="3615"/>
                    </a:cubicBezTo>
                    <a:cubicBezTo>
                      <a:pt x="58329" y="2079"/>
                      <a:pt x="60815" y="1273"/>
                      <a:pt x="63329" y="1273"/>
                    </a:cubicBezTo>
                    <a:close/>
                    <a:moveTo>
                      <a:pt x="63382" y="1"/>
                    </a:moveTo>
                    <a:cubicBezTo>
                      <a:pt x="60610" y="1"/>
                      <a:pt x="57872" y="883"/>
                      <a:pt x="55598" y="2580"/>
                    </a:cubicBezTo>
                    <a:cubicBezTo>
                      <a:pt x="53503" y="4133"/>
                      <a:pt x="52025" y="6376"/>
                      <a:pt x="51482" y="8939"/>
                    </a:cubicBezTo>
                    <a:cubicBezTo>
                      <a:pt x="49437" y="5636"/>
                      <a:pt x="45790" y="3689"/>
                      <a:pt x="41625" y="3665"/>
                    </a:cubicBezTo>
                    <a:cubicBezTo>
                      <a:pt x="41602" y="3665"/>
                      <a:pt x="41579" y="3664"/>
                      <a:pt x="41555" y="3664"/>
                    </a:cubicBezTo>
                    <a:cubicBezTo>
                      <a:pt x="36875" y="3664"/>
                      <a:pt x="32519" y="6149"/>
                      <a:pt x="30165" y="10220"/>
                    </a:cubicBezTo>
                    <a:cubicBezTo>
                      <a:pt x="28982" y="12241"/>
                      <a:pt x="28440" y="14582"/>
                      <a:pt x="28637" y="16923"/>
                    </a:cubicBezTo>
                    <a:cubicBezTo>
                      <a:pt x="28514" y="16874"/>
                      <a:pt x="28391" y="16825"/>
                      <a:pt x="28292" y="16775"/>
                    </a:cubicBezTo>
                    <a:cubicBezTo>
                      <a:pt x="26595" y="16109"/>
                      <a:pt x="24818" y="15782"/>
                      <a:pt x="23053" y="15782"/>
                    </a:cubicBezTo>
                    <a:cubicBezTo>
                      <a:pt x="19923" y="15782"/>
                      <a:pt x="16832" y="16811"/>
                      <a:pt x="14294" y="18796"/>
                    </a:cubicBezTo>
                    <a:cubicBezTo>
                      <a:pt x="10302" y="21852"/>
                      <a:pt x="8429" y="26535"/>
                      <a:pt x="9070" y="31587"/>
                    </a:cubicBezTo>
                    <a:cubicBezTo>
                      <a:pt x="9119" y="31858"/>
                      <a:pt x="9193" y="32129"/>
                      <a:pt x="9267" y="32400"/>
                    </a:cubicBezTo>
                    <a:cubicBezTo>
                      <a:pt x="9316" y="32523"/>
                      <a:pt x="9341" y="32646"/>
                      <a:pt x="9365" y="32770"/>
                    </a:cubicBezTo>
                    <a:cubicBezTo>
                      <a:pt x="9809" y="34519"/>
                      <a:pt x="10622" y="36146"/>
                      <a:pt x="11756" y="37551"/>
                    </a:cubicBezTo>
                    <a:cubicBezTo>
                      <a:pt x="11460" y="37600"/>
                      <a:pt x="11140" y="37649"/>
                      <a:pt x="10893" y="37698"/>
                    </a:cubicBezTo>
                    <a:cubicBezTo>
                      <a:pt x="10129" y="37772"/>
                      <a:pt x="9390" y="37945"/>
                      <a:pt x="8675" y="38191"/>
                    </a:cubicBezTo>
                    <a:cubicBezTo>
                      <a:pt x="3254" y="40187"/>
                      <a:pt x="1" y="44944"/>
                      <a:pt x="148" y="50637"/>
                    </a:cubicBezTo>
                    <a:cubicBezTo>
                      <a:pt x="247" y="56502"/>
                      <a:pt x="4092" y="61653"/>
                      <a:pt x="9686" y="63402"/>
                    </a:cubicBezTo>
                    <a:cubicBezTo>
                      <a:pt x="7271" y="66853"/>
                      <a:pt x="6704" y="71288"/>
                      <a:pt x="8232" y="75232"/>
                    </a:cubicBezTo>
                    <a:cubicBezTo>
                      <a:pt x="9760" y="79347"/>
                      <a:pt x="13259" y="82428"/>
                      <a:pt x="17523" y="83413"/>
                    </a:cubicBezTo>
                    <a:cubicBezTo>
                      <a:pt x="18462" y="83630"/>
                      <a:pt x="19413" y="83737"/>
                      <a:pt x="20359" y="83737"/>
                    </a:cubicBezTo>
                    <a:cubicBezTo>
                      <a:pt x="23282" y="83737"/>
                      <a:pt x="26150" y="82719"/>
                      <a:pt x="28440" y="80801"/>
                    </a:cubicBezTo>
                    <a:lnTo>
                      <a:pt x="28711" y="80555"/>
                    </a:lnTo>
                    <a:cubicBezTo>
                      <a:pt x="28711" y="80579"/>
                      <a:pt x="28711" y="80579"/>
                      <a:pt x="28711" y="80579"/>
                    </a:cubicBezTo>
                    <a:cubicBezTo>
                      <a:pt x="29623" y="81959"/>
                      <a:pt x="32359" y="86124"/>
                      <a:pt x="37756" y="87455"/>
                    </a:cubicBezTo>
                    <a:cubicBezTo>
                      <a:pt x="38667" y="87677"/>
                      <a:pt x="39629" y="87775"/>
                      <a:pt x="40565" y="87775"/>
                    </a:cubicBezTo>
                    <a:cubicBezTo>
                      <a:pt x="44656" y="87775"/>
                      <a:pt x="48574" y="85656"/>
                      <a:pt x="51261" y="81861"/>
                    </a:cubicBezTo>
                    <a:cubicBezTo>
                      <a:pt x="51975" y="80826"/>
                      <a:pt x="52591" y="79692"/>
                      <a:pt x="53035" y="78485"/>
                    </a:cubicBezTo>
                    <a:cubicBezTo>
                      <a:pt x="54514" y="81368"/>
                      <a:pt x="57200" y="83438"/>
                      <a:pt x="60354" y="84128"/>
                    </a:cubicBezTo>
                    <a:cubicBezTo>
                      <a:pt x="61066" y="84288"/>
                      <a:pt x="61785" y="84367"/>
                      <a:pt x="62499" y="84367"/>
                    </a:cubicBezTo>
                    <a:cubicBezTo>
                      <a:pt x="64974" y="84367"/>
                      <a:pt x="67385" y="83423"/>
                      <a:pt x="69202" y="81664"/>
                    </a:cubicBezTo>
                    <a:cubicBezTo>
                      <a:pt x="71025" y="79963"/>
                      <a:pt x="72233" y="77671"/>
                      <a:pt x="72553" y="75182"/>
                    </a:cubicBezTo>
                    <a:cubicBezTo>
                      <a:pt x="74525" y="77573"/>
                      <a:pt x="77186" y="79298"/>
                      <a:pt x="80144" y="80136"/>
                    </a:cubicBezTo>
                    <a:cubicBezTo>
                      <a:pt x="80710" y="80308"/>
                      <a:pt x="81277" y="80407"/>
                      <a:pt x="81844" y="80505"/>
                    </a:cubicBezTo>
                    <a:lnTo>
                      <a:pt x="83668" y="82107"/>
                    </a:lnTo>
                    <a:lnTo>
                      <a:pt x="84654" y="82970"/>
                    </a:lnTo>
                    <a:cubicBezTo>
                      <a:pt x="85319" y="83561"/>
                      <a:pt x="85984" y="84128"/>
                      <a:pt x="86502" y="84572"/>
                    </a:cubicBezTo>
                    <a:lnTo>
                      <a:pt x="86551" y="84621"/>
                    </a:lnTo>
                    <a:cubicBezTo>
                      <a:pt x="86847" y="84892"/>
                      <a:pt x="87217" y="85065"/>
                      <a:pt x="87586" y="85065"/>
                    </a:cubicBezTo>
                    <a:cubicBezTo>
                      <a:pt x="87709" y="85065"/>
                      <a:pt x="87808" y="85065"/>
                      <a:pt x="87907" y="85040"/>
                    </a:cubicBezTo>
                    <a:cubicBezTo>
                      <a:pt x="88572" y="84867"/>
                      <a:pt x="88868" y="84522"/>
                      <a:pt x="91283" y="81713"/>
                    </a:cubicBezTo>
                    <a:lnTo>
                      <a:pt x="91406" y="81590"/>
                    </a:lnTo>
                    <a:cubicBezTo>
                      <a:pt x="91973" y="80924"/>
                      <a:pt x="92638" y="80136"/>
                      <a:pt x="93452" y="79224"/>
                    </a:cubicBezTo>
                    <a:cubicBezTo>
                      <a:pt x="93649" y="78977"/>
                      <a:pt x="93895" y="78830"/>
                      <a:pt x="94191" y="78756"/>
                    </a:cubicBezTo>
                    <a:cubicBezTo>
                      <a:pt x="94265" y="78731"/>
                      <a:pt x="94363" y="78731"/>
                      <a:pt x="94462" y="78731"/>
                    </a:cubicBezTo>
                    <a:cubicBezTo>
                      <a:pt x="94462" y="78805"/>
                      <a:pt x="94487" y="78879"/>
                      <a:pt x="94487" y="78953"/>
                    </a:cubicBezTo>
                    <a:cubicBezTo>
                      <a:pt x="94487" y="79076"/>
                      <a:pt x="94487" y="79224"/>
                      <a:pt x="94462" y="79396"/>
                    </a:cubicBezTo>
                    <a:cubicBezTo>
                      <a:pt x="94462" y="79594"/>
                      <a:pt x="94437" y="79791"/>
                      <a:pt x="94437" y="80013"/>
                    </a:cubicBezTo>
                    <a:cubicBezTo>
                      <a:pt x="94413" y="80875"/>
                      <a:pt x="94807" y="81713"/>
                      <a:pt x="95497" y="82255"/>
                    </a:cubicBezTo>
                    <a:cubicBezTo>
                      <a:pt x="95874" y="82561"/>
                      <a:pt x="96474" y="82866"/>
                      <a:pt x="97344" y="82866"/>
                    </a:cubicBezTo>
                    <a:cubicBezTo>
                      <a:pt x="97668" y="82866"/>
                      <a:pt x="98029" y="82824"/>
                      <a:pt x="98430" y="82723"/>
                    </a:cubicBezTo>
                    <a:cubicBezTo>
                      <a:pt x="98627" y="82674"/>
                      <a:pt x="98849" y="82600"/>
                      <a:pt x="99046" y="82526"/>
                    </a:cubicBezTo>
                    <a:cubicBezTo>
                      <a:pt x="102003" y="81467"/>
                      <a:pt x="103605" y="78164"/>
                      <a:pt x="103063" y="75897"/>
                    </a:cubicBezTo>
                    <a:cubicBezTo>
                      <a:pt x="102715" y="74550"/>
                      <a:pt x="101659" y="73759"/>
                      <a:pt x="100232" y="73759"/>
                    </a:cubicBezTo>
                    <a:cubicBezTo>
                      <a:pt x="100040" y="73759"/>
                      <a:pt x="99842" y="73773"/>
                      <a:pt x="99637" y="73802"/>
                    </a:cubicBezTo>
                    <a:cubicBezTo>
                      <a:pt x="99489" y="73827"/>
                      <a:pt x="99342" y="73851"/>
                      <a:pt x="99218" y="73876"/>
                    </a:cubicBezTo>
                    <a:lnTo>
                      <a:pt x="99169" y="73876"/>
                    </a:lnTo>
                    <a:cubicBezTo>
                      <a:pt x="99046" y="73901"/>
                      <a:pt x="98923" y="73925"/>
                      <a:pt x="98799" y="73950"/>
                    </a:cubicBezTo>
                    <a:lnTo>
                      <a:pt x="98652" y="73950"/>
                    </a:lnTo>
                    <a:cubicBezTo>
                      <a:pt x="98627" y="73876"/>
                      <a:pt x="98627" y="73827"/>
                      <a:pt x="98627" y="73753"/>
                    </a:cubicBezTo>
                    <a:cubicBezTo>
                      <a:pt x="98627" y="73285"/>
                      <a:pt x="98627" y="73260"/>
                      <a:pt x="100697" y="70919"/>
                    </a:cubicBezTo>
                    <a:lnTo>
                      <a:pt x="101338" y="70204"/>
                    </a:lnTo>
                    <a:cubicBezTo>
                      <a:pt x="110678" y="69884"/>
                      <a:pt x="116666" y="60125"/>
                      <a:pt x="112699" y="51672"/>
                    </a:cubicBezTo>
                    <a:cubicBezTo>
                      <a:pt x="111812" y="49725"/>
                      <a:pt x="110431" y="48049"/>
                      <a:pt x="108682" y="46841"/>
                    </a:cubicBezTo>
                    <a:cubicBezTo>
                      <a:pt x="112255" y="44254"/>
                      <a:pt x="114375" y="39842"/>
                      <a:pt x="114227" y="35259"/>
                    </a:cubicBezTo>
                    <a:cubicBezTo>
                      <a:pt x="114128" y="30872"/>
                      <a:pt x="111812" y="26855"/>
                      <a:pt x="108066" y="24563"/>
                    </a:cubicBezTo>
                    <a:cubicBezTo>
                      <a:pt x="105620" y="23065"/>
                      <a:pt x="103378" y="22669"/>
                      <a:pt x="101580" y="22669"/>
                    </a:cubicBezTo>
                    <a:cubicBezTo>
                      <a:pt x="100243" y="22669"/>
                      <a:pt x="99151" y="22888"/>
                      <a:pt x="98405" y="23035"/>
                    </a:cubicBezTo>
                    <a:lnTo>
                      <a:pt x="98282" y="23060"/>
                    </a:lnTo>
                    <a:cubicBezTo>
                      <a:pt x="98331" y="22961"/>
                      <a:pt x="98356" y="22887"/>
                      <a:pt x="98380" y="22813"/>
                    </a:cubicBezTo>
                    <a:cubicBezTo>
                      <a:pt x="100007" y="18229"/>
                      <a:pt x="98799" y="13128"/>
                      <a:pt x="95251" y="9555"/>
                    </a:cubicBezTo>
                    <a:cubicBezTo>
                      <a:pt x="92547" y="6833"/>
                      <a:pt x="88940" y="5376"/>
                      <a:pt x="85196" y="5376"/>
                    </a:cubicBezTo>
                    <a:cubicBezTo>
                      <a:pt x="83582" y="5376"/>
                      <a:pt x="81944" y="5646"/>
                      <a:pt x="80341" y="6203"/>
                    </a:cubicBezTo>
                    <a:cubicBezTo>
                      <a:pt x="78616" y="6794"/>
                      <a:pt x="77039" y="7756"/>
                      <a:pt x="75708" y="8988"/>
                    </a:cubicBezTo>
                    <a:lnTo>
                      <a:pt x="75634" y="9062"/>
                    </a:lnTo>
                    <a:cubicBezTo>
                      <a:pt x="75584" y="8840"/>
                      <a:pt x="75535" y="8618"/>
                      <a:pt x="75461" y="8396"/>
                    </a:cubicBezTo>
                    <a:cubicBezTo>
                      <a:pt x="74303" y="4700"/>
                      <a:pt x="71395" y="1890"/>
                      <a:pt x="67477" y="658"/>
                    </a:cubicBezTo>
                    <a:cubicBezTo>
                      <a:pt x="66138" y="217"/>
                      <a:pt x="64756" y="1"/>
                      <a:pt x="633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929;p49">
                <a:extLst>
                  <a:ext uri="{FF2B5EF4-FFF2-40B4-BE49-F238E27FC236}">
                    <a16:creationId xmlns:a16="http://schemas.microsoft.com/office/drawing/2014/main" id="{97AA0ED0-5655-E180-F6A9-6C9F768E4D1F}"/>
                  </a:ext>
                </a:extLst>
              </p:cNvPr>
              <p:cNvSpPr/>
              <p:nvPr/>
            </p:nvSpPr>
            <p:spPr>
              <a:xfrm>
                <a:off x="5030175" y="3960525"/>
                <a:ext cx="263725" cy="182700"/>
              </a:xfrm>
              <a:custGeom>
                <a:avLst/>
                <a:gdLst/>
                <a:ahLst/>
                <a:cxnLst/>
                <a:rect l="l" t="t" r="r" b="b"/>
                <a:pathLst>
                  <a:path w="10549" h="7308" extrusionOk="0">
                    <a:moveTo>
                      <a:pt x="5296" y="1"/>
                    </a:moveTo>
                    <a:cubicBezTo>
                      <a:pt x="4884" y="1"/>
                      <a:pt x="4470" y="58"/>
                      <a:pt x="4067" y="177"/>
                    </a:cubicBezTo>
                    <a:cubicBezTo>
                      <a:pt x="1085" y="1015"/>
                      <a:pt x="0" y="4293"/>
                      <a:pt x="493" y="6930"/>
                    </a:cubicBezTo>
                    <a:cubicBezTo>
                      <a:pt x="537" y="7148"/>
                      <a:pt x="735" y="7308"/>
                      <a:pt x="950" y="7308"/>
                    </a:cubicBezTo>
                    <a:cubicBezTo>
                      <a:pt x="979" y="7308"/>
                      <a:pt x="1007" y="7305"/>
                      <a:pt x="1035" y="7299"/>
                    </a:cubicBezTo>
                    <a:cubicBezTo>
                      <a:pt x="1282" y="7250"/>
                      <a:pt x="1454" y="7003"/>
                      <a:pt x="1405" y="6757"/>
                    </a:cubicBezTo>
                    <a:cubicBezTo>
                      <a:pt x="1011" y="4514"/>
                      <a:pt x="1873" y="1779"/>
                      <a:pt x="4313" y="1089"/>
                    </a:cubicBezTo>
                    <a:cubicBezTo>
                      <a:pt x="4637" y="1002"/>
                      <a:pt x="4966" y="958"/>
                      <a:pt x="5292" y="958"/>
                    </a:cubicBezTo>
                    <a:cubicBezTo>
                      <a:pt x="5983" y="958"/>
                      <a:pt x="6660" y="1155"/>
                      <a:pt x="7246" y="1557"/>
                    </a:cubicBezTo>
                    <a:cubicBezTo>
                      <a:pt x="8503" y="2420"/>
                      <a:pt x="9341" y="3775"/>
                      <a:pt x="9562" y="5278"/>
                    </a:cubicBezTo>
                    <a:cubicBezTo>
                      <a:pt x="9609" y="5532"/>
                      <a:pt x="9828" y="5700"/>
                      <a:pt x="10058" y="5700"/>
                    </a:cubicBezTo>
                    <a:cubicBezTo>
                      <a:pt x="10073" y="5700"/>
                      <a:pt x="10089" y="5699"/>
                      <a:pt x="10105" y="5697"/>
                    </a:cubicBezTo>
                    <a:lnTo>
                      <a:pt x="10154" y="5697"/>
                    </a:lnTo>
                    <a:cubicBezTo>
                      <a:pt x="10400" y="5623"/>
                      <a:pt x="10548" y="5402"/>
                      <a:pt x="10524" y="5155"/>
                    </a:cubicBezTo>
                    <a:cubicBezTo>
                      <a:pt x="10252" y="3381"/>
                      <a:pt x="9267" y="1779"/>
                      <a:pt x="7763" y="744"/>
                    </a:cubicBezTo>
                    <a:cubicBezTo>
                      <a:pt x="7027" y="259"/>
                      <a:pt x="6166" y="1"/>
                      <a:pt x="52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930;p49">
                <a:extLst>
                  <a:ext uri="{FF2B5EF4-FFF2-40B4-BE49-F238E27FC236}">
                    <a16:creationId xmlns:a16="http://schemas.microsoft.com/office/drawing/2014/main" id="{2FAA853D-8586-D588-1345-527102E51CD6}"/>
                  </a:ext>
                </a:extLst>
              </p:cNvPr>
              <p:cNvSpPr/>
              <p:nvPr/>
            </p:nvSpPr>
            <p:spPr>
              <a:xfrm>
                <a:off x="4772025" y="3927575"/>
                <a:ext cx="167600" cy="153475"/>
              </a:xfrm>
              <a:custGeom>
                <a:avLst/>
                <a:gdLst/>
                <a:ahLst/>
                <a:cxnLst/>
                <a:rect l="l" t="t" r="r" b="b"/>
                <a:pathLst>
                  <a:path w="6704" h="6139" extrusionOk="0">
                    <a:moveTo>
                      <a:pt x="3405" y="1"/>
                    </a:moveTo>
                    <a:cubicBezTo>
                      <a:pt x="3241" y="1"/>
                      <a:pt x="3075" y="14"/>
                      <a:pt x="2909" y="41"/>
                    </a:cubicBezTo>
                    <a:cubicBezTo>
                      <a:pt x="1282" y="263"/>
                      <a:pt x="0" y="2136"/>
                      <a:pt x="444" y="3590"/>
                    </a:cubicBezTo>
                    <a:cubicBezTo>
                      <a:pt x="600" y="5106"/>
                      <a:pt x="2028" y="6138"/>
                      <a:pt x="3430" y="6138"/>
                    </a:cubicBezTo>
                    <a:cubicBezTo>
                      <a:pt x="3577" y="6138"/>
                      <a:pt x="3724" y="6127"/>
                      <a:pt x="3870" y="6104"/>
                    </a:cubicBezTo>
                    <a:cubicBezTo>
                      <a:pt x="5545" y="5857"/>
                      <a:pt x="6704" y="4280"/>
                      <a:pt x="6433" y="2579"/>
                    </a:cubicBezTo>
                    <a:cubicBezTo>
                      <a:pt x="6189" y="1070"/>
                      <a:pt x="4885" y="1"/>
                      <a:pt x="34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931;p49">
                <a:extLst>
                  <a:ext uri="{FF2B5EF4-FFF2-40B4-BE49-F238E27FC236}">
                    <a16:creationId xmlns:a16="http://schemas.microsoft.com/office/drawing/2014/main" id="{A4692393-F411-3961-AE83-523E6CD83C36}"/>
                  </a:ext>
                </a:extLst>
              </p:cNvPr>
              <p:cNvSpPr/>
              <p:nvPr/>
            </p:nvSpPr>
            <p:spPr>
              <a:xfrm>
                <a:off x="5337000" y="3827575"/>
                <a:ext cx="168825" cy="153575"/>
              </a:xfrm>
              <a:custGeom>
                <a:avLst/>
                <a:gdLst/>
                <a:ahLst/>
                <a:cxnLst/>
                <a:rect l="l" t="t" r="r" b="b"/>
                <a:pathLst>
                  <a:path w="6753" h="6143" extrusionOk="0">
                    <a:moveTo>
                      <a:pt x="3355" y="0"/>
                    </a:moveTo>
                    <a:cubicBezTo>
                      <a:pt x="3175" y="0"/>
                      <a:pt x="2993" y="16"/>
                      <a:pt x="2810" y="49"/>
                    </a:cubicBezTo>
                    <a:cubicBezTo>
                      <a:pt x="1109" y="369"/>
                      <a:pt x="0" y="2020"/>
                      <a:pt x="345" y="3696"/>
                    </a:cubicBezTo>
                    <a:cubicBezTo>
                      <a:pt x="581" y="5003"/>
                      <a:pt x="1878" y="6142"/>
                      <a:pt x="3298" y="6142"/>
                    </a:cubicBezTo>
                    <a:cubicBezTo>
                      <a:pt x="3512" y="6142"/>
                      <a:pt x="3728" y="6117"/>
                      <a:pt x="3943" y="6062"/>
                    </a:cubicBezTo>
                    <a:cubicBezTo>
                      <a:pt x="5397" y="5939"/>
                      <a:pt x="6753" y="4164"/>
                      <a:pt x="6408" y="2464"/>
                    </a:cubicBezTo>
                    <a:cubicBezTo>
                      <a:pt x="6101" y="1018"/>
                      <a:pt x="4801" y="0"/>
                      <a:pt x="33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932;p49">
                <a:extLst>
                  <a:ext uri="{FF2B5EF4-FFF2-40B4-BE49-F238E27FC236}">
                    <a16:creationId xmlns:a16="http://schemas.microsoft.com/office/drawing/2014/main" id="{37CA6AE1-63F1-9BF0-7BDE-ECE6C58A523F}"/>
                  </a:ext>
                </a:extLst>
              </p:cNvPr>
              <p:cNvSpPr/>
              <p:nvPr/>
            </p:nvSpPr>
            <p:spPr>
              <a:xfrm>
                <a:off x="4154075" y="4476950"/>
                <a:ext cx="1204500" cy="856375"/>
              </a:xfrm>
              <a:custGeom>
                <a:avLst/>
                <a:gdLst/>
                <a:ahLst/>
                <a:cxnLst/>
                <a:rect l="l" t="t" r="r" b="b"/>
                <a:pathLst>
                  <a:path w="48180" h="34255" extrusionOk="0">
                    <a:moveTo>
                      <a:pt x="34157" y="1823"/>
                    </a:moveTo>
                    <a:cubicBezTo>
                      <a:pt x="34231" y="1872"/>
                      <a:pt x="34404" y="2168"/>
                      <a:pt x="34478" y="2316"/>
                    </a:cubicBezTo>
                    <a:cubicBezTo>
                      <a:pt x="35143" y="3573"/>
                      <a:pt x="35685" y="4608"/>
                      <a:pt x="36104" y="5446"/>
                    </a:cubicBezTo>
                    <a:cubicBezTo>
                      <a:pt x="37755" y="8600"/>
                      <a:pt x="37952" y="8995"/>
                      <a:pt x="39012" y="9438"/>
                    </a:cubicBezTo>
                    <a:cubicBezTo>
                      <a:pt x="39234" y="9549"/>
                      <a:pt x="39483" y="9604"/>
                      <a:pt x="39740" y="9604"/>
                    </a:cubicBezTo>
                    <a:cubicBezTo>
                      <a:pt x="39825" y="9604"/>
                      <a:pt x="39912" y="9598"/>
                      <a:pt x="39998" y="9586"/>
                    </a:cubicBezTo>
                    <a:cubicBezTo>
                      <a:pt x="40787" y="9389"/>
                      <a:pt x="40984" y="8378"/>
                      <a:pt x="41082" y="7762"/>
                    </a:cubicBezTo>
                    <a:cubicBezTo>
                      <a:pt x="41107" y="7614"/>
                      <a:pt x="41132" y="7491"/>
                      <a:pt x="41156" y="7393"/>
                    </a:cubicBezTo>
                    <a:cubicBezTo>
                      <a:pt x="41279" y="6826"/>
                      <a:pt x="41723" y="6358"/>
                      <a:pt x="42265" y="6185"/>
                    </a:cubicBezTo>
                    <a:cubicBezTo>
                      <a:pt x="42385" y="6158"/>
                      <a:pt x="42511" y="6145"/>
                      <a:pt x="42642" y="6145"/>
                    </a:cubicBezTo>
                    <a:cubicBezTo>
                      <a:pt x="43586" y="6145"/>
                      <a:pt x="44767" y="6828"/>
                      <a:pt x="45568" y="7910"/>
                    </a:cubicBezTo>
                    <a:cubicBezTo>
                      <a:pt x="46553" y="9192"/>
                      <a:pt x="46874" y="10868"/>
                      <a:pt x="46405" y="12174"/>
                    </a:cubicBezTo>
                    <a:cubicBezTo>
                      <a:pt x="46258" y="12740"/>
                      <a:pt x="45839" y="13184"/>
                      <a:pt x="45272" y="13357"/>
                    </a:cubicBezTo>
                    <a:cubicBezTo>
                      <a:pt x="45158" y="13388"/>
                      <a:pt x="45045" y="13401"/>
                      <a:pt x="44931" y="13401"/>
                    </a:cubicBezTo>
                    <a:cubicBezTo>
                      <a:pt x="44774" y="13401"/>
                      <a:pt x="44616" y="13375"/>
                      <a:pt x="44459" y="13332"/>
                    </a:cubicBezTo>
                    <a:cubicBezTo>
                      <a:pt x="44064" y="13184"/>
                      <a:pt x="43695" y="13036"/>
                      <a:pt x="43325" y="12864"/>
                    </a:cubicBezTo>
                    <a:cubicBezTo>
                      <a:pt x="43121" y="12762"/>
                      <a:pt x="42905" y="12707"/>
                      <a:pt x="42685" y="12707"/>
                    </a:cubicBezTo>
                    <a:cubicBezTo>
                      <a:pt x="42587" y="12707"/>
                      <a:pt x="42488" y="12718"/>
                      <a:pt x="42388" y="12740"/>
                    </a:cubicBezTo>
                    <a:cubicBezTo>
                      <a:pt x="41994" y="12839"/>
                      <a:pt x="41674" y="13135"/>
                      <a:pt x="41526" y="13529"/>
                    </a:cubicBezTo>
                    <a:cubicBezTo>
                      <a:pt x="41230" y="14293"/>
                      <a:pt x="41279" y="15131"/>
                      <a:pt x="41674" y="15870"/>
                    </a:cubicBezTo>
                    <a:cubicBezTo>
                      <a:pt x="42117" y="16684"/>
                      <a:pt x="42487" y="17398"/>
                      <a:pt x="42832" y="18014"/>
                    </a:cubicBezTo>
                    <a:lnTo>
                      <a:pt x="42980" y="18310"/>
                    </a:lnTo>
                    <a:cubicBezTo>
                      <a:pt x="44237" y="20676"/>
                      <a:pt x="44631" y="21440"/>
                      <a:pt x="44754" y="21686"/>
                    </a:cubicBezTo>
                    <a:lnTo>
                      <a:pt x="44804" y="21785"/>
                    </a:lnTo>
                    <a:cubicBezTo>
                      <a:pt x="44828" y="21810"/>
                      <a:pt x="44853" y="21834"/>
                      <a:pt x="44853" y="21883"/>
                    </a:cubicBezTo>
                    <a:cubicBezTo>
                      <a:pt x="44976" y="22081"/>
                      <a:pt x="44951" y="22155"/>
                      <a:pt x="44951" y="22204"/>
                    </a:cubicBezTo>
                    <a:cubicBezTo>
                      <a:pt x="44927" y="22302"/>
                      <a:pt x="44730" y="22401"/>
                      <a:pt x="44459" y="22549"/>
                    </a:cubicBezTo>
                    <a:lnTo>
                      <a:pt x="25211" y="32752"/>
                    </a:lnTo>
                    <a:cubicBezTo>
                      <a:pt x="25039" y="32850"/>
                      <a:pt x="24866" y="32949"/>
                      <a:pt x="24669" y="32998"/>
                    </a:cubicBezTo>
                    <a:cubicBezTo>
                      <a:pt x="24647" y="33004"/>
                      <a:pt x="24628" y="33009"/>
                      <a:pt x="24608" y="33009"/>
                    </a:cubicBezTo>
                    <a:cubicBezTo>
                      <a:pt x="24539" y="33009"/>
                      <a:pt x="24466" y="32943"/>
                      <a:pt x="24275" y="32579"/>
                    </a:cubicBezTo>
                    <a:cubicBezTo>
                      <a:pt x="21860" y="28020"/>
                      <a:pt x="20011" y="24520"/>
                      <a:pt x="18582" y="21834"/>
                    </a:cubicBezTo>
                    <a:lnTo>
                      <a:pt x="18582" y="21834"/>
                    </a:lnTo>
                    <a:cubicBezTo>
                      <a:pt x="19645" y="22047"/>
                      <a:pt x="20728" y="22152"/>
                      <a:pt x="21810" y="22152"/>
                    </a:cubicBezTo>
                    <a:cubicBezTo>
                      <a:pt x="22859" y="22152"/>
                      <a:pt x="23909" y="22053"/>
                      <a:pt x="24940" y="21859"/>
                    </a:cubicBezTo>
                    <a:cubicBezTo>
                      <a:pt x="25236" y="21785"/>
                      <a:pt x="25532" y="21711"/>
                      <a:pt x="25827" y="21637"/>
                    </a:cubicBezTo>
                    <a:cubicBezTo>
                      <a:pt x="27676" y="21046"/>
                      <a:pt x="28982" y="19912"/>
                      <a:pt x="29302" y="18606"/>
                    </a:cubicBezTo>
                    <a:cubicBezTo>
                      <a:pt x="29499" y="17743"/>
                      <a:pt x="29376" y="16462"/>
                      <a:pt x="27700" y="15082"/>
                    </a:cubicBezTo>
                    <a:lnTo>
                      <a:pt x="27972" y="15008"/>
                    </a:lnTo>
                    <a:cubicBezTo>
                      <a:pt x="28785" y="14786"/>
                      <a:pt x="30288" y="14392"/>
                      <a:pt x="31151" y="12888"/>
                    </a:cubicBezTo>
                    <a:cubicBezTo>
                      <a:pt x="31890" y="11631"/>
                      <a:pt x="31594" y="10301"/>
                      <a:pt x="30387" y="9340"/>
                    </a:cubicBezTo>
                    <a:cubicBezTo>
                      <a:pt x="30313" y="9290"/>
                      <a:pt x="30263" y="9241"/>
                      <a:pt x="30190" y="9192"/>
                    </a:cubicBezTo>
                    <a:lnTo>
                      <a:pt x="30091" y="9142"/>
                    </a:lnTo>
                    <a:cubicBezTo>
                      <a:pt x="30880" y="8847"/>
                      <a:pt x="32161" y="8231"/>
                      <a:pt x="32629" y="7072"/>
                    </a:cubicBezTo>
                    <a:cubicBezTo>
                      <a:pt x="32974" y="5988"/>
                      <a:pt x="32851" y="4830"/>
                      <a:pt x="32235" y="3869"/>
                    </a:cubicBezTo>
                    <a:cubicBezTo>
                      <a:pt x="32038" y="3597"/>
                      <a:pt x="31841" y="3326"/>
                      <a:pt x="31619" y="3105"/>
                    </a:cubicBezTo>
                    <a:lnTo>
                      <a:pt x="33664" y="2020"/>
                    </a:lnTo>
                    <a:cubicBezTo>
                      <a:pt x="33812" y="1946"/>
                      <a:pt x="33935" y="1872"/>
                      <a:pt x="34083" y="1823"/>
                    </a:cubicBezTo>
                    <a:close/>
                    <a:moveTo>
                      <a:pt x="22382" y="1"/>
                    </a:moveTo>
                    <a:cubicBezTo>
                      <a:pt x="20524" y="1"/>
                      <a:pt x="18562" y="306"/>
                      <a:pt x="16635" y="1034"/>
                    </a:cubicBezTo>
                    <a:cubicBezTo>
                      <a:pt x="16438" y="1108"/>
                      <a:pt x="16266" y="1232"/>
                      <a:pt x="16118" y="1379"/>
                    </a:cubicBezTo>
                    <a:cubicBezTo>
                      <a:pt x="16068" y="1453"/>
                      <a:pt x="16019" y="1552"/>
                      <a:pt x="15994" y="1626"/>
                    </a:cubicBezTo>
                    <a:cubicBezTo>
                      <a:pt x="15970" y="1774"/>
                      <a:pt x="16044" y="1946"/>
                      <a:pt x="16142" y="2020"/>
                    </a:cubicBezTo>
                    <a:cubicBezTo>
                      <a:pt x="16289" y="2114"/>
                      <a:pt x="16451" y="2157"/>
                      <a:pt x="16611" y="2157"/>
                    </a:cubicBezTo>
                    <a:cubicBezTo>
                      <a:pt x="16746" y="2157"/>
                      <a:pt x="16881" y="2126"/>
                      <a:pt x="17005" y="2070"/>
                    </a:cubicBezTo>
                    <a:cubicBezTo>
                      <a:pt x="18759" y="1407"/>
                      <a:pt x="20598" y="1076"/>
                      <a:pt x="22430" y="1076"/>
                    </a:cubicBezTo>
                    <a:cubicBezTo>
                      <a:pt x="24689" y="1076"/>
                      <a:pt x="26938" y="1580"/>
                      <a:pt x="29007" y="2587"/>
                    </a:cubicBezTo>
                    <a:cubicBezTo>
                      <a:pt x="29154" y="2661"/>
                      <a:pt x="29302" y="2735"/>
                      <a:pt x="29426" y="2809"/>
                    </a:cubicBezTo>
                    <a:cubicBezTo>
                      <a:pt x="29647" y="2932"/>
                      <a:pt x="29844" y="3055"/>
                      <a:pt x="30042" y="3203"/>
                    </a:cubicBezTo>
                    <a:cubicBezTo>
                      <a:pt x="30239" y="3326"/>
                      <a:pt x="30411" y="3474"/>
                      <a:pt x="30584" y="3622"/>
                    </a:cubicBezTo>
                    <a:cubicBezTo>
                      <a:pt x="31348" y="4287"/>
                      <a:pt x="31742" y="5076"/>
                      <a:pt x="31742" y="5840"/>
                    </a:cubicBezTo>
                    <a:cubicBezTo>
                      <a:pt x="31717" y="6752"/>
                      <a:pt x="31151" y="7565"/>
                      <a:pt x="30313" y="7910"/>
                    </a:cubicBezTo>
                    <a:cubicBezTo>
                      <a:pt x="29839" y="8136"/>
                      <a:pt x="29302" y="8258"/>
                      <a:pt x="28780" y="8258"/>
                    </a:cubicBezTo>
                    <a:cubicBezTo>
                      <a:pt x="28732" y="8258"/>
                      <a:pt x="28684" y="8257"/>
                      <a:pt x="28637" y="8255"/>
                    </a:cubicBezTo>
                    <a:cubicBezTo>
                      <a:pt x="28366" y="8255"/>
                      <a:pt x="28095" y="8280"/>
                      <a:pt x="27824" y="8378"/>
                    </a:cubicBezTo>
                    <a:lnTo>
                      <a:pt x="27799" y="8378"/>
                    </a:lnTo>
                    <a:cubicBezTo>
                      <a:pt x="27602" y="8477"/>
                      <a:pt x="27503" y="8650"/>
                      <a:pt x="27479" y="8847"/>
                    </a:cubicBezTo>
                    <a:cubicBezTo>
                      <a:pt x="27479" y="8871"/>
                      <a:pt x="27503" y="8921"/>
                      <a:pt x="27503" y="8945"/>
                    </a:cubicBezTo>
                    <a:cubicBezTo>
                      <a:pt x="27553" y="9118"/>
                      <a:pt x="27651" y="9241"/>
                      <a:pt x="27799" y="9290"/>
                    </a:cubicBezTo>
                    <a:cubicBezTo>
                      <a:pt x="27922" y="9340"/>
                      <a:pt x="28070" y="9389"/>
                      <a:pt x="28218" y="9438"/>
                    </a:cubicBezTo>
                    <a:cubicBezTo>
                      <a:pt x="28538" y="9537"/>
                      <a:pt x="28834" y="9635"/>
                      <a:pt x="29130" y="9783"/>
                    </a:cubicBezTo>
                    <a:cubicBezTo>
                      <a:pt x="29352" y="9906"/>
                      <a:pt x="29573" y="10054"/>
                      <a:pt x="29771" y="10227"/>
                    </a:cubicBezTo>
                    <a:cubicBezTo>
                      <a:pt x="29820" y="10276"/>
                      <a:pt x="29869" y="10301"/>
                      <a:pt x="29894" y="10350"/>
                    </a:cubicBezTo>
                    <a:cubicBezTo>
                      <a:pt x="30387" y="10818"/>
                      <a:pt x="30559" y="11508"/>
                      <a:pt x="30313" y="12149"/>
                    </a:cubicBezTo>
                    <a:cubicBezTo>
                      <a:pt x="30017" y="12888"/>
                      <a:pt x="29228" y="13455"/>
                      <a:pt x="28045" y="13800"/>
                    </a:cubicBezTo>
                    <a:cubicBezTo>
                      <a:pt x="27355" y="13973"/>
                      <a:pt x="26641" y="14071"/>
                      <a:pt x="25926" y="14096"/>
                    </a:cubicBezTo>
                    <a:cubicBezTo>
                      <a:pt x="25433" y="14121"/>
                      <a:pt x="25285" y="14392"/>
                      <a:pt x="25261" y="14490"/>
                    </a:cubicBezTo>
                    <a:cubicBezTo>
                      <a:pt x="25211" y="14712"/>
                      <a:pt x="25285" y="14934"/>
                      <a:pt x="25482" y="15057"/>
                    </a:cubicBezTo>
                    <a:cubicBezTo>
                      <a:pt x="25655" y="15156"/>
                      <a:pt x="25852" y="15254"/>
                      <a:pt x="26074" y="15353"/>
                    </a:cubicBezTo>
                    <a:cubicBezTo>
                      <a:pt x="26296" y="15476"/>
                      <a:pt x="26518" y="15575"/>
                      <a:pt x="26641" y="15673"/>
                    </a:cubicBezTo>
                    <a:cubicBezTo>
                      <a:pt x="27799" y="16314"/>
                      <a:pt x="28390" y="17275"/>
                      <a:pt x="28243" y="18211"/>
                    </a:cubicBezTo>
                    <a:cubicBezTo>
                      <a:pt x="28045" y="19444"/>
                      <a:pt x="26641" y="20429"/>
                      <a:pt x="24373" y="20873"/>
                    </a:cubicBezTo>
                    <a:cubicBezTo>
                      <a:pt x="23490" y="21036"/>
                      <a:pt x="22598" y="21119"/>
                      <a:pt x="21706" y="21119"/>
                    </a:cubicBezTo>
                    <a:cubicBezTo>
                      <a:pt x="20434" y="21119"/>
                      <a:pt x="19163" y="20950"/>
                      <a:pt x="17917" y="20602"/>
                    </a:cubicBezTo>
                    <a:cubicBezTo>
                      <a:pt x="17646" y="20553"/>
                      <a:pt x="17375" y="20479"/>
                      <a:pt x="17103" y="20380"/>
                    </a:cubicBezTo>
                    <a:cubicBezTo>
                      <a:pt x="16832" y="20306"/>
                      <a:pt x="16537" y="20208"/>
                      <a:pt x="16266" y="20109"/>
                    </a:cubicBezTo>
                    <a:lnTo>
                      <a:pt x="16093" y="20060"/>
                    </a:lnTo>
                    <a:cubicBezTo>
                      <a:pt x="12421" y="18729"/>
                      <a:pt x="9094" y="16560"/>
                      <a:pt x="6432" y="13726"/>
                    </a:cubicBezTo>
                    <a:cubicBezTo>
                      <a:pt x="986" y="7984"/>
                      <a:pt x="1306" y="3597"/>
                      <a:pt x="1479" y="1478"/>
                    </a:cubicBezTo>
                    <a:cubicBezTo>
                      <a:pt x="1528" y="1084"/>
                      <a:pt x="1528" y="689"/>
                      <a:pt x="1454" y="320"/>
                    </a:cubicBezTo>
                    <a:cubicBezTo>
                      <a:pt x="1405" y="147"/>
                      <a:pt x="1257" y="49"/>
                      <a:pt x="1109" y="49"/>
                    </a:cubicBezTo>
                    <a:cubicBezTo>
                      <a:pt x="1087" y="44"/>
                      <a:pt x="1066" y="42"/>
                      <a:pt x="1044" y="42"/>
                    </a:cubicBezTo>
                    <a:cubicBezTo>
                      <a:pt x="943" y="42"/>
                      <a:pt x="845" y="86"/>
                      <a:pt x="764" y="147"/>
                    </a:cubicBezTo>
                    <a:cubicBezTo>
                      <a:pt x="469" y="443"/>
                      <a:pt x="395" y="1207"/>
                      <a:pt x="370" y="1897"/>
                    </a:cubicBezTo>
                    <a:lnTo>
                      <a:pt x="370" y="2094"/>
                    </a:lnTo>
                    <a:cubicBezTo>
                      <a:pt x="0" y="6579"/>
                      <a:pt x="2711" y="11927"/>
                      <a:pt x="7418" y="16092"/>
                    </a:cubicBezTo>
                    <a:cubicBezTo>
                      <a:pt x="10154" y="18581"/>
                      <a:pt x="13431" y="20405"/>
                      <a:pt x="16980" y="21465"/>
                    </a:cubicBezTo>
                    <a:cubicBezTo>
                      <a:pt x="18459" y="24274"/>
                      <a:pt x="20480" y="28069"/>
                      <a:pt x="23191" y="33171"/>
                    </a:cubicBezTo>
                    <a:cubicBezTo>
                      <a:pt x="23363" y="33516"/>
                      <a:pt x="23757" y="34255"/>
                      <a:pt x="24595" y="34255"/>
                    </a:cubicBezTo>
                    <a:cubicBezTo>
                      <a:pt x="24718" y="34255"/>
                      <a:pt x="24817" y="34255"/>
                      <a:pt x="24940" y="34206"/>
                    </a:cubicBezTo>
                    <a:cubicBezTo>
                      <a:pt x="25236" y="34132"/>
                      <a:pt x="25507" y="34008"/>
                      <a:pt x="25778" y="33861"/>
                    </a:cubicBezTo>
                    <a:lnTo>
                      <a:pt x="44804" y="23756"/>
                    </a:lnTo>
                    <a:lnTo>
                      <a:pt x="45001" y="23658"/>
                    </a:lnTo>
                    <a:cubicBezTo>
                      <a:pt x="45420" y="23461"/>
                      <a:pt x="45913" y="23190"/>
                      <a:pt x="46110" y="22549"/>
                    </a:cubicBezTo>
                    <a:cubicBezTo>
                      <a:pt x="46233" y="22105"/>
                      <a:pt x="46159" y="21637"/>
                      <a:pt x="45913" y="21267"/>
                    </a:cubicBezTo>
                    <a:lnTo>
                      <a:pt x="45839" y="21144"/>
                    </a:lnTo>
                    <a:cubicBezTo>
                      <a:pt x="45641" y="20750"/>
                      <a:pt x="45050" y="19616"/>
                      <a:pt x="44040" y="17768"/>
                    </a:cubicBezTo>
                    <a:lnTo>
                      <a:pt x="43892" y="17472"/>
                    </a:lnTo>
                    <a:cubicBezTo>
                      <a:pt x="43571" y="16856"/>
                      <a:pt x="43177" y="16141"/>
                      <a:pt x="42733" y="15328"/>
                    </a:cubicBezTo>
                    <a:cubicBezTo>
                      <a:pt x="42536" y="14934"/>
                      <a:pt x="42487" y="14490"/>
                      <a:pt x="42635" y="14071"/>
                    </a:cubicBezTo>
                    <a:cubicBezTo>
                      <a:pt x="42635" y="14047"/>
                      <a:pt x="42659" y="13997"/>
                      <a:pt x="42684" y="13973"/>
                    </a:cubicBezTo>
                    <a:cubicBezTo>
                      <a:pt x="42709" y="13997"/>
                      <a:pt x="42733" y="13997"/>
                      <a:pt x="42783" y="14022"/>
                    </a:cubicBezTo>
                    <a:cubicBezTo>
                      <a:pt x="43202" y="14219"/>
                      <a:pt x="43621" y="14392"/>
                      <a:pt x="44064" y="14540"/>
                    </a:cubicBezTo>
                    <a:cubicBezTo>
                      <a:pt x="44360" y="14628"/>
                      <a:pt x="44665" y="14673"/>
                      <a:pt x="44967" y="14673"/>
                    </a:cubicBezTo>
                    <a:cubicBezTo>
                      <a:pt x="45169" y="14673"/>
                      <a:pt x="45370" y="14653"/>
                      <a:pt x="45568" y="14613"/>
                    </a:cubicBezTo>
                    <a:cubicBezTo>
                      <a:pt x="46479" y="14392"/>
                      <a:pt x="47194" y="13677"/>
                      <a:pt x="47564" y="12617"/>
                    </a:cubicBezTo>
                    <a:cubicBezTo>
                      <a:pt x="48180" y="10941"/>
                      <a:pt x="47761" y="8797"/>
                      <a:pt x="46553" y="7171"/>
                    </a:cubicBezTo>
                    <a:cubicBezTo>
                      <a:pt x="45502" y="5783"/>
                      <a:pt x="43983" y="4897"/>
                      <a:pt x="42642" y="4897"/>
                    </a:cubicBezTo>
                    <a:cubicBezTo>
                      <a:pt x="42411" y="4897"/>
                      <a:pt x="42186" y="4923"/>
                      <a:pt x="41969" y="4978"/>
                    </a:cubicBezTo>
                    <a:cubicBezTo>
                      <a:pt x="40984" y="5199"/>
                      <a:pt x="40269" y="5939"/>
                      <a:pt x="39973" y="7023"/>
                    </a:cubicBezTo>
                    <a:cubicBezTo>
                      <a:pt x="39924" y="7146"/>
                      <a:pt x="39899" y="7319"/>
                      <a:pt x="39875" y="7516"/>
                    </a:cubicBezTo>
                    <a:cubicBezTo>
                      <a:pt x="39825" y="7787"/>
                      <a:pt x="39751" y="8083"/>
                      <a:pt x="39653" y="8354"/>
                    </a:cubicBezTo>
                    <a:cubicBezTo>
                      <a:pt x="39579" y="8329"/>
                      <a:pt x="39530" y="8305"/>
                      <a:pt x="39480" y="8280"/>
                    </a:cubicBezTo>
                    <a:cubicBezTo>
                      <a:pt x="38889" y="8033"/>
                      <a:pt x="38790" y="7935"/>
                      <a:pt x="37188" y="4854"/>
                    </a:cubicBezTo>
                    <a:cubicBezTo>
                      <a:pt x="36745" y="4016"/>
                      <a:pt x="36227" y="2981"/>
                      <a:pt x="35537" y="1700"/>
                    </a:cubicBezTo>
                    <a:cubicBezTo>
                      <a:pt x="35321" y="1288"/>
                      <a:pt x="34933" y="572"/>
                      <a:pt x="34139" y="572"/>
                    </a:cubicBezTo>
                    <a:cubicBezTo>
                      <a:pt x="34030" y="572"/>
                      <a:pt x="33913" y="586"/>
                      <a:pt x="33788" y="616"/>
                    </a:cubicBezTo>
                    <a:cubicBezTo>
                      <a:pt x="33516" y="689"/>
                      <a:pt x="33295" y="788"/>
                      <a:pt x="33073" y="936"/>
                    </a:cubicBezTo>
                    <a:cubicBezTo>
                      <a:pt x="32087" y="1453"/>
                      <a:pt x="31249" y="1872"/>
                      <a:pt x="30535" y="2242"/>
                    </a:cubicBezTo>
                    <a:cubicBezTo>
                      <a:pt x="28658" y="965"/>
                      <a:pt x="25683" y="1"/>
                      <a:pt x="223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 name="Google Shape;933;p49">
              <a:extLst>
                <a:ext uri="{FF2B5EF4-FFF2-40B4-BE49-F238E27FC236}">
                  <a16:creationId xmlns:a16="http://schemas.microsoft.com/office/drawing/2014/main" id="{BE272AAA-7F54-AD8E-F059-69306ED7F358}"/>
                </a:ext>
              </a:extLst>
            </p:cNvPr>
            <p:cNvGrpSpPr/>
            <p:nvPr/>
          </p:nvGrpSpPr>
          <p:grpSpPr>
            <a:xfrm rot="-9141534" flipH="1">
              <a:off x="7264057" y="3310605"/>
              <a:ext cx="690387" cy="956404"/>
              <a:chOff x="225675" y="2827425"/>
              <a:chExt cx="480775" cy="666025"/>
            </a:xfrm>
          </p:grpSpPr>
          <p:sp>
            <p:nvSpPr>
              <p:cNvPr id="37" name="Google Shape;934;p49">
                <a:extLst>
                  <a:ext uri="{FF2B5EF4-FFF2-40B4-BE49-F238E27FC236}">
                    <a16:creationId xmlns:a16="http://schemas.microsoft.com/office/drawing/2014/main" id="{46B995A9-66ED-8CF9-F4E3-E3830C0E3700}"/>
                  </a:ext>
                </a:extLst>
              </p:cNvPr>
              <p:cNvSpPr/>
              <p:nvPr/>
            </p:nvSpPr>
            <p:spPr>
              <a:xfrm>
                <a:off x="274750" y="3074425"/>
                <a:ext cx="107275" cy="50525"/>
              </a:xfrm>
              <a:custGeom>
                <a:avLst/>
                <a:gdLst/>
                <a:ahLst/>
                <a:cxnLst/>
                <a:rect l="l" t="t" r="r" b="b"/>
                <a:pathLst>
                  <a:path w="4291" h="2021" extrusionOk="0">
                    <a:moveTo>
                      <a:pt x="308" y="0"/>
                    </a:moveTo>
                    <a:cubicBezTo>
                      <a:pt x="254" y="0"/>
                      <a:pt x="214" y="26"/>
                      <a:pt x="181" y="83"/>
                    </a:cubicBezTo>
                    <a:cubicBezTo>
                      <a:pt x="0" y="422"/>
                      <a:pt x="1759" y="2020"/>
                      <a:pt x="3458" y="2020"/>
                    </a:cubicBezTo>
                    <a:cubicBezTo>
                      <a:pt x="3678" y="2020"/>
                      <a:pt x="3897" y="1993"/>
                      <a:pt x="4111" y="1933"/>
                    </a:cubicBezTo>
                    <a:cubicBezTo>
                      <a:pt x="4290" y="1882"/>
                      <a:pt x="4277" y="1614"/>
                      <a:pt x="4086" y="1576"/>
                    </a:cubicBezTo>
                    <a:cubicBezTo>
                      <a:pt x="3435" y="1474"/>
                      <a:pt x="2810" y="1269"/>
                      <a:pt x="2210" y="976"/>
                    </a:cubicBezTo>
                    <a:cubicBezTo>
                      <a:pt x="975" y="415"/>
                      <a:pt x="524" y="0"/>
                      <a:pt x="30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935;p49">
                <a:extLst>
                  <a:ext uri="{FF2B5EF4-FFF2-40B4-BE49-F238E27FC236}">
                    <a16:creationId xmlns:a16="http://schemas.microsoft.com/office/drawing/2014/main" id="{7E22A6F2-6DB3-A01E-6C2D-17FC9F1EDDC0}"/>
                  </a:ext>
                </a:extLst>
              </p:cNvPr>
              <p:cNvSpPr/>
              <p:nvPr/>
            </p:nvSpPr>
            <p:spPr>
              <a:xfrm>
                <a:off x="439275" y="2950675"/>
                <a:ext cx="41625" cy="138075"/>
              </a:xfrm>
              <a:custGeom>
                <a:avLst/>
                <a:gdLst/>
                <a:ahLst/>
                <a:cxnLst/>
                <a:rect l="l" t="t" r="r" b="b"/>
                <a:pathLst>
                  <a:path w="1665" h="5523" extrusionOk="0">
                    <a:moveTo>
                      <a:pt x="387" y="0"/>
                    </a:moveTo>
                    <a:cubicBezTo>
                      <a:pt x="285" y="0"/>
                      <a:pt x="188" y="99"/>
                      <a:pt x="223" y="222"/>
                    </a:cubicBezTo>
                    <a:cubicBezTo>
                      <a:pt x="414" y="949"/>
                      <a:pt x="542" y="1689"/>
                      <a:pt x="606" y="2430"/>
                    </a:cubicBezTo>
                    <a:lnTo>
                      <a:pt x="593" y="2749"/>
                    </a:lnTo>
                    <a:cubicBezTo>
                      <a:pt x="606" y="3648"/>
                      <a:pt x="53" y="5275"/>
                      <a:pt x="44" y="5275"/>
                    </a:cubicBezTo>
                    <a:cubicBezTo>
                      <a:pt x="44" y="5275"/>
                      <a:pt x="44" y="5275"/>
                      <a:pt x="44" y="5275"/>
                    </a:cubicBezTo>
                    <a:lnTo>
                      <a:pt x="44" y="5275"/>
                    </a:lnTo>
                    <a:cubicBezTo>
                      <a:pt x="1" y="5414"/>
                      <a:pt x="110" y="5523"/>
                      <a:pt x="225" y="5523"/>
                    </a:cubicBezTo>
                    <a:cubicBezTo>
                      <a:pt x="280" y="5523"/>
                      <a:pt x="335" y="5498"/>
                      <a:pt x="376" y="5441"/>
                    </a:cubicBezTo>
                    <a:cubicBezTo>
                      <a:pt x="1665" y="3616"/>
                      <a:pt x="1563" y="1358"/>
                      <a:pt x="516" y="69"/>
                    </a:cubicBezTo>
                    <a:cubicBezTo>
                      <a:pt x="481" y="21"/>
                      <a:pt x="433" y="0"/>
                      <a:pt x="3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936;p49">
                <a:extLst>
                  <a:ext uri="{FF2B5EF4-FFF2-40B4-BE49-F238E27FC236}">
                    <a16:creationId xmlns:a16="http://schemas.microsoft.com/office/drawing/2014/main" id="{FFD59883-C93C-BAEC-2649-20E79A5C8EFA}"/>
                  </a:ext>
                </a:extLst>
              </p:cNvPr>
              <p:cNvSpPr/>
              <p:nvPr/>
            </p:nvSpPr>
            <p:spPr>
              <a:xfrm>
                <a:off x="351650" y="3307125"/>
                <a:ext cx="184375" cy="53850"/>
              </a:xfrm>
              <a:custGeom>
                <a:avLst/>
                <a:gdLst/>
                <a:ahLst/>
                <a:cxnLst/>
                <a:rect l="l" t="t" r="r" b="b"/>
                <a:pathLst>
                  <a:path w="7375" h="2154" extrusionOk="0">
                    <a:moveTo>
                      <a:pt x="243" y="1"/>
                    </a:moveTo>
                    <a:cubicBezTo>
                      <a:pt x="103" y="1"/>
                      <a:pt x="1" y="178"/>
                      <a:pt x="117" y="294"/>
                    </a:cubicBezTo>
                    <a:lnTo>
                      <a:pt x="117" y="307"/>
                    </a:lnTo>
                    <a:cubicBezTo>
                      <a:pt x="1223" y="1395"/>
                      <a:pt x="2934" y="2153"/>
                      <a:pt x="4770" y="2153"/>
                    </a:cubicBezTo>
                    <a:cubicBezTo>
                      <a:pt x="5561" y="2153"/>
                      <a:pt x="6375" y="2013"/>
                      <a:pt x="7173" y="1698"/>
                    </a:cubicBezTo>
                    <a:cubicBezTo>
                      <a:pt x="7374" y="1615"/>
                      <a:pt x="7312" y="1335"/>
                      <a:pt x="7119" y="1335"/>
                    </a:cubicBezTo>
                    <a:cubicBezTo>
                      <a:pt x="7104" y="1335"/>
                      <a:pt x="7088" y="1337"/>
                      <a:pt x="7071" y="1341"/>
                    </a:cubicBezTo>
                    <a:cubicBezTo>
                      <a:pt x="6261" y="1444"/>
                      <a:pt x="5931" y="1488"/>
                      <a:pt x="5495" y="1488"/>
                    </a:cubicBezTo>
                    <a:cubicBezTo>
                      <a:pt x="5231" y="1488"/>
                      <a:pt x="4928" y="1472"/>
                      <a:pt x="4455" y="1443"/>
                    </a:cubicBezTo>
                    <a:cubicBezTo>
                      <a:pt x="4162" y="1404"/>
                      <a:pt x="3881" y="1379"/>
                      <a:pt x="3600" y="1302"/>
                    </a:cubicBezTo>
                    <a:cubicBezTo>
                      <a:pt x="2439" y="1060"/>
                      <a:pt x="1342" y="626"/>
                      <a:pt x="334" y="26"/>
                    </a:cubicBezTo>
                    <a:cubicBezTo>
                      <a:pt x="303" y="9"/>
                      <a:pt x="272" y="1"/>
                      <a:pt x="2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937;p49">
                <a:extLst>
                  <a:ext uri="{FF2B5EF4-FFF2-40B4-BE49-F238E27FC236}">
                    <a16:creationId xmlns:a16="http://schemas.microsoft.com/office/drawing/2014/main" id="{F1065044-AF91-32CC-728A-1AC70F39470B}"/>
                  </a:ext>
                </a:extLst>
              </p:cNvPr>
              <p:cNvSpPr/>
              <p:nvPr/>
            </p:nvSpPr>
            <p:spPr>
              <a:xfrm>
                <a:off x="603250" y="3121150"/>
                <a:ext cx="71950" cy="178200"/>
              </a:xfrm>
              <a:custGeom>
                <a:avLst/>
                <a:gdLst/>
                <a:ahLst/>
                <a:cxnLst/>
                <a:rect l="l" t="t" r="r" b="b"/>
                <a:pathLst>
                  <a:path w="2878" h="7128" extrusionOk="0">
                    <a:moveTo>
                      <a:pt x="1727" y="0"/>
                    </a:moveTo>
                    <a:cubicBezTo>
                      <a:pt x="1707" y="0"/>
                      <a:pt x="1685" y="4"/>
                      <a:pt x="1665" y="13"/>
                    </a:cubicBezTo>
                    <a:cubicBezTo>
                      <a:pt x="1576" y="38"/>
                      <a:pt x="1525" y="128"/>
                      <a:pt x="1537" y="217"/>
                    </a:cubicBezTo>
                    <a:cubicBezTo>
                      <a:pt x="1627" y="791"/>
                      <a:pt x="1652" y="1378"/>
                      <a:pt x="1639" y="1953"/>
                    </a:cubicBezTo>
                    <a:cubicBezTo>
                      <a:pt x="1663" y="4331"/>
                      <a:pt x="109" y="6821"/>
                      <a:pt x="48" y="6886"/>
                    </a:cubicBezTo>
                    <a:lnTo>
                      <a:pt x="48" y="6886"/>
                    </a:lnTo>
                    <a:cubicBezTo>
                      <a:pt x="51" y="6879"/>
                      <a:pt x="54" y="6872"/>
                      <a:pt x="57" y="6865"/>
                    </a:cubicBezTo>
                    <a:lnTo>
                      <a:pt x="57" y="6865"/>
                    </a:lnTo>
                    <a:cubicBezTo>
                      <a:pt x="49" y="6880"/>
                      <a:pt x="45" y="6888"/>
                      <a:pt x="46" y="6888"/>
                    </a:cubicBezTo>
                    <a:cubicBezTo>
                      <a:pt x="47" y="6888"/>
                      <a:pt x="47" y="6887"/>
                      <a:pt x="48" y="6886"/>
                    </a:cubicBezTo>
                    <a:lnTo>
                      <a:pt x="48" y="6886"/>
                    </a:lnTo>
                    <a:cubicBezTo>
                      <a:pt x="1" y="7013"/>
                      <a:pt x="102" y="7127"/>
                      <a:pt x="213" y="7127"/>
                    </a:cubicBezTo>
                    <a:cubicBezTo>
                      <a:pt x="251" y="7127"/>
                      <a:pt x="290" y="7114"/>
                      <a:pt x="325" y="7082"/>
                    </a:cubicBezTo>
                    <a:cubicBezTo>
                      <a:pt x="1920" y="5538"/>
                      <a:pt x="2877" y="2718"/>
                      <a:pt x="1895" y="115"/>
                    </a:cubicBezTo>
                    <a:cubicBezTo>
                      <a:pt x="1865" y="46"/>
                      <a:pt x="1798" y="0"/>
                      <a:pt x="17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938;p49">
                <a:extLst>
                  <a:ext uri="{FF2B5EF4-FFF2-40B4-BE49-F238E27FC236}">
                    <a16:creationId xmlns:a16="http://schemas.microsoft.com/office/drawing/2014/main" id="{734E8FD6-4622-CEE4-5B8D-DFA2D998943F}"/>
                  </a:ext>
                </a:extLst>
              </p:cNvPr>
              <p:cNvSpPr/>
              <p:nvPr/>
            </p:nvSpPr>
            <p:spPr>
              <a:xfrm>
                <a:off x="369225" y="3226625"/>
                <a:ext cx="107950" cy="38250"/>
              </a:xfrm>
              <a:custGeom>
                <a:avLst/>
                <a:gdLst/>
                <a:ahLst/>
                <a:cxnLst/>
                <a:rect l="l" t="t" r="r" b="b"/>
                <a:pathLst>
                  <a:path w="4318" h="1530" extrusionOk="0">
                    <a:moveTo>
                      <a:pt x="154" y="0"/>
                    </a:moveTo>
                    <a:cubicBezTo>
                      <a:pt x="88" y="0"/>
                      <a:pt x="53" y="33"/>
                      <a:pt x="26" y="107"/>
                    </a:cubicBezTo>
                    <a:cubicBezTo>
                      <a:pt x="1" y="171"/>
                      <a:pt x="13" y="247"/>
                      <a:pt x="64" y="298"/>
                    </a:cubicBezTo>
                    <a:cubicBezTo>
                      <a:pt x="946" y="1209"/>
                      <a:pt x="2248" y="1529"/>
                      <a:pt x="3162" y="1529"/>
                    </a:cubicBezTo>
                    <a:cubicBezTo>
                      <a:pt x="3849" y="1529"/>
                      <a:pt x="4317" y="1349"/>
                      <a:pt x="4224" y="1102"/>
                    </a:cubicBezTo>
                    <a:cubicBezTo>
                      <a:pt x="4135" y="860"/>
                      <a:pt x="3714" y="1064"/>
                      <a:pt x="2604" y="783"/>
                    </a:cubicBezTo>
                    <a:cubicBezTo>
                      <a:pt x="927" y="362"/>
                      <a:pt x="373" y="0"/>
                      <a:pt x="1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939;p49">
                <a:extLst>
                  <a:ext uri="{FF2B5EF4-FFF2-40B4-BE49-F238E27FC236}">
                    <a16:creationId xmlns:a16="http://schemas.microsoft.com/office/drawing/2014/main" id="{FCBA6532-70E1-6DCC-64DE-558B23A8116E}"/>
                  </a:ext>
                </a:extLst>
              </p:cNvPr>
              <p:cNvSpPr/>
              <p:nvPr/>
            </p:nvSpPr>
            <p:spPr>
              <a:xfrm>
                <a:off x="532350" y="3097825"/>
                <a:ext cx="31825" cy="114575"/>
              </a:xfrm>
              <a:custGeom>
                <a:avLst/>
                <a:gdLst/>
                <a:ahLst/>
                <a:cxnLst/>
                <a:rect l="l" t="t" r="r" b="b"/>
                <a:pathLst>
                  <a:path w="1273" h="4583" extrusionOk="0">
                    <a:moveTo>
                      <a:pt x="651" y="0"/>
                    </a:moveTo>
                    <a:cubicBezTo>
                      <a:pt x="570" y="0"/>
                      <a:pt x="488" y="56"/>
                      <a:pt x="481" y="155"/>
                    </a:cubicBezTo>
                    <a:cubicBezTo>
                      <a:pt x="443" y="563"/>
                      <a:pt x="405" y="1686"/>
                      <a:pt x="354" y="2286"/>
                    </a:cubicBezTo>
                    <a:cubicBezTo>
                      <a:pt x="303" y="2975"/>
                      <a:pt x="201" y="3677"/>
                      <a:pt x="35" y="4353"/>
                    </a:cubicBezTo>
                    <a:cubicBezTo>
                      <a:pt x="0" y="4483"/>
                      <a:pt x="106" y="4583"/>
                      <a:pt x="217" y="4583"/>
                    </a:cubicBezTo>
                    <a:cubicBezTo>
                      <a:pt x="270" y="4583"/>
                      <a:pt x="325" y="4560"/>
                      <a:pt x="366" y="4506"/>
                    </a:cubicBezTo>
                    <a:cubicBezTo>
                      <a:pt x="1221" y="3383"/>
                      <a:pt x="1272" y="1354"/>
                      <a:pt x="813" y="117"/>
                    </a:cubicBezTo>
                    <a:cubicBezTo>
                      <a:pt x="785" y="37"/>
                      <a:pt x="718" y="0"/>
                      <a:pt x="6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940;p49">
                <a:extLst>
                  <a:ext uri="{FF2B5EF4-FFF2-40B4-BE49-F238E27FC236}">
                    <a16:creationId xmlns:a16="http://schemas.microsoft.com/office/drawing/2014/main" id="{FBC13426-C131-D597-ECDD-8D0E6AA33EBB}"/>
                  </a:ext>
                </a:extLst>
              </p:cNvPr>
              <p:cNvSpPr/>
              <p:nvPr/>
            </p:nvSpPr>
            <p:spPr>
              <a:xfrm>
                <a:off x="266500" y="2989975"/>
                <a:ext cx="62875" cy="35800"/>
              </a:xfrm>
              <a:custGeom>
                <a:avLst/>
                <a:gdLst/>
                <a:ahLst/>
                <a:cxnLst/>
                <a:rect l="l" t="t" r="r" b="b"/>
                <a:pathLst>
                  <a:path w="2515" h="1432" extrusionOk="0">
                    <a:moveTo>
                      <a:pt x="243" y="1"/>
                    </a:moveTo>
                    <a:cubicBezTo>
                      <a:pt x="150" y="1"/>
                      <a:pt x="63" y="62"/>
                      <a:pt x="52" y="156"/>
                    </a:cubicBezTo>
                    <a:cubicBezTo>
                      <a:pt x="1" y="524"/>
                      <a:pt x="1610" y="1431"/>
                      <a:pt x="2254" y="1431"/>
                    </a:cubicBezTo>
                    <a:cubicBezTo>
                      <a:pt x="2414" y="1431"/>
                      <a:pt x="2515" y="1375"/>
                      <a:pt x="2515" y="1240"/>
                    </a:cubicBezTo>
                    <a:cubicBezTo>
                      <a:pt x="2515" y="972"/>
                      <a:pt x="1149" y="117"/>
                      <a:pt x="269" y="3"/>
                    </a:cubicBezTo>
                    <a:cubicBezTo>
                      <a:pt x="260" y="1"/>
                      <a:pt x="251" y="1"/>
                      <a:pt x="2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941;p49">
                <a:extLst>
                  <a:ext uri="{FF2B5EF4-FFF2-40B4-BE49-F238E27FC236}">
                    <a16:creationId xmlns:a16="http://schemas.microsoft.com/office/drawing/2014/main" id="{E4FC729B-4B01-1D18-B53F-C10A80A7FC39}"/>
                  </a:ext>
                </a:extLst>
              </p:cNvPr>
              <p:cNvSpPr/>
              <p:nvPr/>
            </p:nvSpPr>
            <p:spPr>
              <a:xfrm>
                <a:off x="368275" y="2910900"/>
                <a:ext cx="31525" cy="85550"/>
              </a:xfrm>
              <a:custGeom>
                <a:avLst/>
                <a:gdLst/>
                <a:ahLst/>
                <a:cxnLst/>
                <a:rect l="l" t="t" r="r" b="b"/>
                <a:pathLst>
                  <a:path w="1261" h="3422" extrusionOk="0">
                    <a:moveTo>
                      <a:pt x="531" y="1"/>
                    </a:moveTo>
                    <a:cubicBezTo>
                      <a:pt x="443" y="1"/>
                      <a:pt x="354" y="60"/>
                      <a:pt x="332" y="167"/>
                    </a:cubicBezTo>
                    <a:cubicBezTo>
                      <a:pt x="282" y="480"/>
                      <a:pt x="11" y="3245"/>
                      <a:pt x="1" y="3245"/>
                    </a:cubicBezTo>
                    <a:cubicBezTo>
                      <a:pt x="0" y="3245"/>
                      <a:pt x="0" y="3244"/>
                      <a:pt x="0" y="3242"/>
                    </a:cubicBezTo>
                    <a:lnTo>
                      <a:pt x="0" y="3242"/>
                    </a:lnTo>
                    <a:cubicBezTo>
                      <a:pt x="0" y="3344"/>
                      <a:pt x="77" y="3421"/>
                      <a:pt x="166" y="3421"/>
                    </a:cubicBezTo>
                    <a:cubicBezTo>
                      <a:pt x="169" y="3421"/>
                      <a:pt x="171" y="3421"/>
                      <a:pt x="174" y="3421"/>
                    </a:cubicBezTo>
                    <a:cubicBezTo>
                      <a:pt x="571" y="3421"/>
                      <a:pt x="1260" y="1460"/>
                      <a:pt x="702" y="116"/>
                    </a:cubicBezTo>
                    <a:cubicBezTo>
                      <a:pt x="668" y="37"/>
                      <a:pt x="600" y="1"/>
                      <a:pt x="5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942;p49">
                <a:extLst>
                  <a:ext uri="{FF2B5EF4-FFF2-40B4-BE49-F238E27FC236}">
                    <a16:creationId xmlns:a16="http://schemas.microsoft.com/office/drawing/2014/main" id="{828A91E3-C0FE-DA0E-1C5E-A1F2158E724B}"/>
                  </a:ext>
                </a:extLst>
              </p:cNvPr>
              <p:cNvSpPr/>
              <p:nvPr/>
            </p:nvSpPr>
            <p:spPr>
              <a:xfrm>
                <a:off x="225675" y="2827425"/>
                <a:ext cx="480775" cy="666025"/>
              </a:xfrm>
              <a:custGeom>
                <a:avLst/>
                <a:gdLst/>
                <a:ahLst/>
                <a:cxnLst/>
                <a:rect l="l" t="t" r="r" b="b"/>
                <a:pathLst>
                  <a:path w="19231" h="26641" extrusionOk="0">
                    <a:moveTo>
                      <a:pt x="1787" y="724"/>
                    </a:moveTo>
                    <a:cubicBezTo>
                      <a:pt x="1863" y="775"/>
                      <a:pt x="1953" y="852"/>
                      <a:pt x="2029" y="903"/>
                    </a:cubicBezTo>
                    <a:cubicBezTo>
                      <a:pt x="2655" y="1439"/>
                      <a:pt x="3369" y="1834"/>
                      <a:pt x="4135" y="2102"/>
                    </a:cubicBezTo>
                    <a:cubicBezTo>
                      <a:pt x="4824" y="2332"/>
                      <a:pt x="5462" y="2510"/>
                      <a:pt x="6087" y="2676"/>
                    </a:cubicBezTo>
                    <a:cubicBezTo>
                      <a:pt x="7172" y="2970"/>
                      <a:pt x="8193" y="3251"/>
                      <a:pt x="9163" y="3735"/>
                    </a:cubicBezTo>
                    <a:cubicBezTo>
                      <a:pt x="11727" y="5037"/>
                      <a:pt x="11447" y="6594"/>
                      <a:pt x="11191" y="7972"/>
                    </a:cubicBezTo>
                    <a:cubicBezTo>
                      <a:pt x="11051" y="8763"/>
                      <a:pt x="10898" y="9567"/>
                      <a:pt x="11587" y="9988"/>
                    </a:cubicBezTo>
                    <a:cubicBezTo>
                      <a:pt x="11838" y="10145"/>
                      <a:pt x="12102" y="10197"/>
                      <a:pt x="12365" y="10197"/>
                    </a:cubicBezTo>
                    <a:cubicBezTo>
                      <a:pt x="12635" y="10197"/>
                      <a:pt x="12904" y="10142"/>
                      <a:pt x="13157" y="10090"/>
                    </a:cubicBezTo>
                    <a:cubicBezTo>
                      <a:pt x="13322" y="10065"/>
                      <a:pt x="13463" y="10039"/>
                      <a:pt x="13590" y="10027"/>
                    </a:cubicBezTo>
                    <a:cubicBezTo>
                      <a:pt x="13774" y="10006"/>
                      <a:pt x="14021" y="9987"/>
                      <a:pt x="14306" y="9987"/>
                    </a:cubicBezTo>
                    <a:cubicBezTo>
                      <a:pt x="15248" y="9987"/>
                      <a:pt x="16605" y="10191"/>
                      <a:pt x="17457" y="11200"/>
                    </a:cubicBezTo>
                    <a:cubicBezTo>
                      <a:pt x="18210" y="12107"/>
                      <a:pt x="18567" y="13446"/>
                      <a:pt x="18414" y="14876"/>
                    </a:cubicBezTo>
                    <a:cubicBezTo>
                      <a:pt x="18159" y="17377"/>
                      <a:pt x="16691" y="19852"/>
                      <a:pt x="14675" y="21205"/>
                    </a:cubicBezTo>
                    <a:cubicBezTo>
                      <a:pt x="13833" y="18589"/>
                      <a:pt x="12161" y="16649"/>
                      <a:pt x="10553" y="14773"/>
                    </a:cubicBezTo>
                    <a:cubicBezTo>
                      <a:pt x="9673" y="13804"/>
                      <a:pt x="8856" y="12770"/>
                      <a:pt x="8103" y="11711"/>
                    </a:cubicBezTo>
                    <a:cubicBezTo>
                      <a:pt x="6215" y="8942"/>
                      <a:pt x="4467" y="5713"/>
                      <a:pt x="2604" y="1528"/>
                    </a:cubicBezTo>
                    <a:cubicBezTo>
                      <a:pt x="2565" y="1464"/>
                      <a:pt x="2501" y="1400"/>
                      <a:pt x="2425" y="1375"/>
                    </a:cubicBezTo>
                    <a:lnTo>
                      <a:pt x="2425" y="1388"/>
                    </a:lnTo>
                    <a:cubicBezTo>
                      <a:pt x="2387" y="1368"/>
                      <a:pt x="2345" y="1359"/>
                      <a:pt x="2305" y="1359"/>
                    </a:cubicBezTo>
                    <a:cubicBezTo>
                      <a:pt x="2265" y="1359"/>
                      <a:pt x="2227" y="1368"/>
                      <a:pt x="2195" y="1388"/>
                    </a:cubicBezTo>
                    <a:cubicBezTo>
                      <a:pt x="2119" y="1413"/>
                      <a:pt x="2055" y="1477"/>
                      <a:pt x="2029" y="1553"/>
                    </a:cubicBezTo>
                    <a:cubicBezTo>
                      <a:pt x="2004" y="1630"/>
                      <a:pt x="2004" y="1719"/>
                      <a:pt x="2029" y="1796"/>
                    </a:cubicBezTo>
                    <a:cubicBezTo>
                      <a:pt x="3918" y="6007"/>
                      <a:pt x="5679" y="9274"/>
                      <a:pt x="7593" y="12068"/>
                    </a:cubicBezTo>
                    <a:cubicBezTo>
                      <a:pt x="8359" y="13153"/>
                      <a:pt x="9188" y="14199"/>
                      <a:pt x="10081" y="15195"/>
                    </a:cubicBezTo>
                    <a:cubicBezTo>
                      <a:pt x="11766" y="17147"/>
                      <a:pt x="13361" y="19010"/>
                      <a:pt x="14139" y="21549"/>
                    </a:cubicBezTo>
                    <a:cubicBezTo>
                      <a:pt x="13858" y="21715"/>
                      <a:pt x="13552" y="21843"/>
                      <a:pt x="13246" y="21958"/>
                    </a:cubicBezTo>
                    <a:cubicBezTo>
                      <a:pt x="12054" y="22382"/>
                      <a:pt x="10914" y="22565"/>
                      <a:pt x="9864" y="22565"/>
                    </a:cubicBezTo>
                    <a:cubicBezTo>
                      <a:pt x="7442" y="22565"/>
                      <a:pt x="5498" y="21591"/>
                      <a:pt x="4492" y="20363"/>
                    </a:cubicBezTo>
                    <a:cubicBezTo>
                      <a:pt x="3165" y="18780"/>
                      <a:pt x="3777" y="17147"/>
                      <a:pt x="4454" y="15896"/>
                    </a:cubicBezTo>
                    <a:cubicBezTo>
                      <a:pt x="4620" y="15577"/>
                      <a:pt x="4798" y="15284"/>
                      <a:pt x="4964" y="15016"/>
                    </a:cubicBezTo>
                    <a:cubicBezTo>
                      <a:pt x="5270" y="14531"/>
                      <a:pt x="5500" y="14148"/>
                      <a:pt x="5551" y="13842"/>
                    </a:cubicBezTo>
                    <a:cubicBezTo>
                      <a:pt x="5717" y="12898"/>
                      <a:pt x="4888" y="12668"/>
                      <a:pt x="4084" y="12451"/>
                    </a:cubicBezTo>
                    <a:cubicBezTo>
                      <a:pt x="3382" y="12260"/>
                      <a:pt x="2514" y="12017"/>
                      <a:pt x="1914" y="11303"/>
                    </a:cubicBezTo>
                    <a:cubicBezTo>
                      <a:pt x="664" y="9784"/>
                      <a:pt x="1174" y="7385"/>
                      <a:pt x="1621" y="5254"/>
                    </a:cubicBezTo>
                    <a:cubicBezTo>
                      <a:pt x="1863" y="4144"/>
                      <a:pt x="2080" y="3072"/>
                      <a:pt x="2017" y="2268"/>
                    </a:cubicBezTo>
                    <a:cubicBezTo>
                      <a:pt x="1978" y="1809"/>
                      <a:pt x="1914" y="1362"/>
                      <a:pt x="1812" y="915"/>
                    </a:cubicBezTo>
                    <a:cubicBezTo>
                      <a:pt x="1800" y="852"/>
                      <a:pt x="1787" y="775"/>
                      <a:pt x="1787" y="724"/>
                    </a:cubicBezTo>
                    <a:close/>
                    <a:moveTo>
                      <a:pt x="1633" y="0"/>
                    </a:moveTo>
                    <a:cubicBezTo>
                      <a:pt x="1587" y="0"/>
                      <a:pt x="1540" y="7"/>
                      <a:pt x="1493" y="22"/>
                    </a:cubicBezTo>
                    <a:cubicBezTo>
                      <a:pt x="1327" y="86"/>
                      <a:pt x="1213" y="239"/>
                      <a:pt x="1174" y="418"/>
                    </a:cubicBezTo>
                    <a:cubicBezTo>
                      <a:pt x="1136" y="622"/>
                      <a:pt x="1149" y="852"/>
                      <a:pt x="1213" y="1056"/>
                    </a:cubicBezTo>
                    <a:cubicBezTo>
                      <a:pt x="1302" y="1477"/>
                      <a:pt x="1366" y="1898"/>
                      <a:pt x="1404" y="2332"/>
                    </a:cubicBezTo>
                    <a:cubicBezTo>
                      <a:pt x="1468" y="3046"/>
                      <a:pt x="1238" y="4067"/>
                      <a:pt x="1021" y="5139"/>
                    </a:cubicBezTo>
                    <a:cubicBezTo>
                      <a:pt x="549" y="7398"/>
                      <a:pt x="0" y="9963"/>
                      <a:pt x="1442" y="11711"/>
                    </a:cubicBezTo>
                    <a:cubicBezTo>
                      <a:pt x="2170" y="12579"/>
                      <a:pt x="3152" y="12847"/>
                      <a:pt x="3931" y="13064"/>
                    </a:cubicBezTo>
                    <a:cubicBezTo>
                      <a:pt x="4849" y="13319"/>
                      <a:pt x="5003" y="13421"/>
                      <a:pt x="4951" y="13740"/>
                    </a:cubicBezTo>
                    <a:cubicBezTo>
                      <a:pt x="4913" y="13931"/>
                      <a:pt x="4684" y="14301"/>
                      <a:pt x="4441" y="14697"/>
                    </a:cubicBezTo>
                    <a:cubicBezTo>
                      <a:pt x="3586" y="16113"/>
                      <a:pt x="2131" y="18500"/>
                      <a:pt x="4020" y="20758"/>
                    </a:cubicBezTo>
                    <a:cubicBezTo>
                      <a:pt x="5447" y="22484"/>
                      <a:pt x="7658" y="23160"/>
                      <a:pt x="9840" y="23160"/>
                    </a:cubicBezTo>
                    <a:cubicBezTo>
                      <a:pt x="11112" y="23160"/>
                      <a:pt x="12373" y="22930"/>
                      <a:pt x="13463" y="22545"/>
                    </a:cubicBezTo>
                    <a:cubicBezTo>
                      <a:pt x="13756" y="22443"/>
                      <a:pt x="14050" y="22302"/>
                      <a:pt x="14318" y="22162"/>
                    </a:cubicBezTo>
                    <a:cubicBezTo>
                      <a:pt x="14637" y="23515"/>
                      <a:pt x="14726" y="24918"/>
                      <a:pt x="14586" y="26309"/>
                    </a:cubicBezTo>
                    <a:cubicBezTo>
                      <a:pt x="14573" y="26475"/>
                      <a:pt x="14688" y="26628"/>
                      <a:pt x="14867" y="26641"/>
                    </a:cubicBezTo>
                    <a:lnTo>
                      <a:pt x="14892" y="26641"/>
                    </a:lnTo>
                    <a:cubicBezTo>
                      <a:pt x="15007" y="26641"/>
                      <a:pt x="15109" y="26577"/>
                      <a:pt x="15173" y="26488"/>
                    </a:cubicBezTo>
                    <a:cubicBezTo>
                      <a:pt x="15186" y="26450"/>
                      <a:pt x="15198" y="26411"/>
                      <a:pt x="15211" y="26360"/>
                    </a:cubicBezTo>
                    <a:cubicBezTo>
                      <a:pt x="15364" y="24854"/>
                      <a:pt x="15249" y="23323"/>
                      <a:pt x="14892" y="21856"/>
                    </a:cubicBezTo>
                    <a:cubicBezTo>
                      <a:pt x="16168" y="21001"/>
                      <a:pt x="17214" y="19839"/>
                      <a:pt x="17942" y="18487"/>
                    </a:cubicBezTo>
                    <a:cubicBezTo>
                      <a:pt x="18542" y="17389"/>
                      <a:pt x="18924" y="16190"/>
                      <a:pt x="19065" y="14952"/>
                    </a:cubicBezTo>
                    <a:cubicBezTo>
                      <a:pt x="19231" y="13357"/>
                      <a:pt x="18822" y="11851"/>
                      <a:pt x="17942" y="10805"/>
                    </a:cubicBezTo>
                    <a:lnTo>
                      <a:pt x="17929" y="10818"/>
                    </a:lnTo>
                    <a:cubicBezTo>
                      <a:pt x="16909" y="9607"/>
                      <a:pt x="15332" y="9377"/>
                      <a:pt x="14274" y="9377"/>
                    </a:cubicBezTo>
                    <a:cubicBezTo>
                      <a:pt x="13982" y="9377"/>
                      <a:pt x="13730" y="9395"/>
                      <a:pt x="13539" y="9414"/>
                    </a:cubicBezTo>
                    <a:cubicBezTo>
                      <a:pt x="13374" y="9427"/>
                      <a:pt x="13195" y="9465"/>
                      <a:pt x="13042" y="9491"/>
                    </a:cubicBezTo>
                    <a:cubicBezTo>
                      <a:pt x="12814" y="9540"/>
                      <a:pt x="12587" y="9586"/>
                      <a:pt x="12377" y="9586"/>
                    </a:cubicBezTo>
                    <a:cubicBezTo>
                      <a:pt x="12210" y="9586"/>
                      <a:pt x="12055" y="9557"/>
                      <a:pt x="11919" y="9478"/>
                    </a:cubicBezTo>
                    <a:cubicBezTo>
                      <a:pt x="11625" y="9299"/>
                      <a:pt x="11664" y="8916"/>
                      <a:pt x="11817" y="8100"/>
                    </a:cubicBezTo>
                    <a:cubicBezTo>
                      <a:pt x="12072" y="6658"/>
                      <a:pt x="12429" y="4705"/>
                      <a:pt x="9443" y="3200"/>
                    </a:cubicBezTo>
                    <a:cubicBezTo>
                      <a:pt x="8422" y="2676"/>
                      <a:pt x="7376" y="2396"/>
                      <a:pt x="6253" y="2089"/>
                    </a:cubicBezTo>
                    <a:cubicBezTo>
                      <a:pt x="5653" y="1923"/>
                      <a:pt x="5015" y="1745"/>
                      <a:pt x="4339" y="1528"/>
                    </a:cubicBezTo>
                    <a:cubicBezTo>
                      <a:pt x="3637" y="1285"/>
                      <a:pt x="2986" y="903"/>
                      <a:pt x="2412" y="430"/>
                    </a:cubicBezTo>
                    <a:cubicBezTo>
                      <a:pt x="2093" y="175"/>
                      <a:pt x="1863" y="0"/>
                      <a:pt x="16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 name="Google Shape;943;p49">
              <a:extLst>
                <a:ext uri="{FF2B5EF4-FFF2-40B4-BE49-F238E27FC236}">
                  <a16:creationId xmlns:a16="http://schemas.microsoft.com/office/drawing/2014/main" id="{42F12EE0-1EAF-8B8E-E32D-B62C7BAA7A6E}"/>
                </a:ext>
              </a:extLst>
            </p:cNvPr>
            <p:cNvGrpSpPr/>
            <p:nvPr/>
          </p:nvGrpSpPr>
          <p:grpSpPr>
            <a:xfrm rot="-2700000" flipH="1">
              <a:off x="5128346" y="3174814"/>
              <a:ext cx="869094" cy="1342275"/>
              <a:chOff x="1882000" y="2598050"/>
              <a:chExt cx="654325" cy="1010575"/>
            </a:xfrm>
          </p:grpSpPr>
          <p:sp>
            <p:nvSpPr>
              <p:cNvPr id="16" name="Google Shape;944;p49">
                <a:extLst>
                  <a:ext uri="{FF2B5EF4-FFF2-40B4-BE49-F238E27FC236}">
                    <a16:creationId xmlns:a16="http://schemas.microsoft.com/office/drawing/2014/main" id="{B3CF35A3-DDDA-84AE-E63A-3FC099CC125D}"/>
                  </a:ext>
                </a:extLst>
              </p:cNvPr>
              <p:cNvSpPr/>
              <p:nvPr/>
            </p:nvSpPr>
            <p:spPr>
              <a:xfrm>
                <a:off x="2111700" y="3108150"/>
                <a:ext cx="340425" cy="195450"/>
              </a:xfrm>
              <a:custGeom>
                <a:avLst/>
                <a:gdLst/>
                <a:ahLst/>
                <a:cxnLst/>
                <a:rect l="l" t="t" r="r" b="b"/>
                <a:pathLst>
                  <a:path w="13617" h="7818" extrusionOk="0">
                    <a:moveTo>
                      <a:pt x="497" y="1"/>
                    </a:moveTo>
                    <a:cubicBezTo>
                      <a:pt x="468" y="1"/>
                      <a:pt x="439" y="4"/>
                      <a:pt x="409" y="10"/>
                    </a:cubicBezTo>
                    <a:cubicBezTo>
                      <a:pt x="115" y="61"/>
                      <a:pt x="1" y="367"/>
                      <a:pt x="13" y="648"/>
                    </a:cubicBezTo>
                    <a:cubicBezTo>
                      <a:pt x="115" y="2434"/>
                      <a:pt x="536" y="4004"/>
                      <a:pt x="1761" y="5293"/>
                    </a:cubicBezTo>
                    <a:cubicBezTo>
                      <a:pt x="3347" y="6973"/>
                      <a:pt x="5600" y="7817"/>
                      <a:pt x="7853" y="7817"/>
                    </a:cubicBezTo>
                    <a:cubicBezTo>
                      <a:pt x="9262" y="7817"/>
                      <a:pt x="10672" y="7487"/>
                      <a:pt x="11919" y="6824"/>
                    </a:cubicBezTo>
                    <a:cubicBezTo>
                      <a:pt x="12200" y="6671"/>
                      <a:pt x="13616" y="5969"/>
                      <a:pt x="13565" y="5599"/>
                    </a:cubicBezTo>
                    <a:cubicBezTo>
                      <a:pt x="13514" y="5254"/>
                      <a:pt x="13042" y="5152"/>
                      <a:pt x="12697" y="5101"/>
                    </a:cubicBezTo>
                    <a:cubicBezTo>
                      <a:pt x="11881" y="4948"/>
                      <a:pt x="11166" y="4553"/>
                      <a:pt x="10413" y="4234"/>
                    </a:cubicBezTo>
                    <a:cubicBezTo>
                      <a:pt x="9668" y="3917"/>
                      <a:pt x="8892" y="3791"/>
                      <a:pt x="8212" y="3791"/>
                    </a:cubicBezTo>
                    <a:cubicBezTo>
                      <a:pt x="7577" y="3791"/>
                      <a:pt x="7025" y="3901"/>
                      <a:pt x="6662" y="4068"/>
                    </a:cubicBezTo>
                    <a:cubicBezTo>
                      <a:pt x="6521" y="4131"/>
                      <a:pt x="5477" y="4679"/>
                      <a:pt x="5500" y="4795"/>
                    </a:cubicBezTo>
                    <a:lnTo>
                      <a:pt x="5500" y="4795"/>
                    </a:lnTo>
                    <a:cubicBezTo>
                      <a:pt x="5334" y="4016"/>
                      <a:pt x="5003" y="3289"/>
                      <a:pt x="4531" y="2651"/>
                    </a:cubicBezTo>
                    <a:cubicBezTo>
                      <a:pt x="4071" y="2026"/>
                      <a:pt x="3484" y="1720"/>
                      <a:pt x="2795" y="1375"/>
                    </a:cubicBezTo>
                    <a:cubicBezTo>
                      <a:pt x="1139" y="577"/>
                      <a:pt x="896" y="1"/>
                      <a:pt x="4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945;p49">
                <a:extLst>
                  <a:ext uri="{FF2B5EF4-FFF2-40B4-BE49-F238E27FC236}">
                    <a16:creationId xmlns:a16="http://schemas.microsoft.com/office/drawing/2014/main" id="{0A44E579-49E5-D32C-098C-7D2E71F73488}"/>
                  </a:ext>
                </a:extLst>
              </p:cNvPr>
              <p:cNvSpPr/>
              <p:nvPr/>
            </p:nvSpPr>
            <p:spPr>
              <a:xfrm>
                <a:off x="2172675" y="3003600"/>
                <a:ext cx="339225" cy="162525"/>
              </a:xfrm>
              <a:custGeom>
                <a:avLst/>
                <a:gdLst/>
                <a:ahLst/>
                <a:cxnLst/>
                <a:rect l="l" t="t" r="r" b="b"/>
                <a:pathLst>
                  <a:path w="13569" h="6501" extrusionOk="0">
                    <a:moveTo>
                      <a:pt x="553" y="1"/>
                    </a:moveTo>
                    <a:cubicBezTo>
                      <a:pt x="0" y="1"/>
                      <a:pt x="242" y="1397"/>
                      <a:pt x="331" y="1729"/>
                    </a:cubicBezTo>
                    <a:cubicBezTo>
                      <a:pt x="1151" y="4815"/>
                      <a:pt x="4071" y="6500"/>
                      <a:pt x="7074" y="6500"/>
                    </a:cubicBezTo>
                    <a:cubicBezTo>
                      <a:pt x="9349" y="6500"/>
                      <a:pt x="11672" y="5534"/>
                      <a:pt x="13168" y="3477"/>
                    </a:cubicBezTo>
                    <a:cubicBezTo>
                      <a:pt x="13569" y="2939"/>
                      <a:pt x="13497" y="2596"/>
                      <a:pt x="12887" y="2596"/>
                    </a:cubicBezTo>
                    <a:cubicBezTo>
                      <a:pt x="12818" y="2596"/>
                      <a:pt x="12741" y="2600"/>
                      <a:pt x="12657" y="2609"/>
                    </a:cubicBezTo>
                    <a:lnTo>
                      <a:pt x="12645" y="2622"/>
                    </a:lnTo>
                    <a:cubicBezTo>
                      <a:pt x="12494" y="2638"/>
                      <a:pt x="12341" y="2645"/>
                      <a:pt x="12188" y="2645"/>
                    </a:cubicBezTo>
                    <a:cubicBezTo>
                      <a:pt x="11098" y="2645"/>
                      <a:pt x="9960" y="2294"/>
                      <a:pt x="8866" y="2294"/>
                    </a:cubicBezTo>
                    <a:cubicBezTo>
                      <a:pt x="8374" y="2294"/>
                      <a:pt x="7891" y="2365"/>
                      <a:pt x="7426" y="2571"/>
                    </a:cubicBezTo>
                    <a:cubicBezTo>
                      <a:pt x="6813" y="2852"/>
                      <a:pt x="6405" y="3324"/>
                      <a:pt x="5881" y="3720"/>
                    </a:cubicBezTo>
                    <a:cubicBezTo>
                      <a:pt x="5894" y="3694"/>
                      <a:pt x="5894" y="3643"/>
                      <a:pt x="5881" y="3618"/>
                    </a:cubicBezTo>
                    <a:cubicBezTo>
                      <a:pt x="5307" y="1959"/>
                      <a:pt x="2717" y="1219"/>
                      <a:pt x="867" y="108"/>
                    </a:cubicBezTo>
                    <a:cubicBezTo>
                      <a:pt x="741" y="34"/>
                      <a:pt x="637" y="1"/>
                      <a:pt x="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946;p49">
                <a:extLst>
                  <a:ext uri="{FF2B5EF4-FFF2-40B4-BE49-F238E27FC236}">
                    <a16:creationId xmlns:a16="http://schemas.microsoft.com/office/drawing/2014/main" id="{2CD1B86A-F337-02A7-6E5C-7C25FFE8F6C1}"/>
                  </a:ext>
                </a:extLst>
              </p:cNvPr>
              <p:cNvSpPr/>
              <p:nvPr/>
            </p:nvSpPr>
            <p:spPr>
              <a:xfrm>
                <a:off x="2191125" y="2900300"/>
                <a:ext cx="340750" cy="136600"/>
              </a:xfrm>
              <a:custGeom>
                <a:avLst/>
                <a:gdLst/>
                <a:ahLst/>
                <a:cxnLst/>
                <a:rect l="l" t="t" r="r" b="b"/>
                <a:pathLst>
                  <a:path w="13630" h="5464" extrusionOk="0">
                    <a:moveTo>
                      <a:pt x="241" y="1"/>
                    </a:moveTo>
                    <a:cubicBezTo>
                      <a:pt x="102" y="1"/>
                      <a:pt x="1" y="73"/>
                      <a:pt x="1" y="285"/>
                    </a:cubicBezTo>
                    <a:cubicBezTo>
                      <a:pt x="12" y="2366"/>
                      <a:pt x="3011" y="5463"/>
                      <a:pt x="6820" y="5463"/>
                    </a:cubicBezTo>
                    <a:cubicBezTo>
                      <a:pt x="7471" y="5463"/>
                      <a:pt x="8145" y="5373"/>
                      <a:pt x="8831" y="5172"/>
                    </a:cubicBezTo>
                    <a:lnTo>
                      <a:pt x="8844" y="5172"/>
                    </a:lnTo>
                    <a:cubicBezTo>
                      <a:pt x="10350" y="4725"/>
                      <a:pt x="11256" y="3806"/>
                      <a:pt x="13361" y="2237"/>
                    </a:cubicBezTo>
                    <a:cubicBezTo>
                      <a:pt x="13629" y="2046"/>
                      <a:pt x="13489" y="1573"/>
                      <a:pt x="13055" y="1522"/>
                    </a:cubicBezTo>
                    <a:cubicBezTo>
                      <a:pt x="12206" y="1443"/>
                      <a:pt x="11352" y="1323"/>
                      <a:pt x="10503" y="1323"/>
                    </a:cubicBezTo>
                    <a:cubicBezTo>
                      <a:pt x="9848" y="1323"/>
                      <a:pt x="9196" y="1395"/>
                      <a:pt x="8551" y="1612"/>
                    </a:cubicBezTo>
                    <a:cubicBezTo>
                      <a:pt x="6879" y="2173"/>
                      <a:pt x="6994" y="2786"/>
                      <a:pt x="6483" y="2798"/>
                    </a:cubicBezTo>
                    <a:cubicBezTo>
                      <a:pt x="6479" y="2799"/>
                      <a:pt x="6475" y="2799"/>
                      <a:pt x="6471" y="2799"/>
                    </a:cubicBezTo>
                    <a:cubicBezTo>
                      <a:pt x="6156" y="2799"/>
                      <a:pt x="5856" y="2336"/>
                      <a:pt x="5667" y="2135"/>
                    </a:cubicBezTo>
                    <a:cubicBezTo>
                      <a:pt x="4301" y="616"/>
                      <a:pt x="2502" y="1216"/>
                      <a:pt x="983" y="310"/>
                    </a:cubicBezTo>
                    <a:cubicBezTo>
                      <a:pt x="853" y="228"/>
                      <a:pt x="487" y="1"/>
                      <a:pt x="2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947;p49">
                <a:extLst>
                  <a:ext uri="{FF2B5EF4-FFF2-40B4-BE49-F238E27FC236}">
                    <a16:creationId xmlns:a16="http://schemas.microsoft.com/office/drawing/2014/main" id="{96762171-5BFF-E1AA-6173-3150F09DBF46}"/>
                  </a:ext>
                </a:extLst>
              </p:cNvPr>
              <p:cNvSpPr/>
              <p:nvPr/>
            </p:nvSpPr>
            <p:spPr>
              <a:xfrm>
                <a:off x="2213775" y="2773850"/>
                <a:ext cx="317150" cy="132275"/>
              </a:xfrm>
              <a:custGeom>
                <a:avLst/>
                <a:gdLst/>
                <a:ahLst/>
                <a:cxnLst/>
                <a:rect l="l" t="t" r="r" b="b"/>
                <a:pathLst>
                  <a:path w="12686" h="5291" extrusionOk="0">
                    <a:moveTo>
                      <a:pt x="806" y="1"/>
                    </a:moveTo>
                    <a:cubicBezTo>
                      <a:pt x="1" y="1"/>
                      <a:pt x="812" y="1693"/>
                      <a:pt x="996" y="2025"/>
                    </a:cubicBezTo>
                    <a:cubicBezTo>
                      <a:pt x="1762" y="3377"/>
                      <a:pt x="2910" y="4539"/>
                      <a:pt x="4391" y="5049"/>
                    </a:cubicBezTo>
                    <a:lnTo>
                      <a:pt x="4403" y="5049"/>
                    </a:lnTo>
                    <a:cubicBezTo>
                      <a:pt x="4902" y="5215"/>
                      <a:pt x="5413" y="5291"/>
                      <a:pt x="5925" y="5291"/>
                    </a:cubicBezTo>
                    <a:cubicBezTo>
                      <a:pt x="6987" y="5291"/>
                      <a:pt x="8050" y="4966"/>
                      <a:pt x="8997" y="4449"/>
                    </a:cubicBezTo>
                    <a:cubicBezTo>
                      <a:pt x="10120" y="3837"/>
                      <a:pt x="10886" y="2892"/>
                      <a:pt x="11766" y="2012"/>
                    </a:cubicBezTo>
                    <a:cubicBezTo>
                      <a:pt x="12200" y="1591"/>
                      <a:pt x="12685" y="1208"/>
                      <a:pt x="11970" y="838"/>
                    </a:cubicBezTo>
                    <a:cubicBezTo>
                      <a:pt x="11644" y="667"/>
                      <a:pt x="11160" y="567"/>
                      <a:pt x="10600" y="567"/>
                    </a:cubicBezTo>
                    <a:cubicBezTo>
                      <a:pt x="9407" y="567"/>
                      <a:pt x="7867" y="1019"/>
                      <a:pt x="6764" y="2191"/>
                    </a:cubicBezTo>
                    <a:cubicBezTo>
                      <a:pt x="6547" y="2416"/>
                      <a:pt x="6418" y="2625"/>
                      <a:pt x="6279" y="2625"/>
                    </a:cubicBezTo>
                    <a:cubicBezTo>
                      <a:pt x="6205" y="2625"/>
                      <a:pt x="6130" y="2566"/>
                      <a:pt x="6037" y="2420"/>
                    </a:cubicBezTo>
                    <a:cubicBezTo>
                      <a:pt x="5462" y="1476"/>
                      <a:pt x="4314" y="940"/>
                      <a:pt x="3229" y="902"/>
                    </a:cubicBezTo>
                    <a:cubicBezTo>
                      <a:pt x="2030" y="864"/>
                      <a:pt x="1443" y="85"/>
                      <a:pt x="907" y="9"/>
                    </a:cubicBezTo>
                    <a:cubicBezTo>
                      <a:pt x="871" y="3"/>
                      <a:pt x="837" y="1"/>
                      <a:pt x="80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948;p49">
                <a:extLst>
                  <a:ext uri="{FF2B5EF4-FFF2-40B4-BE49-F238E27FC236}">
                    <a16:creationId xmlns:a16="http://schemas.microsoft.com/office/drawing/2014/main" id="{405FCF6D-8AE7-2B37-B5B3-6EF29BF69B16}"/>
                  </a:ext>
                </a:extLst>
              </p:cNvPr>
              <p:cNvSpPr/>
              <p:nvPr/>
            </p:nvSpPr>
            <p:spPr>
              <a:xfrm>
                <a:off x="2308225" y="2604450"/>
                <a:ext cx="90975" cy="166075"/>
              </a:xfrm>
              <a:custGeom>
                <a:avLst/>
                <a:gdLst/>
                <a:ahLst/>
                <a:cxnLst/>
                <a:rect l="l" t="t" r="r" b="b"/>
                <a:pathLst>
                  <a:path w="3639" h="6643" extrusionOk="0">
                    <a:moveTo>
                      <a:pt x="1111" y="1"/>
                    </a:moveTo>
                    <a:cubicBezTo>
                      <a:pt x="1069" y="1"/>
                      <a:pt x="1026" y="7"/>
                      <a:pt x="983" y="21"/>
                    </a:cubicBezTo>
                    <a:cubicBezTo>
                      <a:pt x="0" y="340"/>
                      <a:pt x="166" y="5228"/>
                      <a:pt x="1736" y="6376"/>
                    </a:cubicBezTo>
                    <a:cubicBezTo>
                      <a:pt x="1992" y="6562"/>
                      <a:pt x="2220" y="6643"/>
                      <a:pt x="2421" y="6643"/>
                    </a:cubicBezTo>
                    <a:cubicBezTo>
                      <a:pt x="3281" y="6643"/>
                      <a:pt x="3638" y="5174"/>
                      <a:pt x="3535" y="4232"/>
                    </a:cubicBezTo>
                    <a:cubicBezTo>
                      <a:pt x="3394" y="2867"/>
                      <a:pt x="2667" y="1604"/>
                      <a:pt x="1838" y="545"/>
                    </a:cubicBezTo>
                    <a:cubicBezTo>
                      <a:pt x="1670" y="332"/>
                      <a:pt x="1413" y="1"/>
                      <a:pt x="111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949;p49">
                <a:extLst>
                  <a:ext uri="{FF2B5EF4-FFF2-40B4-BE49-F238E27FC236}">
                    <a16:creationId xmlns:a16="http://schemas.microsoft.com/office/drawing/2014/main" id="{9D2058D2-FA14-35CF-828C-0A749EE0271C}"/>
                  </a:ext>
                </a:extLst>
              </p:cNvPr>
              <p:cNvSpPr/>
              <p:nvPr/>
            </p:nvSpPr>
            <p:spPr>
              <a:xfrm>
                <a:off x="1993675" y="3200950"/>
                <a:ext cx="337525" cy="230250"/>
              </a:xfrm>
              <a:custGeom>
                <a:avLst/>
                <a:gdLst/>
                <a:ahLst/>
                <a:cxnLst/>
                <a:rect l="l" t="t" r="r" b="b"/>
                <a:pathLst>
                  <a:path w="13501" h="9210" extrusionOk="0">
                    <a:moveTo>
                      <a:pt x="1047" y="1"/>
                    </a:moveTo>
                    <a:cubicBezTo>
                      <a:pt x="1017" y="1"/>
                      <a:pt x="987" y="4"/>
                      <a:pt x="957" y="11"/>
                    </a:cubicBezTo>
                    <a:cubicBezTo>
                      <a:pt x="0" y="215"/>
                      <a:pt x="523" y="4720"/>
                      <a:pt x="3956" y="7183"/>
                    </a:cubicBezTo>
                    <a:cubicBezTo>
                      <a:pt x="5444" y="8260"/>
                      <a:pt x="6824" y="9209"/>
                      <a:pt x="9233" y="9209"/>
                    </a:cubicBezTo>
                    <a:cubicBezTo>
                      <a:pt x="9447" y="9209"/>
                      <a:pt x="9670" y="9202"/>
                      <a:pt x="9902" y="9186"/>
                    </a:cubicBezTo>
                    <a:cubicBezTo>
                      <a:pt x="10681" y="9135"/>
                      <a:pt x="13501" y="8676"/>
                      <a:pt x="13156" y="7936"/>
                    </a:cubicBezTo>
                    <a:cubicBezTo>
                      <a:pt x="13016" y="7629"/>
                      <a:pt x="12684" y="7374"/>
                      <a:pt x="12442" y="7144"/>
                    </a:cubicBezTo>
                    <a:cubicBezTo>
                      <a:pt x="10990" y="5852"/>
                      <a:pt x="9716" y="5094"/>
                      <a:pt x="7897" y="5094"/>
                    </a:cubicBezTo>
                    <a:cubicBezTo>
                      <a:pt x="7381" y="5094"/>
                      <a:pt x="6822" y="5155"/>
                      <a:pt x="6202" y="5281"/>
                    </a:cubicBezTo>
                    <a:cubicBezTo>
                      <a:pt x="5781" y="2257"/>
                      <a:pt x="3918" y="2410"/>
                      <a:pt x="2271" y="892"/>
                    </a:cubicBezTo>
                    <a:cubicBezTo>
                      <a:pt x="1801" y="468"/>
                      <a:pt x="1406" y="1"/>
                      <a:pt x="10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950;p49">
                <a:extLst>
                  <a:ext uri="{FF2B5EF4-FFF2-40B4-BE49-F238E27FC236}">
                    <a16:creationId xmlns:a16="http://schemas.microsoft.com/office/drawing/2014/main" id="{A858552E-9B60-D7EB-8AC1-D57DBDF7F334}"/>
                  </a:ext>
                </a:extLst>
              </p:cNvPr>
              <p:cNvSpPr/>
              <p:nvPr/>
            </p:nvSpPr>
            <p:spPr>
              <a:xfrm>
                <a:off x="1889675" y="3287075"/>
                <a:ext cx="327000" cy="271425"/>
              </a:xfrm>
              <a:custGeom>
                <a:avLst/>
                <a:gdLst/>
                <a:ahLst/>
                <a:cxnLst/>
                <a:rect l="l" t="t" r="r" b="b"/>
                <a:pathLst>
                  <a:path w="13080" h="10857" extrusionOk="0">
                    <a:moveTo>
                      <a:pt x="993" y="0"/>
                    </a:moveTo>
                    <a:cubicBezTo>
                      <a:pt x="803" y="0"/>
                      <a:pt x="632" y="131"/>
                      <a:pt x="549" y="356"/>
                    </a:cubicBezTo>
                    <a:cubicBezTo>
                      <a:pt x="0" y="1760"/>
                      <a:pt x="459" y="4644"/>
                      <a:pt x="1136" y="6200"/>
                    </a:cubicBezTo>
                    <a:cubicBezTo>
                      <a:pt x="2457" y="9217"/>
                      <a:pt x="5820" y="10856"/>
                      <a:pt x="9119" y="10856"/>
                    </a:cubicBezTo>
                    <a:cubicBezTo>
                      <a:pt x="9644" y="10856"/>
                      <a:pt x="10167" y="10815"/>
                      <a:pt x="10681" y="10730"/>
                    </a:cubicBezTo>
                    <a:cubicBezTo>
                      <a:pt x="11089" y="10667"/>
                      <a:pt x="12608" y="10386"/>
                      <a:pt x="12825" y="10041"/>
                    </a:cubicBezTo>
                    <a:cubicBezTo>
                      <a:pt x="13080" y="9659"/>
                      <a:pt x="12569" y="9429"/>
                      <a:pt x="12301" y="9225"/>
                    </a:cubicBezTo>
                    <a:lnTo>
                      <a:pt x="12289" y="9225"/>
                    </a:lnTo>
                    <a:cubicBezTo>
                      <a:pt x="11625" y="8714"/>
                      <a:pt x="10961" y="8204"/>
                      <a:pt x="10413" y="7566"/>
                    </a:cubicBezTo>
                    <a:cubicBezTo>
                      <a:pt x="9626" y="6637"/>
                      <a:pt x="8647" y="6012"/>
                      <a:pt x="6978" y="6012"/>
                    </a:cubicBezTo>
                    <a:cubicBezTo>
                      <a:pt x="6537" y="6012"/>
                      <a:pt x="6047" y="6056"/>
                      <a:pt x="5500" y="6149"/>
                    </a:cubicBezTo>
                    <a:cubicBezTo>
                      <a:pt x="5500" y="6149"/>
                      <a:pt x="5755" y="5282"/>
                      <a:pt x="4734" y="3878"/>
                    </a:cubicBezTo>
                    <a:cubicBezTo>
                      <a:pt x="3790" y="2602"/>
                      <a:pt x="2310" y="1824"/>
                      <a:pt x="1544" y="420"/>
                    </a:cubicBezTo>
                    <a:cubicBezTo>
                      <a:pt x="1386" y="128"/>
                      <a:pt x="1180" y="0"/>
                      <a:pt x="99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951;p49">
                <a:extLst>
                  <a:ext uri="{FF2B5EF4-FFF2-40B4-BE49-F238E27FC236}">
                    <a16:creationId xmlns:a16="http://schemas.microsoft.com/office/drawing/2014/main" id="{7EA17D6B-507D-6583-D1D4-E366729ABDC3}"/>
                  </a:ext>
                </a:extLst>
              </p:cNvPr>
              <p:cNvSpPr/>
              <p:nvPr/>
            </p:nvSpPr>
            <p:spPr>
              <a:xfrm>
                <a:off x="2198475" y="3040425"/>
                <a:ext cx="97000" cy="81850"/>
              </a:xfrm>
              <a:custGeom>
                <a:avLst/>
                <a:gdLst/>
                <a:ahLst/>
                <a:cxnLst/>
                <a:rect l="l" t="t" r="r" b="b"/>
                <a:pathLst>
                  <a:path w="3880" h="3274" extrusionOk="0">
                    <a:moveTo>
                      <a:pt x="205" y="1"/>
                    </a:moveTo>
                    <a:lnTo>
                      <a:pt x="205" y="14"/>
                    </a:lnTo>
                    <a:cubicBezTo>
                      <a:pt x="194" y="11"/>
                      <a:pt x="183" y="10"/>
                      <a:pt x="173" y="10"/>
                    </a:cubicBezTo>
                    <a:cubicBezTo>
                      <a:pt x="120" y="10"/>
                      <a:pt x="71" y="37"/>
                      <a:pt x="39" y="90"/>
                    </a:cubicBezTo>
                    <a:cubicBezTo>
                      <a:pt x="0" y="167"/>
                      <a:pt x="26" y="256"/>
                      <a:pt x="102" y="307"/>
                    </a:cubicBezTo>
                    <a:lnTo>
                      <a:pt x="115" y="307"/>
                    </a:lnTo>
                    <a:cubicBezTo>
                      <a:pt x="3393" y="2154"/>
                      <a:pt x="3365" y="3274"/>
                      <a:pt x="3694" y="3274"/>
                    </a:cubicBezTo>
                    <a:cubicBezTo>
                      <a:pt x="3708" y="3274"/>
                      <a:pt x="3723" y="3272"/>
                      <a:pt x="3739" y="3267"/>
                    </a:cubicBezTo>
                    <a:cubicBezTo>
                      <a:pt x="3829" y="3242"/>
                      <a:pt x="3880" y="3153"/>
                      <a:pt x="3854" y="3063"/>
                    </a:cubicBezTo>
                    <a:cubicBezTo>
                      <a:pt x="3522" y="1826"/>
                      <a:pt x="2502" y="894"/>
                      <a:pt x="1379" y="384"/>
                    </a:cubicBezTo>
                    <a:cubicBezTo>
                      <a:pt x="1009" y="205"/>
                      <a:pt x="613" y="77"/>
                      <a:pt x="2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952;p49">
                <a:extLst>
                  <a:ext uri="{FF2B5EF4-FFF2-40B4-BE49-F238E27FC236}">
                    <a16:creationId xmlns:a16="http://schemas.microsoft.com/office/drawing/2014/main" id="{AF4D9E7D-B86F-293B-2587-D314F910389A}"/>
                  </a:ext>
                </a:extLst>
              </p:cNvPr>
              <p:cNvSpPr/>
              <p:nvPr/>
            </p:nvSpPr>
            <p:spPr>
              <a:xfrm>
                <a:off x="2031300" y="3239475"/>
                <a:ext cx="87625" cy="110100"/>
              </a:xfrm>
              <a:custGeom>
                <a:avLst/>
                <a:gdLst/>
                <a:ahLst/>
                <a:cxnLst/>
                <a:rect l="l" t="t" r="r" b="b"/>
                <a:pathLst>
                  <a:path w="3505" h="4404" extrusionOk="0">
                    <a:moveTo>
                      <a:pt x="176" y="1"/>
                    </a:moveTo>
                    <a:cubicBezTo>
                      <a:pt x="136" y="1"/>
                      <a:pt x="98" y="15"/>
                      <a:pt x="65" y="40"/>
                    </a:cubicBezTo>
                    <a:cubicBezTo>
                      <a:pt x="1" y="103"/>
                      <a:pt x="1" y="206"/>
                      <a:pt x="65" y="269"/>
                    </a:cubicBezTo>
                    <a:cubicBezTo>
                      <a:pt x="1341" y="1609"/>
                      <a:pt x="2247" y="2643"/>
                      <a:pt x="2757" y="4276"/>
                    </a:cubicBezTo>
                    <a:cubicBezTo>
                      <a:pt x="2783" y="4353"/>
                      <a:pt x="2846" y="4404"/>
                      <a:pt x="2923" y="4404"/>
                    </a:cubicBezTo>
                    <a:cubicBezTo>
                      <a:pt x="2925" y="4404"/>
                      <a:pt x="2928" y="4404"/>
                      <a:pt x="2930" y="4404"/>
                    </a:cubicBezTo>
                    <a:cubicBezTo>
                      <a:pt x="3504" y="4404"/>
                      <a:pt x="2798" y="1336"/>
                      <a:pt x="243" y="14"/>
                    </a:cubicBezTo>
                    <a:cubicBezTo>
                      <a:pt x="221" y="5"/>
                      <a:pt x="198" y="1"/>
                      <a:pt x="17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953;p49">
                <a:extLst>
                  <a:ext uri="{FF2B5EF4-FFF2-40B4-BE49-F238E27FC236}">
                    <a16:creationId xmlns:a16="http://schemas.microsoft.com/office/drawing/2014/main" id="{7EA07AF0-D631-82EE-9930-32C0CFA520C6}"/>
                  </a:ext>
                </a:extLst>
              </p:cNvPr>
              <p:cNvSpPr/>
              <p:nvPr/>
            </p:nvSpPr>
            <p:spPr>
              <a:xfrm>
                <a:off x="2139950" y="3361250"/>
                <a:ext cx="145075" cy="39825"/>
              </a:xfrm>
              <a:custGeom>
                <a:avLst/>
                <a:gdLst/>
                <a:ahLst/>
                <a:cxnLst/>
                <a:rect l="l" t="t" r="r" b="b"/>
                <a:pathLst>
                  <a:path w="5803" h="1593" extrusionOk="0">
                    <a:moveTo>
                      <a:pt x="2064" y="0"/>
                    </a:moveTo>
                    <a:cubicBezTo>
                      <a:pt x="1422" y="0"/>
                      <a:pt x="783" y="122"/>
                      <a:pt x="198" y="401"/>
                    </a:cubicBezTo>
                    <a:cubicBezTo>
                      <a:pt x="0" y="459"/>
                      <a:pt x="67" y="728"/>
                      <a:pt x="234" y="728"/>
                    </a:cubicBezTo>
                    <a:cubicBezTo>
                      <a:pt x="251" y="728"/>
                      <a:pt x="269" y="725"/>
                      <a:pt x="287" y="720"/>
                    </a:cubicBezTo>
                    <a:lnTo>
                      <a:pt x="300" y="720"/>
                    </a:lnTo>
                    <a:cubicBezTo>
                      <a:pt x="862" y="641"/>
                      <a:pt x="1193" y="606"/>
                      <a:pt x="1517" y="606"/>
                    </a:cubicBezTo>
                    <a:cubicBezTo>
                      <a:pt x="1827" y="606"/>
                      <a:pt x="2130" y="638"/>
                      <a:pt x="2622" y="694"/>
                    </a:cubicBezTo>
                    <a:lnTo>
                      <a:pt x="2635" y="681"/>
                    </a:lnTo>
                    <a:cubicBezTo>
                      <a:pt x="3617" y="924"/>
                      <a:pt x="4587" y="1230"/>
                      <a:pt x="5544" y="1587"/>
                    </a:cubicBezTo>
                    <a:cubicBezTo>
                      <a:pt x="5558" y="1591"/>
                      <a:pt x="5571" y="1592"/>
                      <a:pt x="5584" y="1592"/>
                    </a:cubicBezTo>
                    <a:cubicBezTo>
                      <a:pt x="5716" y="1592"/>
                      <a:pt x="5802" y="1424"/>
                      <a:pt x="5697" y="1319"/>
                    </a:cubicBezTo>
                    <a:cubicBezTo>
                      <a:pt x="4796" y="548"/>
                      <a:pt x="3423" y="0"/>
                      <a:pt x="20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954;p49">
                <a:extLst>
                  <a:ext uri="{FF2B5EF4-FFF2-40B4-BE49-F238E27FC236}">
                    <a16:creationId xmlns:a16="http://schemas.microsoft.com/office/drawing/2014/main" id="{B5332CFA-5883-D786-83EC-3F679FE624C0}"/>
                  </a:ext>
                </a:extLst>
              </p:cNvPr>
              <p:cNvSpPr/>
              <p:nvPr/>
            </p:nvSpPr>
            <p:spPr>
              <a:xfrm>
                <a:off x="2379025" y="2804225"/>
                <a:ext cx="113600" cy="71875"/>
              </a:xfrm>
              <a:custGeom>
                <a:avLst/>
                <a:gdLst/>
                <a:ahLst/>
                <a:cxnLst/>
                <a:rect l="l" t="t" r="r" b="b"/>
                <a:pathLst>
                  <a:path w="4544" h="2875" extrusionOk="0">
                    <a:moveTo>
                      <a:pt x="4003" y="1"/>
                    </a:moveTo>
                    <a:cubicBezTo>
                      <a:pt x="3259" y="1"/>
                      <a:pt x="2483" y="321"/>
                      <a:pt x="1864" y="733"/>
                    </a:cubicBezTo>
                    <a:cubicBezTo>
                      <a:pt x="1315" y="1091"/>
                      <a:pt x="830" y="1550"/>
                      <a:pt x="435" y="2086"/>
                    </a:cubicBezTo>
                    <a:cubicBezTo>
                      <a:pt x="129" y="2532"/>
                      <a:pt x="1" y="2686"/>
                      <a:pt x="103" y="2813"/>
                    </a:cubicBezTo>
                    <a:cubicBezTo>
                      <a:pt x="138" y="2855"/>
                      <a:pt x="185" y="2874"/>
                      <a:pt x="230" y="2874"/>
                    </a:cubicBezTo>
                    <a:cubicBezTo>
                      <a:pt x="268" y="2874"/>
                      <a:pt x="304" y="2862"/>
                      <a:pt x="333" y="2839"/>
                    </a:cubicBezTo>
                    <a:lnTo>
                      <a:pt x="333" y="2839"/>
                    </a:lnTo>
                    <a:cubicBezTo>
                      <a:pt x="333" y="2839"/>
                      <a:pt x="333" y="2839"/>
                      <a:pt x="333" y="2839"/>
                    </a:cubicBezTo>
                    <a:cubicBezTo>
                      <a:pt x="347" y="2839"/>
                      <a:pt x="1387" y="1864"/>
                      <a:pt x="1979" y="1448"/>
                    </a:cubicBezTo>
                    <a:cubicBezTo>
                      <a:pt x="2374" y="1154"/>
                      <a:pt x="2808" y="912"/>
                      <a:pt x="3255" y="695"/>
                    </a:cubicBezTo>
                    <a:cubicBezTo>
                      <a:pt x="3625" y="555"/>
                      <a:pt x="4008" y="427"/>
                      <a:pt x="4391" y="338"/>
                    </a:cubicBezTo>
                    <a:cubicBezTo>
                      <a:pt x="4544" y="287"/>
                      <a:pt x="4544" y="70"/>
                      <a:pt x="4391" y="31"/>
                    </a:cubicBezTo>
                    <a:cubicBezTo>
                      <a:pt x="4263" y="10"/>
                      <a:pt x="4133" y="1"/>
                      <a:pt x="40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955;p49">
                <a:extLst>
                  <a:ext uri="{FF2B5EF4-FFF2-40B4-BE49-F238E27FC236}">
                    <a16:creationId xmlns:a16="http://schemas.microsoft.com/office/drawing/2014/main" id="{6646BF4D-2751-3B15-BD8E-71646977BBFF}"/>
                  </a:ext>
                </a:extLst>
              </p:cNvPr>
              <p:cNvSpPr/>
              <p:nvPr/>
            </p:nvSpPr>
            <p:spPr>
              <a:xfrm>
                <a:off x="2250150" y="2807875"/>
                <a:ext cx="99000" cy="69050"/>
              </a:xfrm>
              <a:custGeom>
                <a:avLst/>
                <a:gdLst/>
                <a:ahLst/>
                <a:cxnLst/>
                <a:rect l="l" t="t" r="r" b="b"/>
                <a:pathLst>
                  <a:path w="3960" h="2762" extrusionOk="0">
                    <a:moveTo>
                      <a:pt x="192" y="0"/>
                    </a:moveTo>
                    <a:lnTo>
                      <a:pt x="205" y="13"/>
                    </a:lnTo>
                    <a:cubicBezTo>
                      <a:pt x="196" y="11"/>
                      <a:pt x="188" y="11"/>
                      <a:pt x="180" y="11"/>
                    </a:cubicBezTo>
                    <a:cubicBezTo>
                      <a:pt x="125" y="11"/>
                      <a:pt x="72" y="45"/>
                      <a:pt x="39" y="90"/>
                    </a:cubicBezTo>
                    <a:cubicBezTo>
                      <a:pt x="1" y="166"/>
                      <a:pt x="26" y="255"/>
                      <a:pt x="103" y="306"/>
                    </a:cubicBezTo>
                    <a:lnTo>
                      <a:pt x="115" y="306"/>
                    </a:lnTo>
                    <a:cubicBezTo>
                      <a:pt x="2247" y="1455"/>
                      <a:pt x="2489" y="1736"/>
                      <a:pt x="3599" y="2693"/>
                    </a:cubicBezTo>
                    <a:cubicBezTo>
                      <a:pt x="3634" y="2742"/>
                      <a:pt x="3679" y="2762"/>
                      <a:pt x="3724" y="2762"/>
                    </a:cubicBezTo>
                    <a:cubicBezTo>
                      <a:pt x="3844" y="2762"/>
                      <a:pt x="3960" y="2618"/>
                      <a:pt x="3867" y="2489"/>
                    </a:cubicBezTo>
                    <a:cubicBezTo>
                      <a:pt x="3153" y="1123"/>
                      <a:pt x="1506" y="153"/>
                      <a:pt x="1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956;p49">
                <a:extLst>
                  <a:ext uri="{FF2B5EF4-FFF2-40B4-BE49-F238E27FC236}">
                    <a16:creationId xmlns:a16="http://schemas.microsoft.com/office/drawing/2014/main" id="{78F3A3C1-41E0-CCA6-E672-CDBB15CC56E3}"/>
                  </a:ext>
                </a:extLst>
              </p:cNvPr>
              <p:cNvSpPr/>
              <p:nvPr/>
            </p:nvSpPr>
            <p:spPr>
              <a:xfrm>
                <a:off x="2325750" y="3086650"/>
                <a:ext cx="145500" cy="47700"/>
              </a:xfrm>
              <a:custGeom>
                <a:avLst/>
                <a:gdLst/>
                <a:ahLst/>
                <a:cxnLst/>
                <a:rect l="l" t="t" r="r" b="b"/>
                <a:pathLst>
                  <a:path w="5820" h="1908" extrusionOk="0">
                    <a:moveTo>
                      <a:pt x="4724" y="1"/>
                    </a:moveTo>
                    <a:cubicBezTo>
                      <a:pt x="3073" y="1"/>
                      <a:pt x="1260" y="643"/>
                      <a:pt x="77" y="1623"/>
                    </a:cubicBezTo>
                    <a:cubicBezTo>
                      <a:pt x="14" y="1674"/>
                      <a:pt x="1" y="1750"/>
                      <a:pt x="26" y="1827"/>
                    </a:cubicBezTo>
                    <a:cubicBezTo>
                      <a:pt x="51" y="1882"/>
                      <a:pt x="94" y="1907"/>
                      <a:pt x="158" y="1907"/>
                    </a:cubicBezTo>
                    <a:cubicBezTo>
                      <a:pt x="525" y="1907"/>
                      <a:pt x="1606" y="1112"/>
                      <a:pt x="4263" y="602"/>
                    </a:cubicBezTo>
                    <a:cubicBezTo>
                      <a:pt x="5616" y="347"/>
                      <a:pt x="5769" y="461"/>
                      <a:pt x="5807" y="257"/>
                    </a:cubicBezTo>
                    <a:cubicBezTo>
                      <a:pt x="5820" y="168"/>
                      <a:pt x="5769" y="91"/>
                      <a:pt x="5679" y="79"/>
                    </a:cubicBezTo>
                    <a:cubicBezTo>
                      <a:pt x="5371" y="26"/>
                      <a:pt x="5051" y="1"/>
                      <a:pt x="472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957;p49">
                <a:extLst>
                  <a:ext uri="{FF2B5EF4-FFF2-40B4-BE49-F238E27FC236}">
                    <a16:creationId xmlns:a16="http://schemas.microsoft.com/office/drawing/2014/main" id="{F853DD8B-68FD-060F-DB16-F668169B244E}"/>
                  </a:ext>
                </a:extLst>
              </p:cNvPr>
              <p:cNvSpPr/>
              <p:nvPr/>
            </p:nvSpPr>
            <p:spPr>
              <a:xfrm>
                <a:off x="2219225" y="2935475"/>
                <a:ext cx="104325" cy="68450"/>
              </a:xfrm>
              <a:custGeom>
                <a:avLst/>
                <a:gdLst/>
                <a:ahLst/>
                <a:cxnLst/>
                <a:rect l="l" t="t" r="r" b="b"/>
                <a:pathLst>
                  <a:path w="4173" h="2738" extrusionOk="0">
                    <a:moveTo>
                      <a:pt x="204" y="0"/>
                    </a:moveTo>
                    <a:cubicBezTo>
                      <a:pt x="207" y="0"/>
                      <a:pt x="211" y="0"/>
                      <a:pt x="214" y="1"/>
                    </a:cubicBezTo>
                    <a:lnTo>
                      <a:pt x="214" y="1"/>
                    </a:lnTo>
                    <a:cubicBezTo>
                      <a:pt x="215" y="0"/>
                      <a:pt x="216" y="0"/>
                      <a:pt x="217" y="0"/>
                    </a:cubicBezTo>
                    <a:close/>
                    <a:moveTo>
                      <a:pt x="214" y="1"/>
                    </a:moveTo>
                    <a:cubicBezTo>
                      <a:pt x="38" y="3"/>
                      <a:pt x="1" y="243"/>
                      <a:pt x="153" y="307"/>
                    </a:cubicBezTo>
                    <a:cubicBezTo>
                      <a:pt x="2936" y="1394"/>
                      <a:pt x="3617" y="2738"/>
                      <a:pt x="3986" y="2738"/>
                    </a:cubicBezTo>
                    <a:cubicBezTo>
                      <a:pt x="4011" y="2738"/>
                      <a:pt x="4035" y="2732"/>
                      <a:pt x="4058" y="2719"/>
                    </a:cubicBezTo>
                    <a:cubicBezTo>
                      <a:pt x="4147" y="2667"/>
                      <a:pt x="4173" y="2565"/>
                      <a:pt x="4134" y="2489"/>
                    </a:cubicBezTo>
                    <a:cubicBezTo>
                      <a:pt x="3522" y="1430"/>
                      <a:pt x="2552" y="613"/>
                      <a:pt x="1404" y="205"/>
                    </a:cubicBezTo>
                    <a:cubicBezTo>
                      <a:pt x="1024" y="78"/>
                      <a:pt x="619" y="2"/>
                      <a:pt x="21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958;p49">
                <a:extLst>
                  <a:ext uri="{FF2B5EF4-FFF2-40B4-BE49-F238E27FC236}">
                    <a16:creationId xmlns:a16="http://schemas.microsoft.com/office/drawing/2014/main" id="{05F12E5A-6BBF-D6E2-2F15-A59C25C4996F}"/>
                  </a:ext>
                </a:extLst>
              </p:cNvPr>
              <p:cNvSpPr/>
              <p:nvPr/>
            </p:nvSpPr>
            <p:spPr>
              <a:xfrm>
                <a:off x="2365825" y="2960500"/>
                <a:ext cx="125100" cy="50175"/>
              </a:xfrm>
              <a:custGeom>
                <a:avLst/>
                <a:gdLst/>
                <a:ahLst/>
                <a:cxnLst/>
                <a:rect l="l" t="t" r="r" b="b"/>
                <a:pathLst>
                  <a:path w="5004" h="2007" extrusionOk="0">
                    <a:moveTo>
                      <a:pt x="4231" y="1"/>
                    </a:moveTo>
                    <a:cubicBezTo>
                      <a:pt x="2768" y="1"/>
                      <a:pt x="1127" y="653"/>
                      <a:pt x="108" y="1718"/>
                    </a:cubicBezTo>
                    <a:cubicBezTo>
                      <a:pt x="1" y="1835"/>
                      <a:pt x="100" y="2006"/>
                      <a:pt x="233" y="2006"/>
                    </a:cubicBezTo>
                    <a:cubicBezTo>
                      <a:pt x="258" y="2006"/>
                      <a:pt x="285" y="2000"/>
                      <a:pt x="312" y="1985"/>
                    </a:cubicBezTo>
                    <a:cubicBezTo>
                      <a:pt x="1358" y="1398"/>
                      <a:pt x="2469" y="952"/>
                      <a:pt x="3617" y="620"/>
                    </a:cubicBezTo>
                    <a:lnTo>
                      <a:pt x="3617" y="633"/>
                    </a:lnTo>
                    <a:cubicBezTo>
                      <a:pt x="4051" y="518"/>
                      <a:pt x="4485" y="429"/>
                      <a:pt x="4804" y="352"/>
                    </a:cubicBezTo>
                    <a:cubicBezTo>
                      <a:pt x="5004" y="340"/>
                      <a:pt x="4996" y="33"/>
                      <a:pt x="4791" y="33"/>
                    </a:cubicBezTo>
                    <a:cubicBezTo>
                      <a:pt x="4787" y="33"/>
                      <a:pt x="4783" y="33"/>
                      <a:pt x="4778" y="33"/>
                    </a:cubicBezTo>
                    <a:cubicBezTo>
                      <a:pt x="4600" y="12"/>
                      <a:pt x="4417" y="1"/>
                      <a:pt x="42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959;p49">
                <a:extLst>
                  <a:ext uri="{FF2B5EF4-FFF2-40B4-BE49-F238E27FC236}">
                    <a16:creationId xmlns:a16="http://schemas.microsoft.com/office/drawing/2014/main" id="{4D3EE4D4-DD5B-BDE5-9509-1735E1D6DC59}"/>
                  </a:ext>
                </a:extLst>
              </p:cNvPr>
              <p:cNvSpPr/>
              <p:nvPr/>
            </p:nvSpPr>
            <p:spPr>
              <a:xfrm>
                <a:off x="2128925" y="3143150"/>
                <a:ext cx="99250" cy="98975"/>
              </a:xfrm>
              <a:custGeom>
                <a:avLst/>
                <a:gdLst/>
                <a:ahLst/>
                <a:cxnLst/>
                <a:rect l="l" t="t" r="r" b="b"/>
                <a:pathLst>
                  <a:path w="3970" h="3959" extrusionOk="0">
                    <a:moveTo>
                      <a:pt x="218" y="1"/>
                    </a:moveTo>
                    <a:lnTo>
                      <a:pt x="230" y="13"/>
                    </a:lnTo>
                    <a:cubicBezTo>
                      <a:pt x="213" y="7"/>
                      <a:pt x="195" y="3"/>
                      <a:pt x="177" y="3"/>
                    </a:cubicBezTo>
                    <a:cubicBezTo>
                      <a:pt x="128" y="3"/>
                      <a:pt x="80" y="27"/>
                      <a:pt x="52" y="64"/>
                    </a:cubicBezTo>
                    <a:cubicBezTo>
                      <a:pt x="1" y="128"/>
                      <a:pt x="13" y="230"/>
                      <a:pt x="77" y="281"/>
                    </a:cubicBezTo>
                    <a:cubicBezTo>
                      <a:pt x="1455" y="1379"/>
                      <a:pt x="2731" y="2400"/>
                      <a:pt x="3369" y="3854"/>
                    </a:cubicBezTo>
                    <a:cubicBezTo>
                      <a:pt x="3392" y="3912"/>
                      <a:pt x="3446" y="3958"/>
                      <a:pt x="3512" y="3958"/>
                    </a:cubicBezTo>
                    <a:cubicBezTo>
                      <a:pt x="3519" y="3958"/>
                      <a:pt x="3527" y="3958"/>
                      <a:pt x="3535" y="3956"/>
                    </a:cubicBezTo>
                    <a:cubicBezTo>
                      <a:pt x="3969" y="3931"/>
                      <a:pt x="3535" y="2004"/>
                      <a:pt x="1391" y="613"/>
                    </a:cubicBezTo>
                    <a:cubicBezTo>
                      <a:pt x="1034" y="358"/>
                      <a:pt x="639" y="167"/>
                      <a:pt x="2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960;p49">
                <a:extLst>
                  <a:ext uri="{FF2B5EF4-FFF2-40B4-BE49-F238E27FC236}">
                    <a16:creationId xmlns:a16="http://schemas.microsoft.com/office/drawing/2014/main" id="{6C86388F-B1DF-038D-2500-1538CFCE9657}"/>
                  </a:ext>
                </a:extLst>
              </p:cNvPr>
              <p:cNvSpPr/>
              <p:nvPr/>
            </p:nvSpPr>
            <p:spPr>
              <a:xfrm>
                <a:off x="2254475" y="3240900"/>
                <a:ext cx="144375" cy="24350"/>
              </a:xfrm>
              <a:custGeom>
                <a:avLst/>
                <a:gdLst/>
                <a:ahLst/>
                <a:cxnLst/>
                <a:rect l="l" t="t" r="r" b="b"/>
                <a:pathLst>
                  <a:path w="5775" h="974" extrusionOk="0">
                    <a:moveTo>
                      <a:pt x="3537" y="0"/>
                    </a:moveTo>
                    <a:cubicBezTo>
                      <a:pt x="2386" y="0"/>
                      <a:pt x="1158" y="201"/>
                      <a:pt x="198" y="646"/>
                    </a:cubicBezTo>
                    <a:cubicBezTo>
                      <a:pt x="0" y="704"/>
                      <a:pt x="56" y="974"/>
                      <a:pt x="232" y="974"/>
                    </a:cubicBezTo>
                    <a:cubicBezTo>
                      <a:pt x="249" y="974"/>
                      <a:pt x="267" y="971"/>
                      <a:pt x="287" y="965"/>
                    </a:cubicBezTo>
                    <a:lnTo>
                      <a:pt x="300" y="965"/>
                    </a:lnTo>
                    <a:cubicBezTo>
                      <a:pt x="3222" y="595"/>
                      <a:pt x="3528" y="672"/>
                      <a:pt x="5583" y="557"/>
                    </a:cubicBezTo>
                    <a:cubicBezTo>
                      <a:pt x="5749" y="531"/>
                      <a:pt x="5774" y="302"/>
                      <a:pt x="5621" y="251"/>
                    </a:cubicBezTo>
                    <a:cubicBezTo>
                      <a:pt x="5027" y="88"/>
                      <a:pt x="4299" y="0"/>
                      <a:pt x="35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961;p49">
                <a:extLst>
                  <a:ext uri="{FF2B5EF4-FFF2-40B4-BE49-F238E27FC236}">
                    <a16:creationId xmlns:a16="http://schemas.microsoft.com/office/drawing/2014/main" id="{12E8BE64-FF4D-43D5-1BB7-3ED10372C2BD}"/>
                  </a:ext>
                </a:extLst>
              </p:cNvPr>
              <p:cNvSpPr/>
              <p:nvPr/>
            </p:nvSpPr>
            <p:spPr>
              <a:xfrm>
                <a:off x="1918375" y="3337950"/>
                <a:ext cx="81700" cy="123075"/>
              </a:xfrm>
              <a:custGeom>
                <a:avLst/>
                <a:gdLst/>
                <a:ahLst/>
                <a:cxnLst/>
                <a:rect l="l" t="t" r="r" b="b"/>
                <a:pathLst>
                  <a:path w="3268" h="4923" extrusionOk="0">
                    <a:moveTo>
                      <a:pt x="323" y="0"/>
                    </a:moveTo>
                    <a:cubicBezTo>
                      <a:pt x="294" y="0"/>
                      <a:pt x="266" y="7"/>
                      <a:pt x="243" y="18"/>
                    </a:cubicBezTo>
                    <a:cubicBezTo>
                      <a:pt x="1" y="171"/>
                      <a:pt x="281" y="286"/>
                      <a:pt x="1659" y="2481"/>
                    </a:cubicBezTo>
                    <a:cubicBezTo>
                      <a:pt x="2668" y="4000"/>
                      <a:pt x="2795" y="4727"/>
                      <a:pt x="2821" y="4791"/>
                    </a:cubicBezTo>
                    <a:cubicBezTo>
                      <a:pt x="2839" y="4880"/>
                      <a:pt x="2906" y="4922"/>
                      <a:pt x="2975" y="4922"/>
                    </a:cubicBezTo>
                    <a:cubicBezTo>
                      <a:pt x="3053" y="4922"/>
                      <a:pt x="3133" y="4867"/>
                      <a:pt x="3140" y="4765"/>
                    </a:cubicBezTo>
                    <a:cubicBezTo>
                      <a:pt x="3267" y="3259"/>
                      <a:pt x="1596" y="1014"/>
                      <a:pt x="422" y="31"/>
                    </a:cubicBezTo>
                    <a:cubicBezTo>
                      <a:pt x="394" y="10"/>
                      <a:pt x="358" y="0"/>
                      <a:pt x="3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962;p49">
                <a:extLst>
                  <a:ext uri="{FF2B5EF4-FFF2-40B4-BE49-F238E27FC236}">
                    <a16:creationId xmlns:a16="http://schemas.microsoft.com/office/drawing/2014/main" id="{E6B4E9CE-A96E-3931-60E6-9ABE3DE51517}"/>
                  </a:ext>
                </a:extLst>
              </p:cNvPr>
              <p:cNvSpPr/>
              <p:nvPr/>
            </p:nvSpPr>
            <p:spPr>
              <a:xfrm>
                <a:off x="2027475" y="3474850"/>
                <a:ext cx="149650" cy="56475"/>
              </a:xfrm>
              <a:custGeom>
                <a:avLst/>
                <a:gdLst/>
                <a:ahLst/>
                <a:cxnLst/>
                <a:rect l="l" t="t" r="r" b="b"/>
                <a:pathLst>
                  <a:path w="5986" h="2259" extrusionOk="0">
                    <a:moveTo>
                      <a:pt x="656" y="1"/>
                    </a:moveTo>
                    <a:cubicBezTo>
                      <a:pt x="508" y="1"/>
                      <a:pt x="362" y="6"/>
                      <a:pt x="218" y="17"/>
                    </a:cubicBezTo>
                    <a:cubicBezTo>
                      <a:pt x="141" y="17"/>
                      <a:pt x="77" y="68"/>
                      <a:pt x="52" y="144"/>
                    </a:cubicBezTo>
                    <a:cubicBezTo>
                      <a:pt x="1" y="399"/>
                      <a:pt x="243" y="310"/>
                      <a:pt x="1634" y="667"/>
                    </a:cubicBezTo>
                    <a:cubicBezTo>
                      <a:pt x="4443" y="1401"/>
                      <a:pt x="5501" y="2258"/>
                      <a:pt x="5844" y="2258"/>
                    </a:cubicBezTo>
                    <a:cubicBezTo>
                      <a:pt x="5883" y="2258"/>
                      <a:pt x="5912" y="2247"/>
                      <a:pt x="5934" y="2224"/>
                    </a:cubicBezTo>
                    <a:cubicBezTo>
                      <a:pt x="5985" y="2160"/>
                      <a:pt x="5985" y="2058"/>
                      <a:pt x="5922" y="1994"/>
                    </a:cubicBezTo>
                    <a:cubicBezTo>
                      <a:pt x="4587" y="790"/>
                      <a:pt x="2488" y="1"/>
                      <a:pt x="6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963;p49">
                <a:extLst>
                  <a:ext uri="{FF2B5EF4-FFF2-40B4-BE49-F238E27FC236}">
                    <a16:creationId xmlns:a16="http://schemas.microsoft.com/office/drawing/2014/main" id="{7C542054-ACA0-C661-E2F9-DAB3D49152EC}"/>
                  </a:ext>
                </a:extLst>
              </p:cNvPr>
              <p:cNvSpPr/>
              <p:nvPr/>
            </p:nvSpPr>
            <p:spPr>
              <a:xfrm>
                <a:off x="2327675" y="2628200"/>
                <a:ext cx="35800" cy="97150"/>
              </a:xfrm>
              <a:custGeom>
                <a:avLst/>
                <a:gdLst/>
                <a:ahLst/>
                <a:cxnLst/>
                <a:rect l="l" t="t" r="r" b="b"/>
                <a:pathLst>
                  <a:path w="1432" h="3886" extrusionOk="0">
                    <a:moveTo>
                      <a:pt x="708" y="1"/>
                    </a:moveTo>
                    <a:cubicBezTo>
                      <a:pt x="651" y="1"/>
                      <a:pt x="594" y="29"/>
                      <a:pt x="562" y="92"/>
                    </a:cubicBezTo>
                    <a:cubicBezTo>
                      <a:pt x="0" y="1215"/>
                      <a:pt x="256" y="2912"/>
                      <a:pt x="1111" y="3831"/>
                    </a:cubicBezTo>
                    <a:cubicBezTo>
                      <a:pt x="1149" y="3869"/>
                      <a:pt x="1194" y="3886"/>
                      <a:pt x="1237" y="3886"/>
                    </a:cubicBezTo>
                    <a:cubicBezTo>
                      <a:pt x="1338" y="3886"/>
                      <a:pt x="1431" y="3794"/>
                      <a:pt x="1404" y="3678"/>
                    </a:cubicBezTo>
                    <a:lnTo>
                      <a:pt x="1404" y="3678"/>
                    </a:lnTo>
                    <a:cubicBezTo>
                      <a:pt x="1404" y="3678"/>
                      <a:pt x="1404" y="3678"/>
                      <a:pt x="1404" y="3678"/>
                    </a:cubicBezTo>
                    <a:cubicBezTo>
                      <a:pt x="1400" y="3678"/>
                      <a:pt x="1224" y="3163"/>
                      <a:pt x="1136" y="2810"/>
                    </a:cubicBezTo>
                    <a:lnTo>
                      <a:pt x="1136" y="2798"/>
                    </a:lnTo>
                    <a:cubicBezTo>
                      <a:pt x="868" y="1751"/>
                      <a:pt x="855" y="1113"/>
                      <a:pt x="868" y="156"/>
                    </a:cubicBezTo>
                    <a:cubicBezTo>
                      <a:pt x="868" y="59"/>
                      <a:pt x="789" y="1"/>
                      <a:pt x="7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964;p49">
                <a:extLst>
                  <a:ext uri="{FF2B5EF4-FFF2-40B4-BE49-F238E27FC236}">
                    <a16:creationId xmlns:a16="http://schemas.microsoft.com/office/drawing/2014/main" id="{425036E4-03A8-4B58-807D-8192F106767B}"/>
                  </a:ext>
                </a:extLst>
              </p:cNvPr>
              <p:cNvSpPr/>
              <p:nvPr/>
            </p:nvSpPr>
            <p:spPr>
              <a:xfrm>
                <a:off x="1882000" y="2598050"/>
                <a:ext cx="654325" cy="1010575"/>
              </a:xfrm>
              <a:custGeom>
                <a:avLst/>
                <a:gdLst/>
                <a:ahLst/>
                <a:cxnLst/>
                <a:rect l="l" t="t" r="r" b="b"/>
                <a:pathLst>
                  <a:path w="26173" h="40423" extrusionOk="0">
                    <a:moveTo>
                      <a:pt x="18185" y="520"/>
                    </a:moveTo>
                    <a:cubicBezTo>
                      <a:pt x="18338" y="545"/>
                      <a:pt x="18504" y="737"/>
                      <a:pt x="18657" y="941"/>
                    </a:cubicBezTo>
                    <a:lnTo>
                      <a:pt x="18682" y="967"/>
                    </a:lnTo>
                    <a:cubicBezTo>
                      <a:pt x="19678" y="2230"/>
                      <a:pt x="20214" y="3391"/>
                      <a:pt x="20329" y="4527"/>
                    </a:cubicBezTo>
                    <a:cubicBezTo>
                      <a:pt x="20405" y="5203"/>
                      <a:pt x="20226" y="6096"/>
                      <a:pt x="19844" y="6479"/>
                    </a:cubicBezTo>
                    <a:cubicBezTo>
                      <a:pt x="19844" y="6147"/>
                      <a:pt x="19831" y="5854"/>
                      <a:pt x="19818" y="5599"/>
                    </a:cubicBezTo>
                    <a:cubicBezTo>
                      <a:pt x="19818" y="5535"/>
                      <a:pt x="19793" y="5471"/>
                      <a:pt x="19742" y="5420"/>
                    </a:cubicBezTo>
                    <a:cubicBezTo>
                      <a:pt x="19691" y="5369"/>
                      <a:pt x="19627" y="5356"/>
                      <a:pt x="19563" y="5356"/>
                    </a:cubicBezTo>
                    <a:cubicBezTo>
                      <a:pt x="19423" y="5356"/>
                      <a:pt x="19308" y="5471"/>
                      <a:pt x="19320" y="5611"/>
                    </a:cubicBezTo>
                    <a:cubicBezTo>
                      <a:pt x="19333" y="5930"/>
                      <a:pt x="19333" y="6275"/>
                      <a:pt x="19346" y="6632"/>
                    </a:cubicBezTo>
                    <a:cubicBezTo>
                      <a:pt x="19193" y="6594"/>
                      <a:pt x="19053" y="6517"/>
                      <a:pt x="18925" y="6428"/>
                    </a:cubicBezTo>
                    <a:cubicBezTo>
                      <a:pt x="17853" y="5650"/>
                      <a:pt x="17508" y="2893"/>
                      <a:pt x="17738" y="1400"/>
                    </a:cubicBezTo>
                    <a:cubicBezTo>
                      <a:pt x="17840" y="762"/>
                      <a:pt x="18019" y="545"/>
                      <a:pt x="18108" y="520"/>
                    </a:cubicBezTo>
                    <a:close/>
                    <a:moveTo>
                      <a:pt x="14078" y="7291"/>
                    </a:moveTo>
                    <a:cubicBezTo>
                      <a:pt x="14098" y="7291"/>
                      <a:pt x="14123" y="7292"/>
                      <a:pt x="14152" y="7296"/>
                    </a:cubicBezTo>
                    <a:cubicBezTo>
                      <a:pt x="14344" y="7347"/>
                      <a:pt x="14535" y="7449"/>
                      <a:pt x="14701" y="7564"/>
                    </a:cubicBezTo>
                    <a:cubicBezTo>
                      <a:pt x="15109" y="7819"/>
                      <a:pt x="15684" y="8164"/>
                      <a:pt x="16488" y="8189"/>
                    </a:cubicBezTo>
                    <a:cubicBezTo>
                      <a:pt x="17572" y="8227"/>
                      <a:pt x="18593" y="8763"/>
                      <a:pt x="19104" y="9580"/>
                    </a:cubicBezTo>
                    <a:cubicBezTo>
                      <a:pt x="19142" y="9657"/>
                      <a:pt x="19206" y="9720"/>
                      <a:pt x="19269" y="9784"/>
                    </a:cubicBezTo>
                    <a:cubicBezTo>
                      <a:pt x="19218" y="10537"/>
                      <a:pt x="19155" y="11303"/>
                      <a:pt x="19065" y="12056"/>
                    </a:cubicBezTo>
                    <a:cubicBezTo>
                      <a:pt x="18619" y="12056"/>
                      <a:pt x="18172" y="11979"/>
                      <a:pt x="17751" y="11839"/>
                    </a:cubicBezTo>
                    <a:cubicBezTo>
                      <a:pt x="16092" y="11277"/>
                      <a:pt x="15058" y="9950"/>
                      <a:pt x="14484" y="8929"/>
                    </a:cubicBezTo>
                    <a:cubicBezTo>
                      <a:pt x="14165" y="8355"/>
                      <a:pt x="13872" y="7500"/>
                      <a:pt x="14012" y="7309"/>
                    </a:cubicBezTo>
                    <a:cubicBezTo>
                      <a:pt x="14012" y="7300"/>
                      <a:pt x="14031" y="7291"/>
                      <a:pt x="14078" y="7291"/>
                    </a:cubicBezTo>
                    <a:close/>
                    <a:moveTo>
                      <a:pt x="23867" y="7849"/>
                    </a:moveTo>
                    <a:cubicBezTo>
                      <a:pt x="24404" y="7849"/>
                      <a:pt x="24856" y="7941"/>
                      <a:pt x="25139" y="8087"/>
                    </a:cubicBezTo>
                    <a:cubicBezTo>
                      <a:pt x="25305" y="8176"/>
                      <a:pt x="25356" y="8253"/>
                      <a:pt x="25356" y="8278"/>
                    </a:cubicBezTo>
                    <a:cubicBezTo>
                      <a:pt x="25369" y="8380"/>
                      <a:pt x="25127" y="8623"/>
                      <a:pt x="24973" y="8776"/>
                    </a:cubicBezTo>
                    <a:lnTo>
                      <a:pt x="24871" y="8865"/>
                    </a:lnTo>
                    <a:cubicBezTo>
                      <a:pt x="24667" y="9057"/>
                      <a:pt x="24489" y="9248"/>
                      <a:pt x="24297" y="9452"/>
                    </a:cubicBezTo>
                    <a:cubicBezTo>
                      <a:pt x="23621" y="10141"/>
                      <a:pt x="22996" y="10792"/>
                      <a:pt x="22141" y="11264"/>
                    </a:cubicBezTo>
                    <a:cubicBezTo>
                      <a:pt x="21349" y="11698"/>
                      <a:pt x="20482" y="11979"/>
                      <a:pt x="19576" y="12056"/>
                    </a:cubicBezTo>
                    <a:cubicBezTo>
                      <a:pt x="19665" y="11315"/>
                      <a:pt x="19729" y="10575"/>
                      <a:pt x="19767" y="9848"/>
                    </a:cubicBezTo>
                    <a:cubicBezTo>
                      <a:pt x="19882" y="9771"/>
                      <a:pt x="19984" y="9682"/>
                      <a:pt x="20073" y="9567"/>
                    </a:cubicBezTo>
                    <a:lnTo>
                      <a:pt x="20073" y="9554"/>
                    </a:lnTo>
                    <a:cubicBezTo>
                      <a:pt x="20124" y="9503"/>
                      <a:pt x="20163" y="9452"/>
                      <a:pt x="20214" y="9389"/>
                    </a:cubicBezTo>
                    <a:cubicBezTo>
                      <a:pt x="21289" y="8245"/>
                      <a:pt x="22758" y="7849"/>
                      <a:pt x="23867" y="7849"/>
                    </a:cubicBezTo>
                    <a:close/>
                    <a:moveTo>
                      <a:pt x="12621" y="12349"/>
                    </a:moveTo>
                    <a:cubicBezTo>
                      <a:pt x="12685" y="12349"/>
                      <a:pt x="12838" y="12387"/>
                      <a:pt x="13195" y="12617"/>
                    </a:cubicBezTo>
                    <a:lnTo>
                      <a:pt x="13221" y="12617"/>
                    </a:lnTo>
                    <a:cubicBezTo>
                      <a:pt x="13897" y="13025"/>
                      <a:pt x="14599" y="13153"/>
                      <a:pt x="15288" y="13255"/>
                    </a:cubicBezTo>
                    <a:cubicBezTo>
                      <a:pt x="16220" y="13421"/>
                      <a:pt x="17100" y="13574"/>
                      <a:pt x="17840" y="14391"/>
                    </a:cubicBezTo>
                    <a:cubicBezTo>
                      <a:pt x="17879" y="14429"/>
                      <a:pt x="17917" y="14480"/>
                      <a:pt x="17968" y="14531"/>
                    </a:cubicBezTo>
                    <a:cubicBezTo>
                      <a:pt x="18121" y="14761"/>
                      <a:pt x="18338" y="14952"/>
                      <a:pt x="18580" y="15093"/>
                    </a:cubicBezTo>
                    <a:cubicBezTo>
                      <a:pt x="18440" y="15794"/>
                      <a:pt x="18274" y="16509"/>
                      <a:pt x="18083" y="17211"/>
                    </a:cubicBezTo>
                    <a:cubicBezTo>
                      <a:pt x="16921" y="17019"/>
                      <a:pt x="15824" y="16547"/>
                      <a:pt x="14880" y="15845"/>
                    </a:cubicBezTo>
                    <a:cubicBezTo>
                      <a:pt x="13540" y="14837"/>
                      <a:pt x="12634" y="13446"/>
                      <a:pt x="12621" y="12387"/>
                    </a:cubicBezTo>
                    <a:cubicBezTo>
                      <a:pt x="12621" y="12375"/>
                      <a:pt x="12621" y="12362"/>
                      <a:pt x="12621" y="12349"/>
                    </a:cubicBezTo>
                    <a:close/>
                    <a:moveTo>
                      <a:pt x="22874" y="13660"/>
                    </a:moveTo>
                    <a:cubicBezTo>
                      <a:pt x="23509" y="13660"/>
                      <a:pt x="24150" y="13727"/>
                      <a:pt x="24782" y="13791"/>
                    </a:cubicBezTo>
                    <a:lnTo>
                      <a:pt x="24871" y="13791"/>
                    </a:lnTo>
                    <a:cubicBezTo>
                      <a:pt x="25050" y="13817"/>
                      <a:pt x="25216" y="13829"/>
                      <a:pt x="25395" y="13855"/>
                    </a:cubicBezTo>
                    <a:cubicBezTo>
                      <a:pt x="25497" y="13855"/>
                      <a:pt x="25586" y="13906"/>
                      <a:pt x="25612" y="13995"/>
                    </a:cubicBezTo>
                    <a:cubicBezTo>
                      <a:pt x="25624" y="14033"/>
                      <a:pt x="25612" y="14084"/>
                      <a:pt x="25586" y="14110"/>
                    </a:cubicBezTo>
                    <a:cubicBezTo>
                      <a:pt x="25101" y="14467"/>
                      <a:pt x="24680" y="14786"/>
                      <a:pt x="24310" y="15080"/>
                    </a:cubicBezTo>
                    <a:lnTo>
                      <a:pt x="24284" y="15093"/>
                    </a:lnTo>
                    <a:cubicBezTo>
                      <a:pt x="23008" y="16075"/>
                      <a:pt x="22255" y="16662"/>
                      <a:pt x="21133" y="16994"/>
                    </a:cubicBezTo>
                    <a:cubicBezTo>
                      <a:pt x="20496" y="17180"/>
                      <a:pt x="19837" y="17276"/>
                      <a:pt x="19179" y="17276"/>
                    </a:cubicBezTo>
                    <a:cubicBezTo>
                      <a:pt x="18984" y="17276"/>
                      <a:pt x="18790" y="17267"/>
                      <a:pt x="18596" y="17251"/>
                    </a:cubicBezTo>
                    <a:lnTo>
                      <a:pt x="18596" y="17251"/>
                    </a:lnTo>
                    <a:cubicBezTo>
                      <a:pt x="18786" y="16514"/>
                      <a:pt x="18964" y="15791"/>
                      <a:pt x="19104" y="15093"/>
                    </a:cubicBezTo>
                    <a:cubicBezTo>
                      <a:pt x="19244" y="15016"/>
                      <a:pt x="19384" y="14914"/>
                      <a:pt x="19486" y="14799"/>
                    </a:cubicBezTo>
                    <a:cubicBezTo>
                      <a:pt x="19716" y="14582"/>
                      <a:pt x="20048" y="14250"/>
                      <a:pt x="21005" y="13931"/>
                    </a:cubicBezTo>
                    <a:cubicBezTo>
                      <a:pt x="21611" y="13727"/>
                      <a:pt x="22239" y="13660"/>
                      <a:pt x="22874" y="13660"/>
                    </a:cubicBezTo>
                    <a:close/>
                    <a:moveTo>
                      <a:pt x="12187" y="16483"/>
                    </a:moveTo>
                    <a:cubicBezTo>
                      <a:pt x="12251" y="16509"/>
                      <a:pt x="12302" y="16522"/>
                      <a:pt x="12353" y="16560"/>
                    </a:cubicBezTo>
                    <a:cubicBezTo>
                      <a:pt x="12864" y="16866"/>
                      <a:pt x="13451" y="17147"/>
                      <a:pt x="14012" y="17428"/>
                    </a:cubicBezTo>
                    <a:cubicBezTo>
                      <a:pt x="15390" y="18091"/>
                      <a:pt x="16807" y="18780"/>
                      <a:pt x="17228" y="19840"/>
                    </a:cubicBezTo>
                    <a:lnTo>
                      <a:pt x="17215" y="19891"/>
                    </a:lnTo>
                    <a:cubicBezTo>
                      <a:pt x="17189" y="19916"/>
                      <a:pt x="17177" y="19954"/>
                      <a:pt x="17177" y="19993"/>
                    </a:cubicBezTo>
                    <a:cubicBezTo>
                      <a:pt x="16896" y="20707"/>
                      <a:pt x="16590" y="21422"/>
                      <a:pt x="16258" y="22085"/>
                    </a:cubicBezTo>
                    <a:cubicBezTo>
                      <a:pt x="14203" y="21396"/>
                      <a:pt x="12723" y="19865"/>
                      <a:pt x="12200" y="17900"/>
                    </a:cubicBezTo>
                    <a:cubicBezTo>
                      <a:pt x="12060" y="17351"/>
                      <a:pt x="12034" y="16586"/>
                      <a:pt x="12162" y="16483"/>
                    </a:cubicBezTo>
                    <a:close/>
                    <a:moveTo>
                      <a:pt x="20502" y="18775"/>
                    </a:moveTo>
                    <a:cubicBezTo>
                      <a:pt x="21020" y="18775"/>
                      <a:pt x="21557" y="18859"/>
                      <a:pt x="22115" y="18946"/>
                    </a:cubicBezTo>
                    <a:lnTo>
                      <a:pt x="22115" y="18934"/>
                    </a:lnTo>
                    <a:cubicBezTo>
                      <a:pt x="22679" y="19024"/>
                      <a:pt x="23258" y="19123"/>
                      <a:pt x="23835" y="19123"/>
                    </a:cubicBezTo>
                    <a:cubicBezTo>
                      <a:pt x="23989" y="19123"/>
                      <a:pt x="24144" y="19116"/>
                      <a:pt x="24297" y="19099"/>
                    </a:cubicBezTo>
                    <a:cubicBezTo>
                      <a:pt x="24379" y="19092"/>
                      <a:pt x="24447" y="19089"/>
                      <a:pt x="24504" y="19089"/>
                    </a:cubicBezTo>
                    <a:cubicBezTo>
                      <a:pt x="24733" y="19089"/>
                      <a:pt x="24782" y="19138"/>
                      <a:pt x="24782" y="19138"/>
                    </a:cubicBezTo>
                    <a:cubicBezTo>
                      <a:pt x="24782" y="19138"/>
                      <a:pt x="24820" y="19253"/>
                      <a:pt x="24591" y="19572"/>
                    </a:cubicBezTo>
                    <a:cubicBezTo>
                      <a:pt x="23240" y="21422"/>
                      <a:pt x="21022" y="22483"/>
                      <a:pt x="18688" y="22483"/>
                    </a:cubicBezTo>
                    <a:cubicBezTo>
                      <a:pt x="18221" y="22483"/>
                      <a:pt x="17749" y="22441"/>
                      <a:pt x="17279" y="22353"/>
                    </a:cubicBezTo>
                    <a:cubicBezTo>
                      <a:pt x="17126" y="22315"/>
                      <a:pt x="16947" y="22290"/>
                      <a:pt x="16756" y="22226"/>
                    </a:cubicBezTo>
                    <a:cubicBezTo>
                      <a:pt x="17075" y="21575"/>
                      <a:pt x="17368" y="20899"/>
                      <a:pt x="17636" y="20197"/>
                    </a:cubicBezTo>
                    <a:cubicBezTo>
                      <a:pt x="17662" y="20171"/>
                      <a:pt x="17674" y="20146"/>
                      <a:pt x="17700" y="20120"/>
                    </a:cubicBezTo>
                    <a:cubicBezTo>
                      <a:pt x="17853" y="20005"/>
                      <a:pt x="17993" y="19878"/>
                      <a:pt x="18134" y="19750"/>
                    </a:cubicBezTo>
                    <a:cubicBezTo>
                      <a:pt x="18440" y="19469"/>
                      <a:pt x="18785" y="19227"/>
                      <a:pt x="19155" y="19036"/>
                    </a:cubicBezTo>
                    <a:cubicBezTo>
                      <a:pt x="19589" y="18843"/>
                      <a:pt x="20038" y="18775"/>
                      <a:pt x="20502" y="18775"/>
                    </a:cubicBezTo>
                    <a:close/>
                    <a:moveTo>
                      <a:pt x="9689" y="20663"/>
                    </a:moveTo>
                    <a:cubicBezTo>
                      <a:pt x="9765" y="20663"/>
                      <a:pt x="9857" y="20728"/>
                      <a:pt x="10095" y="20911"/>
                    </a:cubicBezTo>
                    <a:cubicBezTo>
                      <a:pt x="10643" y="21345"/>
                      <a:pt x="11243" y="21715"/>
                      <a:pt x="11881" y="22009"/>
                    </a:cubicBezTo>
                    <a:cubicBezTo>
                      <a:pt x="12519" y="22315"/>
                      <a:pt x="13081" y="22621"/>
                      <a:pt x="13514" y="23208"/>
                    </a:cubicBezTo>
                    <a:cubicBezTo>
                      <a:pt x="13948" y="23795"/>
                      <a:pt x="14267" y="24472"/>
                      <a:pt x="14433" y="25186"/>
                    </a:cubicBezTo>
                    <a:cubicBezTo>
                      <a:pt x="13987" y="25799"/>
                      <a:pt x="13514" y="26386"/>
                      <a:pt x="13004" y="26934"/>
                    </a:cubicBezTo>
                    <a:cubicBezTo>
                      <a:pt x="12315" y="26564"/>
                      <a:pt x="11677" y="26092"/>
                      <a:pt x="11141" y="25518"/>
                    </a:cubicBezTo>
                    <a:lnTo>
                      <a:pt x="11141" y="25531"/>
                    </a:lnTo>
                    <a:cubicBezTo>
                      <a:pt x="10095" y="24421"/>
                      <a:pt x="9571" y="23030"/>
                      <a:pt x="9456" y="21039"/>
                    </a:cubicBezTo>
                    <a:cubicBezTo>
                      <a:pt x="9456" y="20937"/>
                      <a:pt x="9482" y="20695"/>
                      <a:pt x="9648" y="20669"/>
                    </a:cubicBezTo>
                    <a:cubicBezTo>
                      <a:pt x="9662" y="20665"/>
                      <a:pt x="9675" y="20663"/>
                      <a:pt x="9689" y="20663"/>
                    </a:cubicBezTo>
                    <a:close/>
                    <a:moveTo>
                      <a:pt x="17392" y="24448"/>
                    </a:moveTo>
                    <a:cubicBezTo>
                      <a:pt x="18049" y="24448"/>
                      <a:pt x="18797" y="24570"/>
                      <a:pt x="19499" y="24867"/>
                    </a:cubicBezTo>
                    <a:lnTo>
                      <a:pt x="19499" y="24880"/>
                    </a:lnTo>
                    <a:cubicBezTo>
                      <a:pt x="19691" y="24957"/>
                      <a:pt x="19882" y="25033"/>
                      <a:pt x="20061" y="25122"/>
                    </a:cubicBezTo>
                    <a:cubicBezTo>
                      <a:pt x="20622" y="25416"/>
                      <a:pt x="21222" y="25633"/>
                      <a:pt x="21847" y="25760"/>
                    </a:cubicBezTo>
                    <a:cubicBezTo>
                      <a:pt x="22026" y="25799"/>
                      <a:pt x="22460" y="25875"/>
                      <a:pt x="22498" y="26028"/>
                    </a:cubicBezTo>
                    <a:cubicBezTo>
                      <a:pt x="22485" y="26080"/>
                      <a:pt x="22332" y="26322"/>
                      <a:pt x="21081" y="26973"/>
                    </a:cubicBezTo>
                    <a:lnTo>
                      <a:pt x="20992" y="27011"/>
                    </a:lnTo>
                    <a:cubicBezTo>
                      <a:pt x="19793" y="27644"/>
                      <a:pt x="18431" y="27964"/>
                      <a:pt x="17061" y="27964"/>
                    </a:cubicBezTo>
                    <a:cubicBezTo>
                      <a:pt x="15835" y="27964"/>
                      <a:pt x="14603" y="27708"/>
                      <a:pt x="13476" y="27190"/>
                    </a:cubicBezTo>
                    <a:cubicBezTo>
                      <a:pt x="14038" y="26577"/>
                      <a:pt x="14548" y="25914"/>
                      <a:pt x="15020" y="25237"/>
                    </a:cubicBezTo>
                    <a:cubicBezTo>
                      <a:pt x="15314" y="25033"/>
                      <a:pt x="15633" y="24867"/>
                      <a:pt x="15952" y="24701"/>
                    </a:cubicBezTo>
                    <a:cubicBezTo>
                      <a:pt x="16294" y="24545"/>
                      <a:pt x="16807" y="24448"/>
                      <a:pt x="17392" y="24448"/>
                    </a:cubicBezTo>
                    <a:close/>
                    <a:moveTo>
                      <a:pt x="5539" y="24370"/>
                    </a:moveTo>
                    <a:cubicBezTo>
                      <a:pt x="5730" y="24395"/>
                      <a:pt x="6024" y="24676"/>
                      <a:pt x="6292" y="24931"/>
                    </a:cubicBezTo>
                    <a:cubicBezTo>
                      <a:pt x="6381" y="25020"/>
                      <a:pt x="6470" y="25110"/>
                      <a:pt x="6560" y="25199"/>
                    </a:cubicBezTo>
                    <a:cubicBezTo>
                      <a:pt x="7045" y="25620"/>
                      <a:pt x="7581" y="25990"/>
                      <a:pt x="8142" y="26296"/>
                    </a:cubicBezTo>
                    <a:cubicBezTo>
                      <a:pt x="9240" y="26934"/>
                      <a:pt x="10107" y="27432"/>
                      <a:pt x="10388" y="29308"/>
                    </a:cubicBezTo>
                    <a:cubicBezTo>
                      <a:pt x="9699" y="29831"/>
                      <a:pt x="9010" y="30380"/>
                      <a:pt x="8359" y="30929"/>
                    </a:cubicBezTo>
                    <a:cubicBezTo>
                      <a:pt x="5858" y="29002"/>
                      <a:pt x="5041" y="25914"/>
                      <a:pt x="5296" y="24727"/>
                    </a:cubicBezTo>
                    <a:cubicBezTo>
                      <a:pt x="5335" y="24497"/>
                      <a:pt x="5411" y="24382"/>
                      <a:pt x="5475" y="24370"/>
                    </a:cubicBezTo>
                    <a:close/>
                    <a:moveTo>
                      <a:pt x="12376" y="29470"/>
                    </a:moveTo>
                    <a:cubicBezTo>
                      <a:pt x="14137" y="29470"/>
                      <a:pt x="15349" y="30209"/>
                      <a:pt x="16743" y="31452"/>
                    </a:cubicBezTo>
                    <a:lnTo>
                      <a:pt x="16845" y="31541"/>
                    </a:lnTo>
                    <a:cubicBezTo>
                      <a:pt x="17062" y="31707"/>
                      <a:pt x="17253" y="31924"/>
                      <a:pt x="17394" y="32166"/>
                    </a:cubicBezTo>
                    <a:cubicBezTo>
                      <a:pt x="17394" y="32179"/>
                      <a:pt x="17406" y="32179"/>
                      <a:pt x="17394" y="32205"/>
                    </a:cubicBezTo>
                    <a:cubicBezTo>
                      <a:pt x="17164" y="32600"/>
                      <a:pt x="15263" y="32996"/>
                      <a:pt x="14369" y="33060"/>
                    </a:cubicBezTo>
                    <a:cubicBezTo>
                      <a:pt x="14086" y="33078"/>
                      <a:pt x="13801" y="33097"/>
                      <a:pt x="13501" y="33097"/>
                    </a:cubicBezTo>
                    <a:cubicBezTo>
                      <a:pt x="12353" y="33097"/>
                      <a:pt x="10996" y="32826"/>
                      <a:pt x="8780" y="31248"/>
                    </a:cubicBezTo>
                    <a:lnTo>
                      <a:pt x="8767" y="31248"/>
                    </a:lnTo>
                    <a:cubicBezTo>
                      <a:pt x="9431" y="30686"/>
                      <a:pt x="10120" y="30137"/>
                      <a:pt x="10796" y="29640"/>
                    </a:cubicBezTo>
                    <a:cubicBezTo>
                      <a:pt x="11374" y="29525"/>
                      <a:pt x="11895" y="29470"/>
                      <a:pt x="12376" y="29470"/>
                    </a:cubicBezTo>
                    <a:close/>
                    <a:moveTo>
                      <a:pt x="1290" y="27815"/>
                    </a:moveTo>
                    <a:cubicBezTo>
                      <a:pt x="1392" y="27815"/>
                      <a:pt x="1519" y="27930"/>
                      <a:pt x="1621" y="28108"/>
                    </a:cubicBezTo>
                    <a:cubicBezTo>
                      <a:pt x="2068" y="28925"/>
                      <a:pt x="2757" y="29538"/>
                      <a:pt x="3421" y="30137"/>
                    </a:cubicBezTo>
                    <a:cubicBezTo>
                      <a:pt x="3931" y="30571"/>
                      <a:pt x="4416" y="31056"/>
                      <a:pt x="4837" y="31592"/>
                    </a:cubicBezTo>
                    <a:cubicBezTo>
                      <a:pt x="5552" y="32575"/>
                      <a:pt x="5590" y="33251"/>
                      <a:pt x="5577" y="33519"/>
                    </a:cubicBezTo>
                    <a:cubicBezTo>
                      <a:pt x="4812" y="34310"/>
                      <a:pt x="4071" y="35127"/>
                      <a:pt x="3395" y="35969"/>
                    </a:cubicBezTo>
                    <a:cubicBezTo>
                      <a:pt x="2655" y="35331"/>
                      <a:pt x="2068" y="34540"/>
                      <a:pt x="1672" y="33659"/>
                    </a:cubicBezTo>
                    <a:cubicBezTo>
                      <a:pt x="983" y="32103"/>
                      <a:pt x="588" y="29295"/>
                      <a:pt x="1085" y="28006"/>
                    </a:cubicBezTo>
                    <a:cubicBezTo>
                      <a:pt x="1124" y="27892"/>
                      <a:pt x="1200" y="27828"/>
                      <a:pt x="1277" y="27815"/>
                    </a:cubicBezTo>
                    <a:close/>
                    <a:moveTo>
                      <a:pt x="7265" y="33835"/>
                    </a:moveTo>
                    <a:cubicBezTo>
                      <a:pt x="8994" y="33835"/>
                      <a:pt x="9858" y="34525"/>
                      <a:pt x="10516" y="35305"/>
                    </a:cubicBezTo>
                    <a:cubicBezTo>
                      <a:pt x="11077" y="35956"/>
                      <a:pt x="11766" y="36492"/>
                      <a:pt x="12430" y="37003"/>
                    </a:cubicBezTo>
                    <a:cubicBezTo>
                      <a:pt x="12481" y="37041"/>
                      <a:pt x="12545" y="37079"/>
                      <a:pt x="12596" y="37118"/>
                    </a:cubicBezTo>
                    <a:cubicBezTo>
                      <a:pt x="12978" y="37373"/>
                      <a:pt x="12940" y="37411"/>
                      <a:pt x="12902" y="37475"/>
                    </a:cubicBezTo>
                    <a:cubicBezTo>
                      <a:pt x="12813" y="37615"/>
                      <a:pt x="12009" y="37870"/>
                      <a:pt x="10937" y="38049"/>
                    </a:cubicBezTo>
                    <a:cubicBezTo>
                      <a:pt x="10425" y="38133"/>
                      <a:pt x="9908" y="38175"/>
                      <a:pt x="9393" y="38175"/>
                    </a:cubicBezTo>
                    <a:cubicBezTo>
                      <a:pt x="7339" y="38175"/>
                      <a:pt x="5313" y="37517"/>
                      <a:pt x="3752" y="36314"/>
                    </a:cubicBezTo>
                    <a:lnTo>
                      <a:pt x="3765" y="36314"/>
                    </a:lnTo>
                    <a:cubicBezTo>
                      <a:pt x="4416" y="35510"/>
                      <a:pt x="5118" y="34718"/>
                      <a:pt x="5845" y="33966"/>
                    </a:cubicBezTo>
                    <a:cubicBezTo>
                      <a:pt x="6376" y="33876"/>
                      <a:pt x="6846" y="33835"/>
                      <a:pt x="7265" y="33835"/>
                    </a:cubicBezTo>
                    <a:close/>
                    <a:moveTo>
                      <a:pt x="18179" y="1"/>
                    </a:moveTo>
                    <a:cubicBezTo>
                      <a:pt x="18111" y="1"/>
                      <a:pt x="18041" y="11"/>
                      <a:pt x="17968" y="35"/>
                    </a:cubicBezTo>
                    <a:cubicBezTo>
                      <a:pt x="17611" y="150"/>
                      <a:pt x="17381" y="584"/>
                      <a:pt x="17253" y="1311"/>
                    </a:cubicBezTo>
                    <a:cubicBezTo>
                      <a:pt x="16998" y="2957"/>
                      <a:pt x="17406" y="5918"/>
                      <a:pt x="18644" y="6824"/>
                    </a:cubicBezTo>
                    <a:cubicBezTo>
                      <a:pt x="18848" y="6977"/>
                      <a:pt x="19078" y="7079"/>
                      <a:pt x="19320" y="7130"/>
                    </a:cubicBezTo>
                    <a:lnTo>
                      <a:pt x="19359" y="7130"/>
                    </a:lnTo>
                    <a:cubicBezTo>
                      <a:pt x="19359" y="7755"/>
                      <a:pt x="19346" y="8393"/>
                      <a:pt x="19320" y="9006"/>
                    </a:cubicBezTo>
                    <a:cubicBezTo>
                      <a:pt x="18619" y="8189"/>
                      <a:pt x="17598" y="7704"/>
                      <a:pt x="16513" y="7691"/>
                    </a:cubicBezTo>
                    <a:cubicBezTo>
                      <a:pt x="15837" y="7666"/>
                      <a:pt x="15352" y="7372"/>
                      <a:pt x="14969" y="7130"/>
                    </a:cubicBezTo>
                    <a:lnTo>
                      <a:pt x="14931" y="7117"/>
                    </a:lnTo>
                    <a:cubicBezTo>
                      <a:pt x="14714" y="6964"/>
                      <a:pt x="14471" y="6849"/>
                      <a:pt x="14216" y="6798"/>
                    </a:cubicBezTo>
                    <a:cubicBezTo>
                      <a:pt x="14164" y="6784"/>
                      <a:pt x="14112" y="6778"/>
                      <a:pt x="14062" y="6778"/>
                    </a:cubicBezTo>
                    <a:cubicBezTo>
                      <a:pt x="13875" y="6778"/>
                      <a:pt x="13701" y="6867"/>
                      <a:pt x="13591" y="7028"/>
                    </a:cubicBezTo>
                    <a:cubicBezTo>
                      <a:pt x="13183" y="7628"/>
                      <a:pt x="14012" y="9121"/>
                      <a:pt x="14050" y="9184"/>
                    </a:cubicBezTo>
                    <a:cubicBezTo>
                      <a:pt x="14676" y="10269"/>
                      <a:pt x="15786" y="11698"/>
                      <a:pt x="17585" y="12324"/>
                    </a:cubicBezTo>
                    <a:cubicBezTo>
                      <a:pt x="17840" y="12400"/>
                      <a:pt x="18108" y="12464"/>
                      <a:pt x="18376" y="12515"/>
                    </a:cubicBezTo>
                    <a:cubicBezTo>
                      <a:pt x="18580" y="12540"/>
                      <a:pt x="18797" y="12566"/>
                      <a:pt x="19014" y="12566"/>
                    </a:cubicBezTo>
                    <a:cubicBezTo>
                      <a:pt x="18925" y="13230"/>
                      <a:pt x="18823" y="13906"/>
                      <a:pt x="18695" y="14569"/>
                    </a:cubicBezTo>
                    <a:cubicBezTo>
                      <a:pt x="18580" y="14467"/>
                      <a:pt x="18466" y="14352"/>
                      <a:pt x="18376" y="14225"/>
                    </a:cubicBezTo>
                    <a:lnTo>
                      <a:pt x="18363" y="14212"/>
                    </a:lnTo>
                    <a:cubicBezTo>
                      <a:pt x="18312" y="14148"/>
                      <a:pt x="18274" y="14097"/>
                      <a:pt x="18223" y="14059"/>
                    </a:cubicBezTo>
                    <a:cubicBezTo>
                      <a:pt x="17368" y="13102"/>
                      <a:pt x="16360" y="12936"/>
                      <a:pt x="15377" y="12770"/>
                    </a:cubicBezTo>
                    <a:cubicBezTo>
                      <a:pt x="14714" y="12655"/>
                      <a:pt x="14076" y="12540"/>
                      <a:pt x="13489" y="12183"/>
                    </a:cubicBezTo>
                    <a:lnTo>
                      <a:pt x="13463" y="12170"/>
                    </a:lnTo>
                    <a:cubicBezTo>
                      <a:pt x="13185" y="12007"/>
                      <a:pt x="12877" y="11844"/>
                      <a:pt x="12612" y="11844"/>
                    </a:cubicBezTo>
                    <a:cubicBezTo>
                      <a:pt x="12524" y="11844"/>
                      <a:pt x="12442" y="11861"/>
                      <a:pt x="12366" y="11902"/>
                    </a:cubicBezTo>
                    <a:cubicBezTo>
                      <a:pt x="12200" y="12004"/>
                      <a:pt x="12098" y="12196"/>
                      <a:pt x="12123" y="12387"/>
                    </a:cubicBezTo>
                    <a:cubicBezTo>
                      <a:pt x="12123" y="13625"/>
                      <a:pt x="13093" y="15144"/>
                      <a:pt x="14586" y="16241"/>
                    </a:cubicBezTo>
                    <a:cubicBezTo>
                      <a:pt x="15569" y="16994"/>
                      <a:pt x="16730" y="17492"/>
                      <a:pt x="17955" y="17709"/>
                    </a:cubicBezTo>
                    <a:cubicBezTo>
                      <a:pt x="17866" y="18002"/>
                      <a:pt x="17776" y="18296"/>
                      <a:pt x="17687" y="18576"/>
                    </a:cubicBezTo>
                    <a:cubicBezTo>
                      <a:pt x="17623" y="18780"/>
                      <a:pt x="17547" y="18972"/>
                      <a:pt x="17470" y="19214"/>
                    </a:cubicBezTo>
                    <a:cubicBezTo>
                      <a:pt x="16819" y="18232"/>
                      <a:pt x="15454" y="17568"/>
                      <a:pt x="14242" y="16981"/>
                    </a:cubicBezTo>
                    <a:lnTo>
                      <a:pt x="14229" y="16981"/>
                    </a:lnTo>
                    <a:cubicBezTo>
                      <a:pt x="13680" y="16713"/>
                      <a:pt x="13119" y="16432"/>
                      <a:pt x="12621" y="16139"/>
                    </a:cubicBezTo>
                    <a:cubicBezTo>
                      <a:pt x="12446" y="16030"/>
                      <a:pt x="12300" y="15990"/>
                      <a:pt x="12179" y="15990"/>
                    </a:cubicBezTo>
                    <a:cubicBezTo>
                      <a:pt x="12045" y="15990"/>
                      <a:pt x="11942" y="16040"/>
                      <a:pt x="11868" y="16101"/>
                    </a:cubicBezTo>
                    <a:cubicBezTo>
                      <a:pt x="11332" y="16496"/>
                      <a:pt x="11702" y="17976"/>
                      <a:pt x="11702" y="18040"/>
                    </a:cubicBezTo>
                    <a:cubicBezTo>
                      <a:pt x="12277" y="20159"/>
                      <a:pt x="13846" y="21805"/>
                      <a:pt x="16041" y="22558"/>
                    </a:cubicBezTo>
                    <a:cubicBezTo>
                      <a:pt x="15671" y="23285"/>
                      <a:pt x="15250" y="23987"/>
                      <a:pt x="14803" y="24663"/>
                    </a:cubicBezTo>
                    <a:cubicBezTo>
                      <a:pt x="14599" y="24038"/>
                      <a:pt x="14306" y="23451"/>
                      <a:pt x="13910" y="22928"/>
                    </a:cubicBezTo>
                    <a:cubicBezTo>
                      <a:pt x="13412" y="22251"/>
                      <a:pt x="12800" y="21920"/>
                      <a:pt x="12098" y="21588"/>
                    </a:cubicBezTo>
                    <a:cubicBezTo>
                      <a:pt x="11485" y="21307"/>
                      <a:pt x="10924" y="20950"/>
                      <a:pt x="10401" y="20541"/>
                    </a:cubicBezTo>
                    <a:cubicBezTo>
                      <a:pt x="10132" y="20329"/>
                      <a:pt x="9932" y="20175"/>
                      <a:pt x="9663" y="20175"/>
                    </a:cubicBezTo>
                    <a:cubicBezTo>
                      <a:pt x="9625" y="20175"/>
                      <a:pt x="9586" y="20178"/>
                      <a:pt x="9546" y="20184"/>
                    </a:cubicBezTo>
                    <a:cubicBezTo>
                      <a:pt x="9112" y="20273"/>
                      <a:pt x="8933" y="20707"/>
                      <a:pt x="8946" y="21090"/>
                    </a:cubicBezTo>
                    <a:cubicBezTo>
                      <a:pt x="9074" y="23221"/>
                      <a:pt x="9635" y="24701"/>
                      <a:pt x="10771" y="25901"/>
                    </a:cubicBezTo>
                    <a:cubicBezTo>
                      <a:pt x="11320" y="26475"/>
                      <a:pt x="11945" y="26960"/>
                      <a:pt x="12647" y="27356"/>
                    </a:cubicBezTo>
                    <a:cubicBezTo>
                      <a:pt x="12085" y="27943"/>
                      <a:pt x="11473" y="28479"/>
                      <a:pt x="10835" y="28976"/>
                    </a:cubicBezTo>
                    <a:cubicBezTo>
                      <a:pt x="10465" y="27088"/>
                      <a:pt x="9456" y="26501"/>
                      <a:pt x="8397" y="25875"/>
                    </a:cubicBezTo>
                    <a:cubicBezTo>
                      <a:pt x="7861" y="25595"/>
                      <a:pt x="7364" y="25250"/>
                      <a:pt x="6904" y="24842"/>
                    </a:cubicBezTo>
                    <a:cubicBezTo>
                      <a:pt x="6815" y="24765"/>
                      <a:pt x="6726" y="24676"/>
                      <a:pt x="6636" y="24599"/>
                    </a:cubicBezTo>
                    <a:cubicBezTo>
                      <a:pt x="6241" y="24215"/>
                      <a:pt x="5895" y="23880"/>
                      <a:pt x="5510" y="23880"/>
                    </a:cubicBezTo>
                    <a:cubicBezTo>
                      <a:pt x="5461" y="23880"/>
                      <a:pt x="5411" y="23886"/>
                      <a:pt x="5360" y="23897"/>
                    </a:cubicBezTo>
                    <a:cubicBezTo>
                      <a:pt x="5156" y="23936"/>
                      <a:pt x="4901" y="24102"/>
                      <a:pt x="4786" y="24638"/>
                    </a:cubicBezTo>
                    <a:cubicBezTo>
                      <a:pt x="4633" y="25429"/>
                      <a:pt x="4837" y="26654"/>
                      <a:pt x="5348" y="27853"/>
                    </a:cubicBezTo>
                    <a:cubicBezTo>
                      <a:pt x="5922" y="29193"/>
                      <a:pt x="6815" y="30380"/>
                      <a:pt x="7963" y="31286"/>
                    </a:cubicBezTo>
                    <a:cubicBezTo>
                      <a:pt x="7300" y="31860"/>
                      <a:pt x="6649" y="32460"/>
                      <a:pt x="6049" y="33072"/>
                    </a:cubicBezTo>
                    <a:cubicBezTo>
                      <a:pt x="5909" y="32422"/>
                      <a:pt x="5641" y="31822"/>
                      <a:pt x="5233" y="31311"/>
                    </a:cubicBezTo>
                    <a:cubicBezTo>
                      <a:pt x="4799" y="30750"/>
                      <a:pt x="4301" y="30239"/>
                      <a:pt x="3752" y="29780"/>
                    </a:cubicBezTo>
                    <a:cubicBezTo>
                      <a:pt x="3089" y="29180"/>
                      <a:pt x="2476" y="28619"/>
                      <a:pt x="2055" y="27879"/>
                    </a:cubicBezTo>
                    <a:cubicBezTo>
                      <a:pt x="1863" y="27529"/>
                      <a:pt x="1590" y="27328"/>
                      <a:pt x="1292" y="27328"/>
                    </a:cubicBezTo>
                    <a:cubicBezTo>
                      <a:pt x="1274" y="27328"/>
                      <a:pt x="1256" y="27329"/>
                      <a:pt x="1239" y="27330"/>
                    </a:cubicBezTo>
                    <a:cubicBezTo>
                      <a:pt x="945" y="27356"/>
                      <a:pt x="690" y="27560"/>
                      <a:pt x="601" y="27840"/>
                    </a:cubicBezTo>
                    <a:cubicBezTo>
                      <a:pt x="1" y="29385"/>
                      <a:pt x="550" y="32396"/>
                      <a:pt x="1200" y="33876"/>
                    </a:cubicBezTo>
                    <a:cubicBezTo>
                      <a:pt x="1634" y="34846"/>
                      <a:pt x="2259" y="35688"/>
                      <a:pt x="3063" y="36377"/>
                    </a:cubicBezTo>
                    <a:cubicBezTo>
                      <a:pt x="2132" y="37539"/>
                      <a:pt x="1277" y="38776"/>
                      <a:pt x="524" y="40052"/>
                    </a:cubicBezTo>
                    <a:cubicBezTo>
                      <a:pt x="486" y="40104"/>
                      <a:pt x="473" y="40180"/>
                      <a:pt x="486" y="40244"/>
                    </a:cubicBezTo>
                    <a:cubicBezTo>
                      <a:pt x="511" y="40333"/>
                      <a:pt x="601" y="40410"/>
                      <a:pt x="690" y="40423"/>
                    </a:cubicBezTo>
                    <a:lnTo>
                      <a:pt x="741" y="40423"/>
                    </a:lnTo>
                    <a:cubicBezTo>
                      <a:pt x="830" y="40423"/>
                      <a:pt x="907" y="40384"/>
                      <a:pt x="958" y="40308"/>
                    </a:cubicBezTo>
                    <a:cubicBezTo>
                      <a:pt x="1698" y="39044"/>
                      <a:pt x="2540" y="37845"/>
                      <a:pt x="3446" y="36696"/>
                    </a:cubicBezTo>
                    <a:cubicBezTo>
                      <a:pt x="4722" y="37679"/>
                      <a:pt x="6215" y="38304"/>
                      <a:pt x="7798" y="38547"/>
                    </a:cubicBezTo>
                    <a:cubicBezTo>
                      <a:pt x="8327" y="38636"/>
                      <a:pt x="8866" y="38681"/>
                      <a:pt x="9405" y="38681"/>
                    </a:cubicBezTo>
                    <a:cubicBezTo>
                      <a:pt x="9945" y="38681"/>
                      <a:pt x="10484" y="38636"/>
                      <a:pt x="11013" y="38547"/>
                    </a:cubicBezTo>
                    <a:cubicBezTo>
                      <a:pt x="11932" y="38394"/>
                      <a:pt x="13081" y="38138"/>
                      <a:pt x="13336" y="37756"/>
                    </a:cubicBezTo>
                    <a:cubicBezTo>
                      <a:pt x="13668" y="37232"/>
                      <a:pt x="13144" y="36875"/>
                      <a:pt x="12876" y="36696"/>
                    </a:cubicBezTo>
                    <a:cubicBezTo>
                      <a:pt x="12825" y="36671"/>
                      <a:pt x="12787" y="36633"/>
                      <a:pt x="12736" y="36607"/>
                    </a:cubicBezTo>
                    <a:cubicBezTo>
                      <a:pt x="12098" y="36109"/>
                      <a:pt x="11434" y="35599"/>
                      <a:pt x="10898" y="34974"/>
                    </a:cubicBezTo>
                    <a:cubicBezTo>
                      <a:pt x="9948" y="33859"/>
                      <a:pt x="8801" y="33334"/>
                      <a:pt x="7250" y="33334"/>
                    </a:cubicBezTo>
                    <a:cubicBezTo>
                      <a:pt x="6989" y="33334"/>
                      <a:pt x="6717" y="33349"/>
                      <a:pt x="6432" y="33379"/>
                    </a:cubicBezTo>
                    <a:cubicBezTo>
                      <a:pt x="7057" y="32766"/>
                      <a:pt x="7708" y="32166"/>
                      <a:pt x="8372" y="31592"/>
                    </a:cubicBezTo>
                    <a:cubicBezTo>
                      <a:pt x="9418" y="32358"/>
                      <a:pt x="10630" y="33200"/>
                      <a:pt x="12391" y="33493"/>
                    </a:cubicBezTo>
                    <a:cubicBezTo>
                      <a:pt x="12834" y="33562"/>
                      <a:pt x="13276" y="33596"/>
                      <a:pt x="13719" y="33596"/>
                    </a:cubicBezTo>
                    <a:cubicBezTo>
                      <a:pt x="13940" y="33596"/>
                      <a:pt x="14161" y="33587"/>
                      <a:pt x="14382" y="33570"/>
                    </a:cubicBezTo>
                    <a:cubicBezTo>
                      <a:pt x="14408" y="33570"/>
                      <a:pt x="17330" y="33302"/>
                      <a:pt x="17815" y="32473"/>
                    </a:cubicBezTo>
                    <a:cubicBezTo>
                      <a:pt x="17917" y="32319"/>
                      <a:pt x="17930" y="32128"/>
                      <a:pt x="17853" y="31962"/>
                    </a:cubicBezTo>
                    <a:cubicBezTo>
                      <a:pt x="17674" y="31656"/>
                      <a:pt x="17445" y="31388"/>
                      <a:pt x="17164" y="31171"/>
                    </a:cubicBezTo>
                    <a:lnTo>
                      <a:pt x="17062" y="31082"/>
                    </a:lnTo>
                    <a:cubicBezTo>
                      <a:pt x="15623" y="29802"/>
                      <a:pt x="14285" y="28974"/>
                      <a:pt x="12351" y="28974"/>
                    </a:cubicBezTo>
                    <a:cubicBezTo>
                      <a:pt x="12106" y="28974"/>
                      <a:pt x="11852" y="28987"/>
                      <a:pt x="11588" y="29014"/>
                    </a:cubicBezTo>
                    <a:cubicBezTo>
                      <a:pt x="12123" y="28568"/>
                      <a:pt x="12621" y="28096"/>
                      <a:pt x="13106" y="27598"/>
                    </a:cubicBezTo>
                    <a:cubicBezTo>
                      <a:pt x="13884" y="27981"/>
                      <a:pt x="14714" y="28236"/>
                      <a:pt x="15569" y="28376"/>
                    </a:cubicBezTo>
                    <a:cubicBezTo>
                      <a:pt x="16051" y="28456"/>
                      <a:pt x="16536" y="28495"/>
                      <a:pt x="17019" y="28495"/>
                    </a:cubicBezTo>
                    <a:cubicBezTo>
                      <a:pt x="18477" y="28495"/>
                      <a:pt x="19918" y="28138"/>
                      <a:pt x="21222" y="27458"/>
                    </a:cubicBezTo>
                    <a:lnTo>
                      <a:pt x="21311" y="27407"/>
                    </a:lnTo>
                    <a:cubicBezTo>
                      <a:pt x="22587" y="26743"/>
                      <a:pt x="23047" y="26347"/>
                      <a:pt x="22996" y="25977"/>
                    </a:cubicBezTo>
                    <a:cubicBezTo>
                      <a:pt x="22919" y="25441"/>
                      <a:pt x="22268" y="25327"/>
                      <a:pt x="21924" y="25263"/>
                    </a:cubicBezTo>
                    <a:cubicBezTo>
                      <a:pt x="21349" y="25135"/>
                      <a:pt x="20788" y="24944"/>
                      <a:pt x="20265" y="24676"/>
                    </a:cubicBezTo>
                    <a:cubicBezTo>
                      <a:pt x="20073" y="24587"/>
                      <a:pt x="19882" y="24497"/>
                      <a:pt x="19691" y="24408"/>
                    </a:cubicBezTo>
                    <a:cubicBezTo>
                      <a:pt x="18922" y="24083"/>
                      <a:pt x="18113" y="23948"/>
                      <a:pt x="17395" y="23948"/>
                    </a:cubicBezTo>
                    <a:cubicBezTo>
                      <a:pt x="16728" y="23948"/>
                      <a:pt x="16140" y="24064"/>
                      <a:pt x="15735" y="24255"/>
                    </a:cubicBezTo>
                    <a:lnTo>
                      <a:pt x="15620" y="24306"/>
                    </a:lnTo>
                    <a:cubicBezTo>
                      <a:pt x="15939" y="23795"/>
                      <a:pt x="16245" y="23247"/>
                      <a:pt x="16526" y="22698"/>
                    </a:cubicBezTo>
                    <a:cubicBezTo>
                      <a:pt x="16768" y="22762"/>
                      <a:pt x="16985" y="22813"/>
                      <a:pt x="17189" y="22851"/>
                    </a:cubicBezTo>
                    <a:cubicBezTo>
                      <a:pt x="17253" y="22864"/>
                      <a:pt x="17317" y="22877"/>
                      <a:pt x="17394" y="22889"/>
                    </a:cubicBezTo>
                    <a:cubicBezTo>
                      <a:pt x="17821" y="22958"/>
                      <a:pt x="18250" y="22992"/>
                      <a:pt x="18676" y="22992"/>
                    </a:cubicBezTo>
                    <a:cubicBezTo>
                      <a:pt x="21171" y="22992"/>
                      <a:pt x="23558" y="21838"/>
                      <a:pt x="24986" y="19865"/>
                    </a:cubicBezTo>
                    <a:cubicBezTo>
                      <a:pt x="25280" y="19469"/>
                      <a:pt x="25356" y="19138"/>
                      <a:pt x="25216" y="18895"/>
                    </a:cubicBezTo>
                    <a:cubicBezTo>
                      <a:pt x="25099" y="18693"/>
                      <a:pt x="24859" y="18589"/>
                      <a:pt x="24487" y="18589"/>
                    </a:cubicBezTo>
                    <a:cubicBezTo>
                      <a:pt x="24412" y="18589"/>
                      <a:pt x="24332" y="18593"/>
                      <a:pt x="24246" y="18602"/>
                    </a:cubicBezTo>
                    <a:cubicBezTo>
                      <a:pt x="24105" y="18615"/>
                      <a:pt x="23961" y="18621"/>
                      <a:pt x="23815" y="18621"/>
                    </a:cubicBezTo>
                    <a:cubicBezTo>
                      <a:pt x="23279" y="18621"/>
                      <a:pt x="22721" y="18539"/>
                      <a:pt x="22179" y="18449"/>
                    </a:cubicBezTo>
                    <a:cubicBezTo>
                      <a:pt x="21622" y="18362"/>
                      <a:pt x="21055" y="18273"/>
                      <a:pt x="20490" y="18273"/>
                    </a:cubicBezTo>
                    <a:cubicBezTo>
                      <a:pt x="19967" y="18273"/>
                      <a:pt x="19446" y="18349"/>
                      <a:pt x="18938" y="18576"/>
                    </a:cubicBezTo>
                    <a:cubicBezTo>
                      <a:pt x="18593" y="18742"/>
                      <a:pt x="18274" y="18959"/>
                      <a:pt x="17981" y="19214"/>
                    </a:cubicBezTo>
                    <a:cubicBezTo>
                      <a:pt x="18044" y="19061"/>
                      <a:pt x="18095" y="18895"/>
                      <a:pt x="18147" y="18742"/>
                    </a:cubicBezTo>
                    <a:cubicBezTo>
                      <a:pt x="18249" y="18436"/>
                      <a:pt x="18338" y="18117"/>
                      <a:pt x="18440" y="17772"/>
                    </a:cubicBezTo>
                    <a:lnTo>
                      <a:pt x="18453" y="17760"/>
                    </a:lnTo>
                    <a:cubicBezTo>
                      <a:pt x="18695" y="17786"/>
                      <a:pt x="18938" y="17798"/>
                      <a:pt x="19182" y="17798"/>
                    </a:cubicBezTo>
                    <a:cubicBezTo>
                      <a:pt x="19890" y="17798"/>
                      <a:pt x="20599" y="17691"/>
                      <a:pt x="21273" y="17492"/>
                    </a:cubicBezTo>
                    <a:cubicBezTo>
                      <a:pt x="22485" y="17134"/>
                      <a:pt x="23327" y="16496"/>
                      <a:pt x="24591" y="15514"/>
                    </a:cubicBezTo>
                    <a:lnTo>
                      <a:pt x="24642" y="15475"/>
                    </a:lnTo>
                    <a:cubicBezTo>
                      <a:pt x="25012" y="15195"/>
                      <a:pt x="25420" y="14876"/>
                      <a:pt x="25879" y="14531"/>
                    </a:cubicBezTo>
                    <a:cubicBezTo>
                      <a:pt x="26084" y="14378"/>
                      <a:pt x="26173" y="14123"/>
                      <a:pt x="26096" y="13880"/>
                    </a:cubicBezTo>
                    <a:cubicBezTo>
                      <a:pt x="26007" y="13587"/>
                      <a:pt x="25752" y="13383"/>
                      <a:pt x="25446" y="13357"/>
                    </a:cubicBezTo>
                    <a:cubicBezTo>
                      <a:pt x="25241" y="13344"/>
                      <a:pt x="25037" y="13319"/>
                      <a:pt x="24833" y="13293"/>
                    </a:cubicBezTo>
                    <a:cubicBezTo>
                      <a:pt x="24190" y="13225"/>
                      <a:pt x="23538" y="13156"/>
                      <a:pt x="22885" y="13156"/>
                    </a:cubicBezTo>
                    <a:cubicBezTo>
                      <a:pt x="22202" y="13156"/>
                      <a:pt x="21517" y="13231"/>
                      <a:pt x="20839" y="13459"/>
                    </a:cubicBezTo>
                    <a:cubicBezTo>
                      <a:pt x="19907" y="13778"/>
                      <a:pt x="19499" y="14097"/>
                      <a:pt x="19244" y="14352"/>
                    </a:cubicBezTo>
                    <a:cubicBezTo>
                      <a:pt x="19359" y="13753"/>
                      <a:pt x="19448" y="13153"/>
                      <a:pt x="19525" y="12566"/>
                    </a:cubicBezTo>
                    <a:cubicBezTo>
                      <a:pt x="20533" y="12502"/>
                      <a:pt x="21515" y="12209"/>
                      <a:pt x="22396" y="11711"/>
                    </a:cubicBezTo>
                    <a:cubicBezTo>
                      <a:pt x="23315" y="11213"/>
                      <a:pt x="24004" y="10499"/>
                      <a:pt x="24667" y="9797"/>
                    </a:cubicBezTo>
                    <a:cubicBezTo>
                      <a:pt x="24859" y="9605"/>
                      <a:pt x="25037" y="9414"/>
                      <a:pt x="25229" y="9223"/>
                    </a:cubicBezTo>
                    <a:lnTo>
                      <a:pt x="25331" y="9133"/>
                    </a:lnTo>
                    <a:cubicBezTo>
                      <a:pt x="25637" y="8827"/>
                      <a:pt x="25918" y="8559"/>
                      <a:pt x="25867" y="8202"/>
                    </a:cubicBezTo>
                    <a:cubicBezTo>
                      <a:pt x="25841" y="7985"/>
                      <a:pt x="25675" y="7793"/>
                      <a:pt x="25382" y="7640"/>
                    </a:cubicBezTo>
                    <a:cubicBezTo>
                      <a:pt x="25002" y="7446"/>
                      <a:pt x="24469" y="7345"/>
                      <a:pt x="23882" y="7345"/>
                    </a:cubicBezTo>
                    <a:cubicBezTo>
                      <a:pt x="23543" y="7345"/>
                      <a:pt x="23185" y="7379"/>
                      <a:pt x="22830" y="7449"/>
                    </a:cubicBezTo>
                    <a:cubicBezTo>
                      <a:pt x="21694" y="7666"/>
                      <a:pt x="20660" y="8215"/>
                      <a:pt x="19856" y="9044"/>
                    </a:cubicBezTo>
                    <a:lnTo>
                      <a:pt x="19818" y="9082"/>
                    </a:lnTo>
                    <a:cubicBezTo>
                      <a:pt x="19844" y="8406"/>
                      <a:pt x="19856" y="7730"/>
                      <a:pt x="19856" y="7066"/>
                    </a:cubicBezTo>
                    <a:cubicBezTo>
                      <a:pt x="19895" y="7053"/>
                      <a:pt x="19933" y="7028"/>
                      <a:pt x="19971" y="7015"/>
                    </a:cubicBezTo>
                    <a:cubicBezTo>
                      <a:pt x="20711" y="6581"/>
                      <a:pt x="20928" y="5254"/>
                      <a:pt x="20839" y="4463"/>
                    </a:cubicBezTo>
                    <a:cubicBezTo>
                      <a:pt x="20711" y="3238"/>
                      <a:pt x="20137" y="1987"/>
                      <a:pt x="19091" y="647"/>
                    </a:cubicBezTo>
                    <a:lnTo>
                      <a:pt x="19065" y="622"/>
                    </a:lnTo>
                    <a:cubicBezTo>
                      <a:pt x="18879" y="381"/>
                      <a:pt x="18581" y="1"/>
                      <a:pt x="181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 name="Google Shape;965;p49">
              <a:extLst>
                <a:ext uri="{FF2B5EF4-FFF2-40B4-BE49-F238E27FC236}">
                  <a16:creationId xmlns:a16="http://schemas.microsoft.com/office/drawing/2014/main" id="{2994594F-A6BF-E24D-BE63-A0E9F9245967}"/>
                </a:ext>
              </a:extLst>
            </p:cNvPr>
            <p:cNvGrpSpPr/>
            <p:nvPr/>
          </p:nvGrpSpPr>
          <p:grpSpPr>
            <a:xfrm>
              <a:off x="6508930" y="3714320"/>
              <a:ext cx="408469" cy="263277"/>
              <a:chOff x="1087650" y="1031275"/>
              <a:chExt cx="298000" cy="192075"/>
            </a:xfrm>
          </p:grpSpPr>
          <p:sp>
            <p:nvSpPr>
              <p:cNvPr id="14" name="Google Shape;966;p49">
                <a:extLst>
                  <a:ext uri="{FF2B5EF4-FFF2-40B4-BE49-F238E27FC236}">
                    <a16:creationId xmlns:a16="http://schemas.microsoft.com/office/drawing/2014/main" id="{14DCF546-CF03-28FC-C6AC-FF3DDD723D4B}"/>
                  </a:ext>
                </a:extLst>
              </p:cNvPr>
              <p:cNvSpPr/>
              <p:nvPr/>
            </p:nvSpPr>
            <p:spPr>
              <a:xfrm>
                <a:off x="1094350" y="1037650"/>
                <a:ext cx="284275" cy="179975"/>
              </a:xfrm>
              <a:custGeom>
                <a:avLst/>
                <a:gdLst/>
                <a:ahLst/>
                <a:cxnLst/>
                <a:rect l="l" t="t" r="r" b="b"/>
                <a:pathLst>
                  <a:path w="11371" h="7199" extrusionOk="0">
                    <a:moveTo>
                      <a:pt x="5615" y="0"/>
                    </a:moveTo>
                    <a:cubicBezTo>
                      <a:pt x="4518" y="0"/>
                      <a:pt x="3574" y="664"/>
                      <a:pt x="2885" y="1902"/>
                    </a:cubicBezTo>
                    <a:cubicBezTo>
                      <a:pt x="2655" y="2297"/>
                      <a:pt x="2476" y="2603"/>
                      <a:pt x="2106" y="2795"/>
                    </a:cubicBezTo>
                    <a:cubicBezTo>
                      <a:pt x="1979" y="2871"/>
                      <a:pt x="1838" y="2935"/>
                      <a:pt x="1698" y="2999"/>
                    </a:cubicBezTo>
                    <a:cubicBezTo>
                      <a:pt x="1404" y="3114"/>
                      <a:pt x="1124" y="3267"/>
                      <a:pt x="868" y="3458"/>
                    </a:cubicBezTo>
                    <a:cubicBezTo>
                      <a:pt x="256" y="3918"/>
                      <a:pt x="1" y="4734"/>
                      <a:pt x="230" y="5475"/>
                    </a:cubicBezTo>
                    <a:cubicBezTo>
                      <a:pt x="447" y="6074"/>
                      <a:pt x="983" y="6495"/>
                      <a:pt x="1621" y="6559"/>
                    </a:cubicBezTo>
                    <a:lnTo>
                      <a:pt x="1749" y="6559"/>
                    </a:lnTo>
                    <a:cubicBezTo>
                      <a:pt x="2017" y="6546"/>
                      <a:pt x="2272" y="6508"/>
                      <a:pt x="2527" y="6432"/>
                    </a:cubicBezTo>
                    <a:cubicBezTo>
                      <a:pt x="2731" y="6381"/>
                      <a:pt x="2948" y="6342"/>
                      <a:pt x="3178" y="6330"/>
                    </a:cubicBezTo>
                    <a:cubicBezTo>
                      <a:pt x="3255" y="6330"/>
                      <a:pt x="3344" y="6342"/>
                      <a:pt x="3421" y="6355"/>
                    </a:cubicBezTo>
                    <a:cubicBezTo>
                      <a:pt x="3625" y="6432"/>
                      <a:pt x="3803" y="6521"/>
                      <a:pt x="3969" y="6649"/>
                    </a:cubicBezTo>
                    <a:cubicBezTo>
                      <a:pt x="4059" y="6712"/>
                      <a:pt x="4148" y="6763"/>
                      <a:pt x="4224" y="6814"/>
                    </a:cubicBezTo>
                    <a:cubicBezTo>
                      <a:pt x="4652" y="7059"/>
                      <a:pt x="5127" y="7198"/>
                      <a:pt x="5615" y="7198"/>
                    </a:cubicBezTo>
                    <a:cubicBezTo>
                      <a:pt x="5636" y="7198"/>
                      <a:pt x="5658" y="7198"/>
                      <a:pt x="5679" y="7197"/>
                    </a:cubicBezTo>
                    <a:cubicBezTo>
                      <a:pt x="5704" y="7198"/>
                      <a:pt x="5729" y="7198"/>
                      <a:pt x="5754" y="7198"/>
                    </a:cubicBezTo>
                    <a:cubicBezTo>
                      <a:pt x="6174" y="7198"/>
                      <a:pt x="6582" y="7097"/>
                      <a:pt x="6955" y="6917"/>
                    </a:cubicBezTo>
                    <a:cubicBezTo>
                      <a:pt x="7032" y="6878"/>
                      <a:pt x="7096" y="6840"/>
                      <a:pt x="7159" y="6802"/>
                    </a:cubicBezTo>
                    <a:cubicBezTo>
                      <a:pt x="7274" y="6738"/>
                      <a:pt x="7389" y="6674"/>
                      <a:pt x="7504" y="6636"/>
                    </a:cubicBezTo>
                    <a:cubicBezTo>
                      <a:pt x="7642" y="6583"/>
                      <a:pt x="7789" y="6556"/>
                      <a:pt x="7938" y="6556"/>
                    </a:cubicBezTo>
                    <a:cubicBezTo>
                      <a:pt x="7968" y="6556"/>
                      <a:pt x="7997" y="6557"/>
                      <a:pt x="8027" y="6559"/>
                    </a:cubicBezTo>
                    <a:cubicBezTo>
                      <a:pt x="8180" y="6559"/>
                      <a:pt x="8346" y="6572"/>
                      <a:pt x="8525" y="6585"/>
                    </a:cubicBezTo>
                    <a:cubicBezTo>
                      <a:pt x="8703" y="6598"/>
                      <a:pt x="8895" y="6623"/>
                      <a:pt x="9074" y="6623"/>
                    </a:cubicBezTo>
                    <a:cubicBezTo>
                      <a:pt x="9176" y="6623"/>
                      <a:pt x="9278" y="6610"/>
                      <a:pt x="9367" y="6598"/>
                    </a:cubicBezTo>
                    <a:cubicBezTo>
                      <a:pt x="10324" y="6495"/>
                      <a:pt x="11090" y="5755"/>
                      <a:pt x="11230" y="4798"/>
                    </a:cubicBezTo>
                    <a:cubicBezTo>
                      <a:pt x="11370" y="3841"/>
                      <a:pt x="10847" y="2910"/>
                      <a:pt x="9967" y="2527"/>
                    </a:cubicBezTo>
                    <a:cubicBezTo>
                      <a:pt x="9737" y="2438"/>
                      <a:pt x="9507" y="2361"/>
                      <a:pt x="9265" y="2323"/>
                    </a:cubicBezTo>
                    <a:cubicBezTo>
                      <a:pt x="8984" y="2272"/>
                      <a:pt x="8703" y="2170"/>
                      <a:pt x="8448" y="2029"/>
                    </a:cubicBezTo>
                    <a:cubicBezTo>
                      <a:pt x="8193" y="1825"/>
                      <a:pt x="7976" y="1583"/>
                      <a:pt x="7810" y="1289"/>
                    </a:cubicBezTo>
                    <a:cubicBezTo>
                      <a:pt x="7644" y="1021"/>
                      <a:pt x="7453" y="779"/>
                      <a:pt x="7223" y="562"/>
                    </a:cubicBezTo>
                    <a:cubicBezTo>
                      <a:pt x="6891" y="281"/>
                      <a:pt x="6483" y="102"/>
                      <a:pt x="6049" y="39"/>
                    </a:cubicBezTo>
                    <a:cubicBezTo>
                      <a:pt x="5909" y="13"/>
                      <a:pt x="5756" y="0"/>
                      <a:pt x="561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967;p49">
                <a:extLst>
                  <a:ext uri="{FF2B5EF4-FFF2-40B4-BE49-F238E27FC236}">
                    <a16:creationId xmlns:a16="http://schemas.microsoft.com/office/drawing/2014/main" id="{24E51DF5-A61C-B5A8-BA3A-0F1024C913E9}"/>
                  </a:ext>
                </a:extLst>
              </p:cNvPr>
              <p:cNvSpPr/>
              <p:nvPr/>
            </p:nvSpPr>
            <p:spPr>
              <a:xfrm>
                <a:off x="1087650" y="1031275"/>
                <a:ext cx="298000" cy="192075"/>
              </a:xfrm>
              <a:custGeom>
                <a:avLst/>
                <a:gdLst/>
                <a:ahLst/>
                <a:cxnLst/>
                <a:rect l="l" t="t" r="r" b="b"/>
                <a:pathLst>
                  <a:path w="11920" h="7683" extrusionOk="0">
                    <a:moveTo>
                      <a:pt x="5883" y="485"/>
                    </a:moveTo>
                    <a:lnTo>
                      <a:pt x="5883" y="498"/>
                    </a:lnTo>
                    <a:cubicBezTo>
                      <a:pt x="5921" y="494"/>
                      <a:pt x="5958" y="493"/>
                      <a:pt x="5994" y="493"/>
                    </a:cubicBezTo>
                    <a:cubicBezTo>
                      <a:pt x="6093" y="493"/>
                      <a:pt x="6189" y="505"/>
                      <a:pt x="6292" y="523"/>
                    </a:cubicBezTo>
                    <a:cubicBezTo>
                      <a:pt x="6675" y="574"/>
                      <a:pt x="7045" y="740"/>
                      <a:pt x="7338" y="995"/>
                    </a:cubicBezTo>
                    <a:cubicBezTo>
                      <a:pt x="7823" y="1416"/>
                      <a:pt x="8040" y="2118"/>
                      <a:pt x="8576" y="2476"/>
                    </a:cubicBezTo>
                    <a:cubicBezTo>
                      <a:pt x="9035" y="2782"/>
                      <a:pt x="9635" y="2782"/>
                      <a:pt x="10133" y="2986"/>
                    </a:cubicBezTo>
                    <a:cubicBezTo>
                      <a:pt x="11919" y="3752"/>
                      <a:pt x="11536" y="6393"/>
                      <a:pt x="9609" y="6610"/>
                    </a:cubicBezTo>
                    <a:cubicBezTo>
                      <a:pt x="9520" y="6623"/>
                      <a:pt x="9431" y="6623"/>
                      <a:pt x="9342" y="6623"/>
                    </a:cubicBezTo>
                    <a:cubicBezTo>
                      <a:pt x="8984" y="6623"/>
                      <a:pt x="8627" y="6559"/>
                      <a:pt x="8282" y="6559"/>
                    </a:cubicBezTo>
                    <a:cubicBezTo>
                      <a:pt x="8078" y="6559"/>
                      <a:pt x="7887" y="6585"/>
                      <a:pt x="7695" y="6648"/>
                    </a:cubicBezTo>
                    <a:cubicBezTo>
                      <a:pt x="7491" y="6738"/>
                      <a:pt x="7300" y="6840"/>
                      <a:pt x="7108" y="6942"/>
                    </a:cubicBezTo>
                    <a:cubicBezTo>
                      <a:pt x="6740" y="7126"/>
                      <a:pt x="6342" y="7216"/>
                      <a:pt x="5943" y="7216"/>
                    </a:cubicBezTo>
                    <a:cubicBezTo>
                      <a:pt x="5486" y="7216"/>
                      <a:pt x="5029" y="7097"/>
                      <a:pt x="4620" y="6865"/>
                    </a:cubicBezTo>
                    <a:cubicBezTo>
                      <a:pt x="4327" y="6687"/>
                      <a:pt x="4071" y="6470"/>
                      <a:pt x="3752" y="6380"/>
                    </a:cubicBezTo>
                    <a:cubicBezTo>
                      <a:pt x="3650" y="6355"/>
                      <a:pt x="3548" y="6342"/>
                      <a:pt x="3446" y="6342"/>
                    </a:cubicBezTo>
                    <a:cubicBezTo>
                      <a:pt x="2974" y="6342"/>
                      <a:pt x="2502" y="6572"/>
                      <a:pt x="2017" y="6572"/>
                    </a:cubicBezTo>
                    <a:lnTo>
                      <a:pt x="1902" y="6572"/>
                    </a:lnTo>
                    <a:cubicBezTo>
                      <a:pt x="1366" y="6508"/>
                      <a:pt x="907" y="6151"/>
                      <a:pt x="728" y="5640"/>
                    </a:cubicBezTo>
                    <a:cubicBezTo>
                      <a:pt x="524" y="5002"/>
                      <a:pt x="741" y="4288"/>
                      <a:pt x="1290" y="3892"/>
                    </a:cubicBezTo>
                    <a:cubicBezTo>
                      <a:pt x="1660" y="3599"/>
                      <a:pt x="2093" y="3471"/>
                      <a:pt x="2489" y="3254"/>
                    </a:cubicBezTo>
                    <a:cubicBezTo>
                      <a:pt x="2897" y="3024"/>
                      <a:pt x="3127" y="2667"/>
                      <a:pt x="3357" y="2259"/>
                    </a:cubicBezTo>
                    <a:cubicBezTo>
                      <a:pt x="3918" y="1263"/>
                      <a:pt x="4748" y="485"/>
                      <a:pt x="5883" y="485"/>
                    </a:cubicBezTo>
                    <a:close/>
                    <a:moveTo>
                      <a:pt x="5896" y="0"/>
                    </a:moveTo>
                    <a:lnTo>
                      <a:pt x="5883" y="13"/>
                    </a:lnTo>
                    <a:cubicBezTo>
                      <a:pt x="4697" y="13"/>
                      <a:pt x="3676" y="702"/>
                      <a:pt x="2948" y="2029"/>
                    </a:cubicBezTo>
                    <a:cubicBezTo>
                      <a:pt x="2731" y="2399"/>
                      <a:pt x="2566" y="2667"/>
                      <a:pt x="2272" y="2833"/>
                    </a:cubicBezTo>
                    <a:cubicBezTo>
                      <a:pt x="2144" y="2897"/>
                      <a:pt x="2004" y="2960"/>
                      <a:pt x="1864" y="3024"/>
                    </a:cubicBezTo>
                    <a:cubicBezTo>
                      <a:pt x="1558" y="3139"/>
                      <a:pt x="1264" y="3305"/>
                      <a:pt x="996" y="3509"/>
                    </a:cubicBezTo>
                    <a:cubicBezTo>
                      <a:pt x="294" y="4032"/>
                      <a:pt x="1" y="4951"/>
                      <a:pt x="269" y="5793"/>
                    </a:cubicBezTo>
                    <a:cubicBezTo>
                      <a:pt x="524" y="6482"/>
                      <a:pt x="1136" y="6967"/>
                      <a:pt x="1864" y="7031"/>
                    </a:cubicBezTo>
                    <a:lnTo>
                      <a:pt x="2030" y="7031"/>
                    </a:lnTo>
                    <a:cubicBezTo>
                      <a:pt x="2310" y="7031"/>
                      <a:pt x="2591" y="6980"/>
                      <a:pt x="2859" y="6916"/>
                    </a:cubicBezTo>
                    <a:cubicBezTo>
                      <a:pt x="3051" y="6853"/>
                      <a:pt x="3255" y="6827"/>
                      <a:pt x="3446" y="6814"/>
                    </a:cubicBezTo>
                    <a:cubicBezTo>
                      <a:pt x="3510" y="6814"/>
                      <a:pt x="3574" y="6814"/>
                      <a:pt x="3637" y="6840"/>
                    </a:cubicBezTo>
                    <a:cubicBezTo>
                      <a:pt x="3816" y="6891"/>
                      <a:pt x="3969" y="6980"/>
                      <a:pt x="4122" y="7095"/>
                    </a:cubicBezTo>
                    <a:cubicBezTo>
                      <a:pt x="4199" y="7146"/>
                      <a:pt x="4288" y="7210"/>
                      <a:pt x="4378" y="7261"/>
                    </a:cubicBezTo>
                    <a:cubicBezTo>
                      <a:pt x="4863" y="7541"/>
                      <a:pt x="5407" y="7682"/>
                      <a:pt x="5953" y="7682"/>
                    </a:cubicBezTo>
                    <a:cubicBezTo>
                      <a:pt x="6425" y="7682"/>
                      <a:pt x="6900" y="7576"/>
                      <a:pt x="7338" y="7363"/>
                    </a:cubicBezTo>
                    <a:cubicBezTo>
                      <a:pt x="7415" y="7325"/>
                      <a:pt x="7478" y="7286"/>
                      <a:pt x="7542" y="7248"/>
                    </a:cubicBezTo>
                    <a:cubicBezTo>
                      <a:pt x="7644" y="7184"/>
                      <a:pt x="7759" y="7133"/>
                      <a:pt x="7861" y="7095"/>
                    </a:cubicBezTo>
                    <a:cubicBezTo>
                      <a:pt x="7978" y="7053"/>
                      <a:pt x="8103" y="7028"/>
                      <a:pt x="8222" y="7028"/>
                    </a:cubicBezTo>
                    <a:cubicBezTo>
                      <a:pt x="8247" y="7028"/>
                      <a:pt x="8271" y="7029"/>
                      <a:pt x="8295" y="7031"/>
                    </a:cubicBezTo>
                    <a:cubicBezTo>
                      <a:pt x="8448" y="7031"/>
                      <a:pt x="8614" y="7044"/>
                      <a:pt x="8780" y="7057"/>
                    </a:cubicBezTo>
                    <a:cubicBezTo>
                      <a:pt x="8946" y="7069"/>
                      <a:pt x="9150" y="7095"/>
                      <a:pt x="9354" y="7095"/>
                    </a:cubicBezTo>
                    <a:cubicBezTo>
                      <a:pt x="9456" y="7095"/>
                      <a:pt x="9571" y="7082"/>
                      <a:pt x="9673" y="7069"/>
                    </a:cubicBezTo>
                    <a:cubicBezTo>
                      <a:pt x="10745" y="6955"/>
                      <a:pt x="11587" y="6125"/>
                      <a:pt x="11741" y="5066"/>
                    </a:cubicBezTo>
                    <a:cubicBezTo>
                      <a:pt x="11906" y="3994"/>
                      <a:pt x="11319" y="2960"/>
                      <a:pt x="10337" y="2539"/>
                    </a:cubicBezTo>
                    <a:cubicBezTo>
                      <a:pt x="10094" y="2437"/>
                      <a:pt x="9852" y="2374"/>
                      <a:pt x="9597" y="2322"/>
                    </a:cubicBezTo>
                    <a:cubicBezTo>
                      <a:pt x="9342" y="2271"/>
                      <a:pt x="9086" y="2195"/>
                      <a:pt x="8857" y="2067"/>
                    </a:cubicBezTo>
                    <a:cubicBezTo>
                      <a:pt x="8627" y="1876"/>
                      <a:pt x="8436" y="1646"/>
                      <a:pt x="8295" y="1391"/>
                    </a:cubicBezTo>
                    <a:cubicBezTo>
                      <a:pt x="8116" y="1110"/>
                      <a:pt x="7912" y="842"/>
                      <a:pt x="7670" y="613"/>
                    </a:cubicBezTo>
                    <a:cubicBezTo>
                      <a:pt x="7300" y="306"/>
                      <a:pt x="6853" y="102"/>
                      <a:pt x="6368" y="38"/>
                    </a:cubicBezTo>
                    <a:cubicBezTo>
                      <a:pt x="6215" y="13"/>
                      <a:pt x="6049" y="0"/>
                      <a:pt x="58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 name="Google Shape;968;p49">
              <a:extLst>
                <a:ext uri="{FF2B5EF4-FFF2-40B4-BE49-F238E27FC236}">
                  <a16:creationId xmlns:a16="http://schemas.microsoft.com/office/drawing/2014/main" id="{20414922-07EA-B7B1-2BAA-5E52AA538A31}"/>
                </a:ext>
              </a:extLst>
            </p:cNvPr>
            <p:cNvSpPr/>
            <p:nvPr/>
          </p:nvSpPr>
          <p:spPr>
            <a:xfrm>
              <a:off x="7809955" y="2642433"/>
              <a:ext cx="408469" cy="263277"/>
            </a:xfrm>
            <a:custGeom>
              <a:avLst/>
              <a:gdLst/>
              <a:ahLst/>
              <a:cxnLst/>
              <a:rect l="l" t="t" r="r" b="b"/>
              <a:pathLst>
                <a:path w="11920" h="7683" extrusionOk="0">
                  <a:moveTo>
                    <a:pt x="5883" y="485"/>
                  </a:moveTo>
                  <a:lnTo>
                    <a:pt x="5883" y="498"/>
                  </a:lnTo>
                  <a:cubicBezTo>
                    <a:pt x="5921" y="494"/>
                    <a:pt x="5958" y="493"/>
                    <a:pt x="5994" y="493"/>
                  </a:cubicBezTo>
                  <a:cubicBezTo>
                    <a:pt x="6093" y="493"/>
                    <a:pt x="6189" y="505"/>
                    <a:pt x="6292" y="523"/>
                  </a:cubicBezTo>
                  <a:cubicBezTo>
                    <a:pt x="6675" y="574"/>
                    <a:pt x="7045" y="740"/>
                    <a:pt x="7338" y="995"/>
                  </a:cubicBezTo>
                  <a:cubicBezTo>
                    <a:pt x="7823" y="1416"/>
                    <a:pt x="8040" y="2118"/>
                    <a:pt x="8576" y="2476"/>
                  </a:cubicBezTo>
                  <a:cubicBezTo>
                    <a:pt x="9035" y="2782"/>
                    <a:pt x="9635" y="2782"/>
                    <a:pt x="10133" y="2986"/>
                  </a:cubicBezTo>
                  <a:cubicBezTo>
                    <a:pt x="11919" y="3752"/>
                    <a:pt x="11536" y="6393"/>
                    <a:pt x="9609" y="6610"/>
                  </a:cubicBezTo>
                  <a:cubicBezTo>
                    <a:pt x="9520" y="6623"/>
                    <a:pt x="9431" y="6623"/>
                    <a:pt x="9342" y="6623"/>
                  </a:cubicBezTo>
                  <a:cubicBezTo>
                    <a:pt x="8984" y="6623"/>
                    <a:pt x="8627" y="6559"/>
                    <a:pt x="8282" y="6559"/>
                  </a:cubicBezTo>
                  <a:cubicBezTo>
                    <a:pt x="8078" y="6559"/>
                    <a:pt x="7887" y="6585"/>
                    <a:pt x="7695" y="6648"/>
                  </a:cubicBezTo>
                  <a:cubicBezTo>
                    <a:pt x="7491" y="6738"/>
                    <a:pt x="7300" y="6840"/>
                    <a:pt x="7108" y="6942"/>
                  </a:cubicBezTo>
                  <a:cubicBezTo>
                    <a:pt x="6740" y="7126"/>
                    <a:pt x="6342" y="7216"/>
                    <a:pt x="5943" y="7216"/>
                  </a:cubicBezTo>
                  <a:cubicBezTo>
                    <a:pt x="5486" y="7216"/>
                    <a:pt x="5029" y="7097"/>
                    <a:pt x="4620" y="6865"/>
                  </a:cubicBezTo>
                  <a:cubicBezTo>
                    <a:pt x="4327" y="6687"/>
                    <a:pt x="4071" y="6470"/>
                    <a:pt x="3752" y="6380"/>
                  </a:cubicBezTo>
                  <a:cubicBezTo>
                    <a:pt x="3650" y="6355"/>
                    <a:pt x="3548" y="6342"/>
                    <a:pt x="3446" y="6342"/>
                  </a:cubicBezTo>
                  <a:cubicBezTo>
                    <a:pt x="2974" y="6342"/>
                    <a:pt x="2502" y="6572"/>
                    <a:pt x="2017" y="6572"/>
                  </a:cubicBezTo>
                  <a:lnTo>
                    <a:pt x="1902" y="6572"/>
                  </a:lnTo>
                  <a:cubicBezTo>
                    <a:pt x="1366" y="6508"/>
                    <a:pt x="907" y="6151"/>
                    <a:pt x="728" y="5640"/>
                  </a:cubicBezTo>
                  <a:cubicBezTo>
                    <a:pt x="524" y="5002"/>
                    <a:pt x="741" y="4288"/>
                    <a:pt x="1290" y="3892"/>
                  </a:cubicBezTo>
                  <a:cubicBezTo>
                    <a:pt x="1660" y="3599"/>
                    <a:pt x="2093" y="3471"/>
                    <a:pt x="2489" y="3254"/>
                  </a:cubicBezTo>
                  <a:cubicBezTo>
                    <a:pt x="2897" y="3024"/>
                    <a:pt x="3127" y="2667"/>
                    <a:pt x="3357" y="2259"/>
                  </a:cubicBezTo>
                  <a:cubicBezTo>
                    <a:pt x="3918" y="1263"/>
                    <a:pt x="4748" y="485"/>
                    <a:pt x="5883" y="485"/>
                  </a:cubicBezTo>
                  <a:close/>
                  <a:moveTo>
                    <a:pt x="5896" y="0"/>
                  </a:moveTo>
                  <a:lnTo>
                    <a:pt x="5883" y="13"/>
                  </a:lnTo>
                  <a:cubicBezTo>
                    <a:pt x="4697" y="13"/>
                    <a:pt x="3676" y="702"/>
                    <a:pt x="2948" y="2029"/>
                  </a:cubicBezTo>
                  <a:cubicBezTo>
                    <a:pt x="2731" y="2399"/>
                    <a:pt x="2566" y="2667"/>
                    <a:pt x="2272" y="2833"/>
                  </a:cubicBezTo>
                  <a:cubicBezTo>
                    <a:pt x="2144" y="2897"/>
                    <a:pt x="2004" y="2960"/>
                    <a:pt x="1864" y="3024"/>
                  </a:cubicBezTo>
                  <a:cubicBezTo>
                    <a:pt x="1558" y="3139"/>
                    <a:pt x="1264" y="3305"/>
                    <a:pt x="996" y="3509"/>
                  </a:cubicBezTo>
                  <a:cubicBezTo>
                    <a:pt x="294" y="4032"/>
                    <a:pt x="1" y="4951"/>
                    <a:pt x="269" y="5793"/>
                  </a:cubicBezTo>
                  <a:cubicBezTo>
                    <a:pt x="524" y="6482"/>
                    <a:pt x="1136" y="6967"/>
                    <a:pt x="1864" y="7031"/>
                  </a:cubicBezTo>
                  <a:lnTo>
                    <a:pt x="2030" y="7031"/>
                  </a:lnTo>
                  <a:cubicBezTo>
                    <a:pt x="2310" y="7031"/>
                    <a:pt x="2591" y="6980"/>
                    <a:pt x="2859" y="6916"/>
                  </a:cubicBezTo>
                  <a:cubicBezTo>
                    <a:pt x="3051" y="6853"/>
                    <a:pt x="3255" y="6827"/>
                    <a:pt x="3446" y="6814"/>
                  </a:cubicBezTo>
                  <a:cubicBezTo>
                    <a:pt x="3510" y="6814"/>
                    <a:pt x="3574" y="6814"/>
                    <a:pt x="3637" y="6840"/>
                  </a:cubicBezTo>
                  <a:cubicBezTo>
                    <a:pt x="3816" y="6891"/>
                    <a:pt x="3969" y="6980"/>
                    <a:pt x="4122" y="7095"/>
                  </a:cubicBezTo>
                  <a:cubicBezTo>
                    <a:pt x="4199" y="7146"/>
                    <a:pt x="4288" y="7210"/>
                    <a:pt x="4378" y="7261"/>
                  </a:cubicBezTo>
                  <a:cubicBezTo>
                    <a:pt x="4863" y="7541"/>
                    <a:pt x="5407" y="7682"/>
                    <a:pt x="5953" y="7682"/>
                  </a:cubicBezTo>
                  <a:cubicBezTo>
                    <a:pt x="6425" y="7682"/>
                    <a:pt x="6900" y="7576"/>
                    <a:pt x="7338" y="7363"/>
                  </a:cubicBezTo>
                  <a:cubicBezTo>
                    <a:pt x="7415" y="7325"/>
                    <a:pt x="7478" y="7286"/>
                    <a:pt x="7542" y="7248"/>
                  </a:cubicBezTo>
                  <a:cubicBezTo>
                    <a:pt x="7644" y="7184"/>
                    <a:pt x="7759" y="7133"/>
                    <a:pt x="7861" y="7095"/>
                  </a:cubicBezTo>
                  <a:cubicBezTo>
                    <a:pt x="7978" y="7053"/>
                    <a:pt x="8103" y="7028"/>
                    <a:pt x="8222" y="7028"/>
                  </a:cubicBezTo>
                  <a:cubicBezTo>
                    <a:pt x="8247" y="7028"/>
                    <a:pt x="8271" y="7029"/>
                    <a:pt x="8295" y="7031"/>
                  </a:cubicBezTo>
                  <a:cubicBezTo>
                    <a:pt x="8448" y="7031"/>
                    <a:pt x="8614" y="7044"/>
                    <a:pt x="8780" y="7057"/>
                  </a:cubicBezTo>
                  <a:cubicBezTo>
                    <a:pt x="8946" y="7069"/>
                    <a:pt x="9150" y="7095"/>
                    <a:pt x="9354" y="7095"/>
                  </a:cubicBezTo>
                  <a:cubicBezTo>
                    <a:pt x="9456" y="7095"/>
                    <a:pt x="9571" y="7082"/>
                    <a:pt x="9673" y="7069"/>
                  </a:cubicBezTo>
                  <a:cubicBezTo>
                    <a:pt x="10745" y="6955"/>
                    <a:pt x="11587" y="6125"/>
                    <a:pt x="11741" y="5066"/>
                  </a:cubicBezTo>
                  <a:cubicBezTo>
                    <a:pt x="11906" y="3994"/>
                    <a:pt x="11319" y="2960"/>
                    <a:pt x="10337" y="2539"/>
                  </a:cubicBezTo>
                  <a:cubicBezTo>
                    <a:pt x="10094" y="2437"/>
                    <a:pt x="9852" y="2374"/>
                    <a:pt x="9597" y="2322"/>
                  </a:cubicBezTo>
                  <a:cubicBezTo>
                    <a:pt x="9342" y="2271"/>
                    <a:pt x="9086" y="2195"/>
                    <a:pt x="8857" y="2067"/>
                  </a:cubicBezTo>
                  <a:cubicBezTo>
                    <a:pt x="8627" y="1876"/>
                    <a:pt x="8436" y="1646"/>
                    <a:pt x="8295" y="1391"/>
                  </a:cubicBezTo>
                  <a:cubicBezTo>
                    <a:pt x="8116" y="1110"/>
                    <a:pt x="7912" y="842"/>
                    <a:pt x="7670" y="613"/>
                  </a:cubicBezTo>
                  <a:cubicBezTo>
                    <a:pt x="7300" y="306"/>
                    <a:pt x="6853" y="102"/>
                    <a:pt x="6368" y="38"/>
                  </a:cubicBezTo>
                  <a:cubicBezTo>
                    <a:pt x="6215" y="13"/>
                    <a:pt x="6049" y="0"/>
                    <a:pt x="58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64"/>
        <p:cNvGrpSpPr/>
        <p:nvPr/>
      </p:nvGrpSpPr>
      <p:grpSpPr>
        <a:xfrm>
          <a:off x="0" y="0"/>
          <a:ext cx="0" cy="0"/>
          <a:chOff x="0" y="0"/>
          <a:chExt cx="0" cy="0"/>
        </a:xfrm>
      </p:grpSpPr>
      <p:sp>
        <p:nvSpPr>
          <p:cNvPr id="765" name="Google Shape;765;p44"/>
          <p:cNvSpPr txBox="1">
            <a:spLocks noGrp="1"/>
          </p:cNvSpPr>
          <p:nvPr>
            <p:ph type="title"/>
          </p:nvPr>
        </p:nvSpPr>
        <p:spPr>
          <a:xfrm>
            <a:off x="2862632" y="1485600"/>
            <a:ext cx="3418800" cy="666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1 in 5</a:t>
            </a:r>
            <a:endParaRPr dirty="0"/>
          </a:p>
        </p:txBody>
      </p:sp>
      <p:sp>
        <p:nvSpPr>
          <p:cNvPr id="766" name="Google Shape;766;p44"/>
          <p:cNvSpPr txBox="1">
            <a:spLocks noGrp="1"/>
          </p:cNvSpPr>
          <p:nvPr>
            <p:ph type="subTitle" idx="1"/>
          </p:nvPr>
        </p:nvSpPr>
        <p:spPr>
          <a:xfrm>
            <a:off x="2862625" y="2152500"/>
            <a:ext cx="34188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dirty="0"/>
              <a:t>seriously considered attempting suicide in the past 12 months</a:t>
            </a:r>
          </a:p>
        </p:txBody>
      </p:sp>
      <p:sp>
        <p:nvSpPr>
          <p:cNvPr id="767" name="Google Shape;767;p44"/>
          <p:cNvSpPr txBox="1">
            <a:spLocks noGrp="1"/>
          </p:cNvSpPr>
          <p:nvPr>
            <p:ph type="title" idx="2"/>
          </p:nvPr>
        </p:nvSpPr>
        <p:spPr>
          <a:xfrm>
            <a:off x="864182" y="2976475"/>
            <a:ext cx="3418800" cy="666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39.7%</a:t>
            </a:r>
            <a:endParaRPr dirty="0"/>
          </a:p>
        </p:txBody>
      </p:sp>
      <p:sp>
        <p:nvSpPr>
          <p:cNvPr id="768" name="Google Shape;768;p44"/>
          <p:cNvSpPr txBox="1">
            <a:spLocks noGrp="1"/>
          </p:cNvSpPr>
          <p:nvPr>
            <p:ph type="subTitle" idx="3"/>
          </p:nvPr>
        </p:nvSpPr>
        <p:spPr>
          <a:xfrm>
            <a:off x="864175" y="3643375"/>
            <a:ext cx="3418800" cy="894442"/>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dirty="0"/>
              <a:t>of students reported persistent sadness or hopelessness</a:t>
            </a:r>
          </a:p>
          <a:p>
            <a:pPr marL="0" lvl="0" indent="0" algn="ctr" rtl="0">
              <a:spcBef>
                <a:spcPts val="0"/>
              </a:spcBef>
              <a:spcAft>
                <a:spcPts val="0"/>
              </a:spcAft>
              <a:buNone/>
            </a:pPr>
            <a:r>
              <a:rPr lang="en-GB" dirty="0"/>
              <a:t>in the past 12 months</a:t>
            </a:r>
          </a:p>
          <a:p>
            <a:pPr marL="0" lvl="0" indent="0" algn="ctr" rtl="0">
              <a:spcBef>
                <a:spcPts val="0"/>
              </a:spcBef>
              <a:spcAft>
                <a:spcPts val="0"/>
              </a:spcAft>
              <a:buNone/>
            </a:pPr>
            <a:endParaRPr lang="en-GB" dirty="0"/>
          </a:p>
        </p:txBody>
      </p:sp>
      <p:sp>
        <p:nvSpPr>
          <p:cNvPr id="769" name="Google Shape;769;p44"/>
          <p:cNvSpPr txBox="1">
            <a:spLocks noGrp="1"/>
          </p:cNvSpPr>
          <p:nvPr>
            <p:ph type="title" idx="4"/>
          </p:nvPr>
        </p:nvSpPr>
        <p:spPr>
          <a:xfrm>
            <a:off x="4861082" y="2976476"/>
            <a:ext cx="3418800" cy="666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9.5%</a:t>
            </a:r>
            <a:endParaRPr dirty="0"/>
          </a:p>
        </p:txBody>
      </p:sp>
      <p:sp>
        <p:nvSpPr>
          <p:cNvPr id="770" name="Google Shape;770;p44"/>
          <p:cNvSpPr txBox="1">
            <a:spLocks noGrp="1"/>
          </p:cNvSpPr>
          <p:nvPr>
            <p:ph type="subTitle" idx="5"/>
          </p:nvPr>
        </p:nvSpPr>
        <p:spPr>
          <a:xfrm>
            <a:off x="4861075" y="3643376"/>
            <a:ext cx="34188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dirty="0"/>
              <a:t>attempted suicide one or more times</a:t>
            </a:r>
          </a:p>
          <a:p>
            <a:pPr marL="0" lvl="0" indent="0" algn="ctr" rtl="0">
              <a:spcBef>
                <a:spcPts val="0"/>
              </a:spcBef>
              <a:spcAft>
                <a:spcPts val="0"/>
              </a:spcAft>
              <a:buNone/>
            </a:pPr>
            <a:r>
              <a:rPr lang="en-GB" dirty="0"/>
              <a:t>in the past 12 months</a:t>
            </a:r>
          </a:p>
        </p:txBody>
      </p:sp>
      <p:sp>
        <p:nvSpPr>
          <p:cNvPr id="771" name="Google Shape;771;p44"/>
          <p:cNvSpPr txBox="1">
            <a:spLocks noGrp="1"/>
          </p:cNvSpPr>
          <p:nvPr>
            <p:ph type="title" idx="6"/>
          </p:nvPr>
        </p:nvSpPr>
        <p:spPr>
          <a:xfrm>
            <a:off x="720000" y="44661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Background</a:t>
            </a:r>
            <a:endParaRPr dirty="0"/>
          </a:p>
        </p:txBody>
      </p:sp>
      <p:grpSp>
        <p:nvGrpSpPr>
          <p:cNvPr id="772" name="Google Shape;772;p44"/>
          <p:cNvGrpSpPr/>
          <p:nvPr/>
        </p:nvGrpSpPr>
        <p:grpSpPr>
          <a:xfrm>
            <a:off x="6939458" y="1563806"/>
            <a:ext cx="418034" cy="630656"/>
            <a:chOff x="8538621" y="623706"/>
            <a:chExt cx="418034" cy="630656"/>
          </a:xfrm>
        </p:grpSpPr>
        <p:grpSp>
          <p:nvGrpSpPr>
            <p:cNvPr id="773" name="Google Shape;773;p44"/>
            <p:cNvGrpSpPr/>
            <p:nvPr/>
          </p:nvGrpSpPr>
          <p:grpSpPr>
            <a:xfrm>
              <a:off x="8609803" y="767216"/>
              <a:ext cx="239221" cy="487147"/>
              <a:chOff x="1925725" y="1035100"/>
              <a:chExt cx="174525" cy="355400"/>
            </a:xfrm>
          </p:grpSpPr>
          <p:sp>
            <p:nvSpPr>
              <p:cNvPr id="774" name="Google Shape;774;p44"/>
              <p:cNvSpPr/>
              <p:nvPr/>
            </p:nvSpPr>
            <p:spPr>
              <a:xfrm>
                <a:off x="1932400" y="1041150"/>
                <a:ext cx="163375" cy="343300"/>
              </a:xfrm>
              <a:custGeom>
                <a:avLst/>
                <a:gdLst/>
                <a:ahLst/>
                <a:cxnLst/>
                <a:rect l="l" t="t" r="r" b="b"/>
                <a:pathLst>
                  <a:path w="6535" h="13732" extrusionOk="0">
                    <a:moveTo>
                      <a:pt x="3829" y="1"/>
                    </a:moveTo>
                    <a:cubicBezTo>
                      <a:pt x="3740" y="1"/>
                      <a:pt x="3651" y="52"/>
                      <a:pt x="3612" y="141"/>
                    </a:cubicBezTo>
                    <a:lnTo>
                      <a:pt x="690" y="6700"/>
                    </a:lnTo>
                    <a:cubicBezTo>
                      <a:pt x="614" y="6866"/>
                      <a:pt x="728" y="7044"/>
                      <a:pt x="907" y="7044"/>
                    </a:cubicBezTo>
                    <a:lnTo>
                      <a:pt x="2400" y="7044"/>
                    </a:lnTo>
                    <a:lnTo>
                      <a:pt x="52" y="13412"/>
                    </a:lnTo>
                    <a:cubicBezTo>
                      <a:pt x="1" y="13527"/>
                      <a:pt x="52" y="13655"/>
                      <a:pt x="167" y="13718"/>
                    </a:cubicBezTo>
                    <a:cubicBezTo>
                      <a:pt x="205" y="13731"/>
                      <a:pt x="231" y="13731"/>
                      <a:pt x="269" y="13731"/>
                    </a:cubicBezTo>
                    <a:cubicBezTo>
                      <a:pt x="358" y="13731"/>
                      <a:pt x="435" y="13693"/>
                      <a:pt x="473" y="13616"/>
                    </a:cubicBezTo>
                    <a:lnTo>
                      <a:pt x="5667" y="4773"/>
                    </a:lnTo>
                    <a:cubicBezTo>
                      <a:pt x="5756" y="4620"/>
                      <a:pt x="5641" y="4416"/>
                      <a:pt x="5463" y="4416"/>
                    </a:cubicBezTo>
                    <a:lnTo>
                      <a:pt x="4289" y="4416"/>
                    </a:lnTo>
                    <a:lnTo>
                      <a:pt x="6458" y="358"/>
                    </a:lnTo>
                    <a:cubicBezTo>
                      <a:pt x="6534" y="192"/>
                      <a:pt x="6420" y="1"/>
                      <a:pt x="624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44"/>
              <p:cNvSpPr/>
              <p:nvPr/>
            </p:nvSpPr>
            <p:spPr>
              <a:xfrm>
                <a:off x="1925725" y="1035100"/>
                <a:ext cx="174525" cy="355400"/>
              </a:xfrm>
              <a:custGeom>
                <a:avLst/>
                <a:gdLst/>
                <a:ahLst/>
                <a:cxnLst/>
                <a:rect l="l" t="t" r="r" b="b"/>
                <a:pathLst>
                  <a:path w="6981" h="14216" extrusionOk="0">
                    <a:moveTo>
                      <a:pt x="6508" y="472"/>
                    </a:moveTo>
                    <a:lnTo>
                      <a:pt x="6508" y="485"/>
                    </a:lnTo>
                    <a:lnTo>
                      <a:pt x="4160" y="4900"/>
                    </a:lnTo>
                    <a:lnTo>
                      <a:pt x="5730" y="4900"/>
                    </a:lnTo>
                    <a:lnTo>
                      <a:pt x="536" y="13743"/>
                    </a:lnTo>
                    <a:lnTo>
                      <a:pt x="2999" y="7044"/>
                    </a:lnTo>
                    <a:lnTo>
                      <a:pt x="1174" y="7044"/>
                    </a:lnTo>
                    <a:lnTo>
                      <a:pt x="4096" y="472"/>
                    </a:lnTo>
                    <a:close/>
                    <a:moveTo>
                      <a:pt x="4096" y="0"/>
                    </a:moveTo>
                    <a:cubicBezTo>
                      <a:pt x="3918" y="0"/>
                      <a:pt x="3739" y="115"/>
                      <a:pt x="3662" y="281"/>
                    </a:cubicBezTo>
                    <a:lnTo>
                      <a:pt x="740" y="6840"/>
                    </a:lnTo>
                    <a:cubicBezTo>
                      <a:pt x="600" y="7159"/>
                      <a:pt x="829" y="7516"/>
                      <a:pt x="1174" y="7516"/>
                    </a:cubicBezTo>
                    <a:lnTo>
                      <a:pt x="2322" y="7516"/>
                    </a:lnTo>
                    <a:lnTo>
                      <a:pt x="89" y="13565"/>
                    </a:lnTo>
                    <a:cubicBezTo>
                      <a:pt x="0" y="13794"/>
                      <a:pt x="102" y="14062"/>
                      <a:pt x="332" y="14164"/>
                    </a:cubicBezTo>
                    <a:cubicBezTo>
                      <a:pt x="396" y="14190"/>
                      <a:pt x="459" y="14216"/>
                      <a:pt x="536" y="14216"/>
                    </a:cubicBezTo>
                    <a:cubicBezTo>
                      <a:pt x="702" y="14216"/>
                      <a:pt x="868" y="14113"/>
                      <a:pt x="944" y="13973"/>
                    </a:cubicBezTo>
                    <a:lnTo>
                      <a:pt x="6125" y="5143"/>
                    </a:lnTo>
                    <a:cubicBezTo>
                      <a:pt x="6317" y="4811"/>
                      <a:pt x="6087" y="4415"/>
                      <a:pt x="5717" y="4415"/>
                    </a:cubicBezTo>
                    <a:lnTo>
                      <a:pt x="4951" y="4415"/>
                    </a:lnTo>
                    <a:lnTo>
                      <a:pt x="6916" y="715"/>
                    </a:lnTo>
                    <a:cubicBezTo>
                      <a:pt x="6955" y="638"/>
                      <a:pt x="6980" y="562"/>
                      <a:pt x="6980" y="472"/>
                    </a:cubicBezTo>
                    <a:cubicBezTo>
                      <a:pt x="6980" y="217"/>
                      <a:pt x="6763" y="0"/>
                      <a:pt x="650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6" name="Google Shape;776;p44"/>
            <p:cNvGrpSpPr/>
            <p:nvPr/>
          </p:nvGrpSpPr>
          <p:grpSpPr>
            <a:xfrm>
              <a:off x="8538621" y="623706"/>
              <a:ext cx="418034" cy="269443"/>
              <a:chOff x="1087650" y="1031275"/>
              <a:chExt cx="298000" cy="192075"/>
            </a:xfrm>
          </p:grpSpPr>
          <p:sp>
            <p:nvSpPr>
              <p:cNvPr id="777" name="Google Shape;777;p44"/>
              <p:cNvSpPr/>
              <p:nvPr/>
            </p:nvSpPr>
            <p:spPr>
              <a:xfrm>
                <a:off x="1094350" y="1037650"/>
                <a:ext cx="284275" cy="179975"/>
              </a:xfrm>
              <a:custGeom>
                <a:avLst/>
                <a:gdLst/>
                <a:ahLst/>
                <a:cxnLst/>
                <a:rect l="l" t="t" r="r" b="b"/>
                <a:pathLst>
                  <a:path w="11371" h="7199" extrusionOk="0">
                    <a:moveTo>
                      <a:pt x="5615" y="0"/>
                    </a:moveTo>
                    <a:cubicBezTo>
                      <a:pt x="4518" y="0"/>
                      <a:pt x="3574" y="664"/>
                      <a:pt x="2885" y="1902"/>
                    </a:cubicBezTo>
                    <a:cubicBezTo>
                      <a:pt x="2655" y="2297"/>
                      <a:pt x="2476" y="2603"/>
                      <a:pt x="2106" y="2795"/>
                    </a:cubicBezTo>
                    <a:cubicBezTo>
                      <a:pt x="1979" y="2871"/>
                      <a:pt x="1838" y="2935"/>
                      <a:pt x="1698" y="2999"/>
                    </a:cubicBezTo>
                    <a:cubicBezTo>
                      <a:pt x="1404" y="3114"/>
                      <a:pt x="1124" y="3267"/>
                      <a:pt x="868" y="3458"/>
                    </a:cubicBezTo>
                    <a:cubicBezTo>
                      <a:pt x="256" y="3918"/>
                      <a:pt x="1" y="4734"/>
                      <a:pt x="230" y="5475"/>
                    </a:cubicBezTo>
                    <a:cubicBezTo>
                      <a:pt x="447" y="6074"/>
                      <a:pt x="983" y="6495"/>
                      <a:pt x="1621" y="6559"/>
                    </a:cubicBezTo>
                    <a:lnTo>
                      <a:pt x="1749" y="6559"/>
                    </a:lnTo>
                    <a:cubicBezTo>
                      <a:pt x="2017" y="6546"/>
                      <a:pt x="2272" y="6508"/>
                      <a:pt x="2527" y="6432"/>
                    </a:cubicBezTo>
                    <a:cubicBezTo>
                      <a:pt x="2731" y="6381"/>
                      <a:pt x="2948" y="6342"/>
                      <a:pt x="3178" y="6330"/>
                    </a:cubicBezTo>
                    <a:cubicBezTo>
                      <a:pt x="3255" y="6330"/>
                      <a:pt x="3344" y="6342"/>
                      <a:pt x="3421" y="6355"/>
                    </a:cubicBezTo>
                    <a:cubicBezTo>
                      <a:pt x="3625" y="6432"/>
                      <a:pt x="3803" y="6521"/>
                      <a:pt x="3969" y="6649"/>
                    </a:cubicBezTo>
                    <a:cubicBezTo>
                      <a:pt x="4059" y="6712"/>
                      <a:pt x="4148" y="6763"/>
                      <a:pt x="4224" y="6814"/>
                    </a:cubicBezTo>
                    <a:cubicBezTo>
                      <a:pt x="4652" y="7059"/>
                      <a:pt x="5127" y="7198"/>
                      <a:pt x="5615" y="7198"/>
                    </a:cubicBezTo>
                    <a:cubicBezTo>
                      <a:pt x="5636" y="7198"/>
                      <a:pt x="5658" y="7198"/>
                      <a:pt x="5679" y="7197"/>
                    </a:cubicBezTo>
                    <a:cubicBezTo>
                      <a:pt x="5704" y="7198"/>
                      <a:pt x="5729" y="7198"/>
                      <a:pt x="5754" y="7198"/>
                    </a:cubicBezTo>
                    <a:cubicBezTo>
                      <a:pt x="6174" y="7198"/>
                      <a:pt x="6582" y="7097"/>
                      <a:pt x="6955" y="6917"/>
                    </a:cubicBezTo>
                    <a:cubicBezTo>
                      <a:pt x="7032" y="6878"/>
                      <a:pt x="7096" y="6840"/>
                      <a:pt x="7159" y="6802"/>
                    </a:cubicBezTo>
                    <a:cubicBezTo>
                      <a:pt x="7274" y="6738"/>
                      <a:pt x="7389" y="6674"/>
                      <a:pt x="7504" y="6636"/>
                    </a:cubicBezTo>
                    <a:cubicBezTo>
                      <a:pt x="7642" y="6583"/>
                      <a:pt x="7789" y="6556"/>
                      <a:pt x="7938" y="6556"/>
                    </a:cubicBezTo>
                    <a:cubicBezTo>
                      <a:pt x="7968" y="6556"/>
                      <a:pt x="7997" y="6557"/>
                      <a:pt x="8027" y="6559"/>
                    </a:cubicBezTo>
                    <a:cubicBezTo>
                      <a:pt x="8180" y="6559"/>
                      <a:pt x="8346" y="6572"/>
                      <a:pt x="8525" y="6585"/>
                    </a:cubicBezTo>
                    <a:cubicBezTo>
                      <a:pt x="8703" y="6598"/>
                      <a:pt x="8895" y="6623"/>
                      <a:pt x="9074" y="6623"/>
                    </a:cubicBezTo>
                    <a:cubicBezTo>
                      <a:pt x="9176" y="6623"/>
                      <a:pt x="9278" y="6610"/>
                      <a:pt x="9367" y="6598"/>
                    </a:cubicBezTo>
                    <a:cubicBezTo>
                      <a:pt x="10324" y="6495"/>
                      <a:pt x="11090" y="5755"/>
                      <a:pt x="11230" y="4798"/>
                    </a:cubicBezTo>
                    <a:cubicBezTo>
                      <a:pt x="11370" y="3841"/>
                      <a:pt x="10847" y="2910"/>
                      <a:pt x="9967" y="2527"/>
                    </a:cubicBezTo>
                    <a:cubicBezTo>
                      <a:pt x="9737" y="2438"/>
                      <a:pt x="9507" y="2361"/>
                      <a:pt x="9265" y="2323"/>
                    </a:cubicBezTo>
                    <a:cubicBezTo>
                      <a:pt x="8984" y="2272"/>
                      <a:pt x="8703" y="2170"/>
                      <a:pt x="8448" y="2029"/>
                    </a:cubicBezTo>
                    <a:cubicBezTo>
                      <a:pt x="8193" y="1825"/>
                      <a:pt x="7976" y="1583"/>
                      <a:pt x="7810" y="1289"/>
                    </a:cubicBezTo>
                    <a:cubicBezTo>
                      <a:pt x="7644" y="1021"/>
                      <a:pt x="7453" y="779"/>
                      <a:pt x="7223" y="562"/>
                    </a:cubicBezTo>
                    <a:cubicBezTo>
                      <a:pt x="6891" y="281"/>
                      <a:pt x="6483" y="102"/>
                      <a:pt x="6049" y="39"/>
                    </a:cubicBezTo>
                    <a:cubicBezTo>
                      <a:pt x="5909" y="13"/>
                      <a:pt x="5756" y="0"/>
                      <a:pt x="561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44"/>
              <p:cNvSpPr/>
              <p:nvPr/>
            </p:nvSpPr>
            <p:spPr>
              <a:xfrm>
                <a:off x="1087650" y="1031275"/>
                <a:ext cx="298000" cy="192075"/>
              </a:xfrm>
              <a:custGeom>
                <a:avLst/>
                <a:gdLst/>
                <a:ahLst/>
                <a:cxnLst/>
                <a:rect l="l" t="t" r="r" b="b"/>
                <a:pathLst>
                  <a:path w="11920" h="7683" extrusionOk="0">
                    <a:moveTo>
                      <a:pt x="5883" y="485"/>
                    </a:moveTo>
                    <a:lnTo>
                      <a:pt x="5883" y="498"/>
                    </a:lnTo>
                    <a:cubicBezTo>
                      <a:pt x="5921" y="494"/>
                      <a:pt x="5958" y="493"/>
                      <a:pt x="5994" y="493"/>
                    </a:cubicBezTo>
                    <a:cubicBezTo>
                      <a:pt x="6093" y="493"/>
                      <a:pt x="6189" y="505"/>
                      <a:pt x="6292" y="523"/>
                    </a:cubicBezTo>
                    <a:cubicBezTo>
                      <a:pt x="6675" y="574"/>
                      <a:pt x="7045" y="740"/>
                      <a:pt x="7338" y="995"/>
                    </a:cubicBezTo>
                    <a:cubicBezTo>
                      <a:pt x="7823" y="1416"/>
                      <a:pt x="8040" y="2118"/>
                      <a:pt x="8576" y="2476"/>
                    </a:cubicBezTo>
                    <a:cubicBezTo>
                      <a:pt x="9035" y="2782"/>
                      <a:pt x="9635" y="2782"/>
                      <a:pt x="10133" y="2986"/>
                    </a:cubicBezTo>
                    <a:cubicBezTo>
                      <a:pt x="11919" y="3752"/>
                      <a:pt x="11536" y="6393"/>
                      <a:pt x="9609" y="6610"/>
                    </a:cubicBezTo>
                    <a:cubicBezTo>
                      <a:pt x="9520" y="6623"/>
                      <a:pt x="9431" y="6623"/>
                      <a:pt x="9342" y="6623"/>
                    </a:cubicBezTo>
                    <a:cubicBezTo>
                      <a:pt x="8984" y="6623"/>
                      <a:pt x="8627" y="6559"/>
                      <a:pt x="8282" y="6559"/>
                    </a:cubicBezTo>
                    <a:cubicBezTo>
                      <a:pt x="8078" y="6559"/>
                      <a:pt x="7887" y="6585"/>
                      <a:pt x="7695" y="6648"/>
                    </a:cubicBezTo>
                    <a:cubicBezTo>
                      <a:pt x="7491" y="6738"/>
                      <a:pt x="7300" y="6840"/>
                      <a:pt x="7108" y="6942"/>
                    </a:cubicBezTo>
                    <a:cubicBezTo>
                      <a:pt x="6740" y="7126"/>
                      <a:pt x="6342" y="7216"/>
                      <a:pt x="5943" y="7216"/>
                    </a:cubicBezTo>
                    <a:cubicBezTo>
                      <a:pt x="5486" y="7216"/>
                      <a:pt x="5029" y="7097"/>
                      <a:pt x="4620" y="6865"/>
                    </a:cubicBezTo>
                    <a:cubicBezTo>
                      <a:pt x="4327" y="6687"/>
                      <a:pt x="4071" y="6470"/>
                      <a:pt x="3752" y="6380"/>
                    </a:cubicBezTo>
                    <a:cubicBezTo>
                      <a:pt x="3650" y="6355"/>
                      <a:pt x="3548" y="6342"/>
                      <a:pt x="3446" y="6342"/>
                    </a:cubicBezTo>
                    <a:cubicBezTo>
                      <a:pt x="2974" y="6342"/>
                      <a:pt x="2502" y="6572"/>
                      <a:pt x="2017" y="6572"/>
                    </a:cubicBezTo>
                    <a:lnTo>
                      <a:pt x="1902" y="6572"/>
                    </a:lnTo>
                    <a:cubicBezTo>
                      <a:pt x="1366" y="6508"/>
                      <a:pt x="907" y="6151"/>
                      <a:pt x="728" y="5640"/>
                    </a:cubicBezTo>
                    <a:cubicBezTo>
                      <a:pt x="524" y="5002"/>
                      <a:pt x="741" y="4288"/>
                      <a:pt x="1290" y="3892"/>
                    </a:cubicBezTo>
                    <a:cubicBezTo>
                      <a:pt x="1660" y="3599"/>
                      <a:pt x="2093" y="3471"/>
                      <a:pt x="2489" y="3254"/>
                    </a:cubicBezTo>
                    <a:cubicBezTo>
                      <a:pt x="2897" y="3024"/>
                      <a:pt x="3127" y="2667"/>
                      <a:pt x="3357" y="2259"/>
                    </a:cubicBezTo>
                    <a:cubicBezTo>
                      <a:pt x="3918" y="1263"/>
                      <a:pt x="4748" y="485"/>
                      <a:pt x="5883" y="485"/>
                    </a:cubicBezTo>
                    <a:close/>
                    <a:moveTo>
                      <a:pt x="5896" y="0"/>
                    </a:moveTo>
                    <a:lnTo>
                      <a:pt x="5883" y="13"/>
                    </a:lnTo>
                    <a:cubicBezTo>
                      <a:pt x="4697" y="13"/>
                      <a:pt x="3676" y="702"/>
                      <a:pt x="2948" y="2029"/>
                    </a:cubicBezTo>
                    <a:cubicBezTo>
                      <a:pt x="2731" y="2399"/>
                      <a:pt x="2566" y="2667"/>
                      <a:pt x="2272" y="2833"/>
                    </a:cubicBezTo>
                    <a:cubicBezTo>
                      <a:pt x="2144" y="2897"/>
                      <a:pt x="2004" y="2960"/>
                      <a:pt x="1864" y="3024"/>
                    </a:cubicBezTo>
                    <a:cubicBezTo>
                      <a:pt x="1558" y="3139"/>
                      <a:pt x="1264" y="3305"/>
                      <a:pt x="996" y="3509"/>
                    </a:cubicBezTo>
                    <a:cubicBezTo>
                      <a:pt x="294" y="4032"/>
                      <a:pt x="1" y="4951"/>
                      <a:pt x="269" y="5793"/>
                    </a:cubicBezTo>
                    <a:cubicBezTo>
                      <a:pt x="524" y="6482"/>
                      <a:pt x="1136" y="6967"/>
                      <a:pt x="1864" y="7031"/>
                    </a:cubicBezTo>
                    <a:lnTo>
                      <a:pt x="2030" y="7031"/>
                    </a:lnTo>
                    <a:cubicBezTo>
                      <a:pt x="2310" y="7031"/>
                      <a:pt x="2591" y="6980"/>
                      <a:pt x="2859" y="6916"/>
                    </a:cubicBezTo>
                    <a:cubicBezTo>
                      <a:pt x="3051" y="6853"/>
                      <a:pt x="3255" y="6827"/>
                      <a:pt x="3446" y="6814"/>
                    </a:cubicBezTo>
                    <a:cubicBezTo>
                      <a:pt x="3510" y="6814"/>
                      <a:pt x="3574" y="6814"/>
                      <a:pt x="3637" y="6840"/>
                    </a:cubicBezTo>
                    <a:cubicBezTo>
                      <a:pt x="3816" y="6891"/>
                      <a:pt x="3969" y="6980"/>
                      <a:pt x="4122" y="7095"/>
                    </a:cubicBezTo>
                    <a:cubicBezTo>
                      <a:pt x="4199" y="7146"/>
                      <a:pt x="4288" y="7210"/>
                      <a:pt x="4378" y="7261"/>
                    </a:cubicBezTo>
                    <a:cubicBezTo>
                      <a:pt x="4863" y="7541"/>
                      <a:pt x="5407" y="7682"/>
                      <a:pt x="5953" y="7682"/>
                    </a:cubicBezTo>
                    <a:cubicBezTo>
                      <a:pt x="6425" y="7682"/>
                      <a:pt x="6900" y="7576"/>
                      <a:pt x="7338" y="7363"/>
                    </a:cubicBezTo>
                    <a:cubicBezTo>
                      <a:pt x="7415" y="7325"/>
                      <a:pt x="7478" y="7286"/>
                      <a:pt x="7542" y="7248"/>
                    </a:cubicBezTo>
                    <a:cubicBezTo>
                      <a:pt x="7644" y="7184"/>
                      <a:pt x="7759" y="7133"/>
                      <a:pt x="7861" y="7095"/>
                    </a:cubicBezTo>
                    <a:cubicBezTo>
                      <a:pt x="7978" y="7053"/>
                      <a:pt x="8103" y="7028"/>
                      <a:pt x="8222" y="7028"/>
                    </a:cubicBezTo>
                    <a:cubicBezTo>
                      <a:pt x="8247" y="7028"/>
                      <a:pt x="8271" y="7029"/>
                      <a:pt x="8295" y="7031"/>
                    </a:cubicBezTo>
                    <a:cubicBezTo>
                      <a:pt x="8448" y="7031"/>
                      <a:pt x="8614" y="7044"/>
                      <a:pt x="8780" y="7057"/>
                    </a:cubicBezTo>
                    <a:cubicBezTo>
                      <a:pt x="8946" y="7069"/>
                      <a:pt x="9150" y="7095"/>
                      <a:pt x="9354" y="7095"/>
                    </a:cubicBezTo>
                    <a:cubicBezTo>
                      <a:pt x="9456" y="7095"/>
                      <a:pt x="9571" y="7082"/>
                      <a:pt x="9673" y="7069"/>
                    </a:cubicBezTo>
                    <a:cubicBezTo>
                      <a:pt x="10745" y="6955"/>
                      <a:pt x="11587" y="6125"/>
                      <a:pt x="11741" y="5066"/>
                    </a:cubicBezTo>
                    <a:cubicBezTo>
                      <a:pt x="11906" y="3994"/>
                      <a:pt x="11319" y="2960"/>
                      <a:pt x="10337" y="2539"/>
                    </a:cubicBezTo>
                    <a:cubicBezTo>
                      <a:pt x="10094" y="2437"/>
                      <a:pt x="9852" y="2374"/>
                      <a:pt x="9597" y="2322"/>
                    </a:cubicBezTo>
                    <a:cubicBezTo>
                      <a:pt x="9342" y="2271"/>
                      <a:pt x="9086" y="2195"/>
                      <a:pt x="8857" y="2067"/>
                    </a:cubicBezTo>
                    <a:cubicBezTo>
                      <a:pt x="8627" y="1876"/>
                      <a:pt x="8436" y="1646"/>
                      <a:pt x="8295" y="1391"/>
                    </a:cubicBezTo>
                    <a:cubicBezTo>
                      <a:pt x="8116" y="1110"/>
                      <a:pt x="7912" y="842"/>
                      <a:pt x="7670" y="613"/>
                    </a:cubicBezTo>
                    <a:cubicBezTo>
                      <a:pt x="7300" y="306"/>
                      <a:pt x="6853" y="102"/>
                      <a:pt x="6368" y="38"/>
                    </a:cubicBezTo>
                    <a:cubicBezTo>
                      <a:pt x="6215" y="13"/>
                      <a:pt x="6049" y="0"/>
                      <a:pt x="58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779" name="Google Shape;779;p44"/>
          <p:cNvGrpSpPr/>
          <p:nvPr/>
        </p:nvGrpSpPr>
        <p:grpSpPr>
          <a:xfrm>
            <a:off x="977195" y="1176203"/>
            <a:ext cx="529124" cy="355525"/>
            <a:chOff x="2493575" y="1248525"/>
            <a:chExt cx="386025" cy="259375"/>
          </a:xfrm>
        </p:grpSpPr>
        <p:sp>
          <p:nvSpPr>
            <p:cNvPr id="780" name="Google Shape;780;p44"/>
            <p:cNvSpPr/>
            <p:nvPr/>
          </p:nvSpPr>
          <p:spPr>
            <a:xfrm>
              <a:off x="2499950" y="1254550"/>
              <a:ext cx="372625" cy="246975"/>
            </a:xfrm>
            <a:custGeom>
              <a:avLst/>
              <a:gdLst/>
              <a:ahLst/>
              <a:cxnLst/>
              <a:rect l="l" t="t" r="r" b="b"/>
              <a:pathLst>
                <a:path w="14905" h="9879" extrusionOk="0">
                  <a:moveTo>
                    <a:pt x="8222" y="0"/>
                  </a:moveTo>
                  <a:cubicBezTo>
                    <a:pt x="8199" y="0"/>
                    <a:pt x="8177" y="1"/>
                    <a:pt x="8154" y="1"/>
                  </a:cubicBezTo>
                  <a:cubicBezTo>
                    <a:pt x="8014" y="1"/>
                    <a:pt x="7874" y="14"/>
                    <a:pt x="7733" y="40"/>
                  </a:cubicBezTo>
                  <a:cubicBezTo>
                    <a:pt x="6891" y="206"/>
                    <a:pt x="6125" y="805"/>
                    <a:pt x="5692" y="1673"/>
                  </a:cubicBezTo>
                  <a:cubicBezTo>
                    <a:pt x="5602" y="1852"/>
                    <a:pt x="5513" y="2043"/>
                    <a:pt x="5436" y="2222"/>
                  </a:cubicBezTo>
                  <a:cubicBezTo>
                    <a:pt x="5347" y="2477"/>
                    <a:pt x="5219" y="2732"/>
                    <a:pt x="5079" y="2962"/>
                  </a:cubicBezTo>
                  <a:cubicBezTo>
                    <a:pt x="4862" y="3294"/>
                    <a:pt x="4556" y="3549"/>
                    <a:pt x="4199" y="3715"/>
                  </a:cubicBezTo>
                  <a:cubicBezTo>
                    <a:pt x="3994" y="3804"/>
                    <a:pt x="3790" y="3868"/>
                    <a:pt x="3586" y="3932"/>
                  </a:cubicBezTo>
                  <a:cubicBezTo>
                    <a:pt x="3114" y="4059"/>
                    <a:pt x="2616" y="4213"/>
                    <a:pt x="2284" y="4608"/>
                  </a:cubicBezTo>
                  <a:cubicBezTo>
                    <a:pt x="2080" y="4889"/>
                    <a:pt x="1927" y="5221"/>
                    <a:pt x="1863" y="5565"/>
                  </a:cubicBezTo>
                  <a:cubicBezTo>
                    <a:pt x="1800" y="5808"/>
                    <a:pt x="1710" y="6037"/>
                    <a:pt x="1583" y="6267"/>
                  </a:cubicBezTo>
                  <a:cubicBezTo>
                    <a:pt x="1429" y="6471"/>
                    <a:pt x="1238" y="6650"/>
                    <a:pt x="1021" y="6790"/>
                  </a:cubicBezTo>
                  <a:lnTo>
                    <a:pt x="868" y="6905"/>
                  </a:lnTo>
                  <a:cubicBezTo>
                    <a:pt x="421" y="7262"/>
                    <a:pt x="0" y="7683"/>
                    <a:pt x="0" y="8219"/>
                  </a:cubicBezTo>
                  <a:cubicBezTo>
                    <a:pt x="26" y="8679"/>
                    <a:pt x="281" y="9100"/>
                    <a:pt x="689" y="9330"/>
                  </a:cubicBezTo>
                  <a:cubicBezTo>
                    <a:pt x="1047" y="9534"/>
                    <a:pt x="1429" y="9649"/>
                    <a:pt x="1838" y="9700"/>
                  </a:cubicBezTo>
                  <a:cubicBezTo>
                    <a:pt x="2735" y="9815"/>
                    <a:pt x="3642" y="9867"/>
                    <a:pt x="4550" y="9867"/>
                  </a:cubicBezTo>
                  <a:cubicBezTo>
                    <a:pt x="4650" y="9867"/>
                    <a:pt x="4749" y="9867"/>
                    <a:pt x="4849" y="9865"/>
                  </a:cubicBezTo>
                  <a:cubicBezTo>
                    <a:pt x="5959" y="9878"/>
                    <a:pt x="7070" y="9878"/>
                    <a:pt x="8167" y="9878"/>
                  </a:cubicBezTo>
                  <a:lnTo>
                    <a:pt x="8205" y="9878"/>
                  </a:lnTo>
                  <a:cubicBezTo>
                    <a:pt x="9162" y="9878"/>
                    <a:pt x="10017" y="9865"/>
                    <a:pt x="11013" y="9789"/>
                  </a:cubicBezTo>
                  <a:cubicBezTo>
                    <a:pt x="11766" y="9738"/>
                    <a:pt x="12786" y="9661"/>
                    <a:pt x="13590" y="9253"/>
                  </a:cubicBezTo>
                  <a:cubicBezTo>
                    <a:pt x="14471" y="8806"/>
                    <a:pt x="14905" y="7926"/>
                    <a:pt x="14726" y="6918"/>
                  </a:cubicBezTo>
                  <a:cubicBezTo>
                    <a:pt x="14624" y="6382"/>
                    <a:pt x="14292" y="5961"/>
                    <a:pt x="13973" y="5552"/>
                  </a:cubicBezTo>
                  <a:cubicBezTo>
                    <a:pt x="13718" y="5221"/>
                    <a:pt x="13463" y="4902"/>
                    <a:pt x="13361" y="4544"/>
                  </a:cubicBezTo>
                  <a:cubicBezTo>
                    <a:pt x="13310" y="4378"/>
                    <a:pt x="13284" y="4213"/>
                    <a:pt x="13259" y="4047"/>
                  </a:cubicBezTo>
                  <a:cubicBezTo>
                    <a:pt x="13246" y="3957"/>
                    <a:pt x="13233" y="3868"/>
                    <a:pt x="13220" y="3766"/>
                  </a:cubicBezTo>
                  <a:cubicBezTo>
                    <a:pt x="13067" y="2949"/>
                    <a:pt x="12621" y="2298"/>
                    <a:pt x="12008" y="2043"/>
                  </a:cubicBezTo>
                  <a:cubicBezTo>
                    <a:pt x="11753" y="1954"/>
                    <a:pt x="11498" y="1890"/>
                    <a:pt x="11230" y="1865"/>
                  </a:cubicBezTo>
                  <a:cubicBezTo>
                    <a:pt x="10821" y="1801"/>
                    <a:pt x="10477" y="1737"/>
                    <a:pt x="10298" y="1482"/>
                  </a:cubicBezTo>
                  <a:cubicBezTo>
                    <a:pt x="10247" y="1418"/>
                    <a:pt x="10209" y="1329"/>
                    <a:pt x="10171" y="1252"/>
                  </a:cubicBezTo>
                  <a:cubicBezTo>
                    <a:pt x="10145" y="1214"/>
                    <a:pt x="10132" y="1163"/>
                    <a:pt x="10107" y="1112"/>
                  </a:cubicBezTo>
                  <a:cubicBezTo>
                    <a:pt x="9722" y="429"/>
                    <a:pt x="9000" y="0"/>
                    <a:pt x="82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44"/>
            <p:cNvSpPr/>
            <p:nvPr/>
          </p:nvSpPr>
          <p:spPr>
            <a:xfrm>
              <a:off x="2493575" y="1248525"/>
              <a:ext cx="386025" cy="259375"/>
            </a:xfrm>
            <a:custGeom>
              <a:avLst/>
              <a:gdLst/>
              <a:ahLst/>
              <a:cxnLst/>
              <a:rect l="l" t="t" r="r" b="b"/>
              <a:pathLst>
                <a:path w="15441" h="10375" extrusionOk="0">
                  <a:moveTo>
                    <a:pt x="8416" y="485"/>
                  </a:moveTo>
                  <a:lnTo>
                    <a:pt x="8416" y="485"/>
                  </a:lnTo>
                  <a:cubicBezTo>
                    <a:pt x="9128" y="487"/>
                    <a:pt x="9827" y="844"/>
                    <a:pt x="10145" y="1468"/>
                  </a:cubicBezTo>
                  <a:cubicBezTo>
                    <a:pt x="10209" y="1608"/>
                    <a:pt x="10272" y="1735"/>
                    <a:pt x="10349" y="1863"/>
                  </a:cubicBezTo>
                  <a:cubicBezTo>
                    <a:pt x="10732" y="2399"/>
                    <a:pt x="11561" y="2259"/>
                    <a:pt x="12161" y="2501"/>
                  </a:cubicBezTo>
                  <a:cubicBezTo>
                    <a:pt x="12773" y="2756"/>
                    <a:pt x="13118" y="3407"/>
                    <a:pt x="13246" y="4058"/>
                  </a:cubicBezTo>
                  <a:cubicBezTo>
                    <a:pt x="13271" y="4326"/>
                    <a:pt x="13322" y="4581"/>
                    <a:pt x="13386" y="4849"/>
                  </a:cubicBezTo>
                  <a:cubicBezTo>
                    <a:pt x="13654" y="5717"/>
                    <a:pt x="14586" y="6304"/>
                    <a:pt x="14739" y="7197"/>
                  </a:cubicBezTo>
                  <a:cubicBezTo>
                    <a:pt x="14892" y="8001"/>
                    <a:pt x="14611" y="8843"/>
                    <a:pt x="13731" y="9277"/>
                  </a:cubicBezTo>
                  <a:cubicBezTo>
                    <a:pt x="13003" y="9647"/>
                    <a:pt x="12072" y="9736"/>
                    <a:pt x="11255" y="9787"/>
                  </a:cubicBezTo>
                  <a:cubicBezTo>
                    <a:pt x="10285" y="9864"/>
                    <a:pt x="9443" y="9877"/>
                    <a:pt x="8460" y="9877"/>
                  </a:cubicBezTo>
                  <a:lnTo>
                    <a:pt x="8422" y="9877"/>
                  </a:lnTo>
                  <a:cubicBezTo>
                    <a:pt x="8097" y="9881"/>
                    <a:pt x="7773" y="9882"/>
                    <a:pt x="7449" y="9882"/>
                  </a:cubicBezTo>
                  <a:cubicBezTo>
                    <a:pt x="6668" y="9882"/>
                    <a:pt x="5889" y="9873"/>
                    <a:pt x="5104" y="9864"/>
                  </a:cubicBezTo>
                  <a:cubicBezTo>
                    <a:pt x="4959" y="9868"/>
                    <a:pt x="4814" y="9870"/>
                    <a:pt x="4669" y="9870"/>
                  </a:cubicBezTo>
                  <a:cubicBezTo>
                    <a:pt x="3822" y="9870"/>
                    <a:pt x="2983" y="9807"/>
                    <a:pt x="2144" y="9698"/>
                  </a:cubicBezTo>
                  <a:cubicBezTo>
                    <a:pt x="1761" y="9660"/>
                    <a:pt x="1404" y="9545"/>
                    <a:pt x="1072" y="9366"/>
                  </a:cubicBezTo>
                  <a:cubicBezTo>
                    <a:pt x="740" y="9175"/>
                    <a:pt x="523" y="8843"/>
                    <a:pt x="498" y="8460"/>
                  </a:cubicBezTo>
                  <a:cubicBezTo>
                    <a:pt x="498" y="8001"/>
                    <a:pt x="932" y="7618"/>
                    <a:pt x="1289" y="7337"/>
                  </a:cubicBezTo>
                  <a:cubicBezTo>
                    <a:pt x="1557" y="7133"/>
                    <a:pt x="1850" y="6929"/>
                    <a:pt x="2042" y="6636"/>
                  </a:cubicBezTo>
                  <a:cubicBezTo>
                    <a:pt x="2374" y="6151"/>
                    <a:pt x="2348" y="5474"/>
                    <a:pt x="2731" y="5015"/>
                  </a:cubicBezTo>
                  <a:cubicBezTo>
                    <a:pt x="3165" y="4492"/>
                    <a:pt x="3943" y="4454"/>
                    <a:pt x="4568" y="4186"/>
                  </a:cubicBezTo>
                  <a:cubicBezTo>
                    <a:pt x="4964" y="3994"/>
                    <a:pt x="5296" y="3713"/>
                    <a:pt x="5538" y="3343"/>
                  </a:cubicBezTo>
                  <a:cubicBezTo>
                    <a:pt x="5806" y="2935"/>
                    <a:pt x="5947" y="2463"/>
                    <a:pt x="6163" y="2029"/>
                  </a:cubicBezTo>
                  <a:cubicBezTo>
                    <a:pt x="6546" y="1289"/>
                    <a:pt x="7223" y="676"/>
                    <a:pt x="8039" y="523"/>
                  </a:cubicBezTo>
                  <a:cubicBezTo>
                    <a:pt x="8165" y="498"/>
                    <a:pt x="8290" y="485"/>
                    <a:pt x="8416" y="485"/>
                  </a:cubicBezTo>
                  <a:close/>
                  <a:moveTo>
                    <a:pt x="8409" y="0"/>
                  </a:moveTo>
                  <a:lnTo>
                    <a:pt x="8422" y="13"/>
                  </a:lnTo>
                  <a:cubicBezTo>
                    <a:pt x="8392" y="10"/>
                    <a:pt x="8362" y="9"/>
                    <a:pt x="8332" y="9"/>
                  </a:cubicBezTo>
                  <a:cubicBezTo>
                    <a:pt x="8200" y="9"/>
                    <a:pt x="8073" y="30"/>
                    <a:pt x="7937" y="51"/>
                  </a:cubicBezTo>
                  <a:cubicBezTo>
                    <a:pt x="7031" y="230"/>
                    <a:pt x="6202" y="881"/>
                    <a:pt x="5730" y="1812"/>
                  </a:cubicBezTo>
                  <a:cubicBezTo>
                    <a:pt x="5628" y="1991"/>
                    <a:pt x="5551" y="2195"/>
                    <a:pt x="5474" y="2374"/>
                  </a:cubicBezTo>
                  <a:cubicBezTo>
                    <a:pt x="5385" y="2616"/>
                    <a:pt x="5270" y="2858"/>
                    <a:pt x="5130" y="3088"/>
                  </a:cubicBezTo>
                  <a:cubicBezTo>
                    <a:pt x="4938" y="3369"/>
                    <a:pt x="4670" y="3599"/>
                    <a:pt x="4351" y="3739"/>
                  </a:cubicBezTo>
                  <a:cubicBezTo>
                    <a:pt x="4160" y="3828"/>
                    <a:pt x="3969" y="3892"/>
                    <a:pt x="3764" y="3943"/>
                  </a:cubicBezTo>
                  <a:cubicBezTo>
                    <a:pt x="3292" y="4083"/>
                    <a:pt x="2744" y="4249"/>
                    <a:pt x="2361" y="4709"/>
                  </a:cubicBezTo>
                  <a:cubicBezTo>
                    <a:pt x="2131" y="5015"/>
                    <a:pt x="1965" y="5372"/>
                    <a:pt x="1876" y="5742"/>
                  </a:cubicBezTo>
                  <a:cubicBezTo>
                    <a:pt x="1825" y="5959"/>
                    <a:pt x="1748" y="6176"/>
                    <a:pt x="1633" y="6380"/>
                  </a:cubicBezTo>
                  <a:cubicBezTo>
                    <a:pt x="1493" y="6559"/>
                    <a:pt x="1314" y="6725"/>
                    <a:pt x="1123" y="6853"/>
                  </a:cubicBezTo>
                  <a:cubicBezTo>
                    <a:pt x="1072" y="6891"/>
                    <a:pt x="1021" y="6929"/>
                    <a:pt x="970" y="6980"/>
                  </a:cubicBezTo>
                  <a:cubicBezTo>
                    <a:pt x="651" y="7223"/>
                    <a:pt x="0" y="7746"/>
                    <a:pt x="13" y="8473"/>
                  </a:cubicBezTo>
                  <a:cubicBezTo>
                    <a:pt x="38" y="9022"/>
                    <a:pt x="345" y="9507"/>
                    <a:pt x="817" y="9787"/>
                  </a:cubicBezTo>
                  <a:cubicBezTo>
                    <a:pt x="1200" y="10004"/>
                    <a:pt x="1621" y="10145"/>
                    <a:pt x="2055" y="10183"/>
                  </a:cubicBezTo>
                  <a:cubicBezTo>
                    <a:pt x="2964" y="10310"/>
                    <a:pt x="3883" y="10364"/>
                    <a:pt x="4804" y="10364"/>
                  </a:cubicBezTo>
                  <a:cubicBezTo>
                    <a:pt x="4904" y="10364"/>
                    <a:pt x="5004" y="10363"/>
                    <a:pt x="5104" y="10362"/>
                  </a:cubicBezTo>
                  <a:cubicBezTo>
                    <a:pt x="6202" y="10374"/>
                    <a:pt x="7325" y="10374"/>
                    <a:pt x="8422" y="10374"/>
                  </a:cubicBezTo>
                  <a:lnTo>
                    <a:pt x="8460" y="10374"/>
                  </a:lnTo>
                  <a:cubicBezTo>
                    <a:pt x="9417" y="10374"/>
                    <a:pt x="10272" y="10362"/>
                    <a:pt x="11293" y="10285"/>
                  </a:cubicBezTo>
                  <a:cubicBezTo>
                    <a:pt x="12059" y="10234"/>
                    <a:pt x="13105" y="10145"/>
                    <a:pt x="13947" y="9724"/>
                  </a:cubicBezTo>
                  <a:cubicBezTo>
                    <a:pt x="14917" y="9252"/>
                    <a:pt x="15440" y="8167"/>
                    <a:pt x="15224" y="7120"/>
                  </a:cubicBezTo>
                  <a:cubicBezTo>
                    <a:pt x="15109" y="6521"/>
                    <a:pt x="14739" y="6049"/>
                    <a:pt x="14420" y="5653"/>
                  </a:cubicBezTo>
                  <a:cubicBezTo>
                    <a:pt x="14177" y="5372"/>
                    <a:pt x="13973" y="5053"/>
                    <a:pt x="13833" y="4709"/>
                  </a:cubicBezTo>
                  <a:cubicBezTo>
                    <a:pt x="13794" y="4568"/>
                    <a:pt x="13769" y="4415"/>
                    <a:pt x="13756" y="4262"/>
                  </a:cubicBezTo>
                  <a:cubicBezTo>
                    <a:pt x="13743" y="4160"/>
                    <a:pt x="13731" y="4071"/>
                    <a:pt x="13705" y="3969"/>
                  </a:cubicBezTo>
                  <a:cubicBezTo>
                    <a:pt x="13552" y="3063"/>
                    <a:pt x="13041" y="2348"/>
                    <a:pt x="12352" y="2067"/>
                  </a:cubicBezTo>
                  <a:cubicBezTo>
                    <a:pt x="12084" y="1965"/>
                    <a:pt x="11804" y="1901"/>
                    <a:pt x="11523" y="1863"/>
                  </a:cubicBezTo>
                  <a:cubicBezTo>
                    <a:pt x="11115" y="1799"/>
                    <a:pt x="10859" y="1748"/>
                    <a:pt x="10745" y="1595"/>
                  </a:cubicBezTo>
                  <a:cubicBezTo>
                    <a:pt x="10706" y="1531"/>
                    <a:pt x="10668" y="1468"/>
                    <a:pt x="10642" y="1404"/>
                  </a:cubicBezTo>
                  <a:cubicBezTo>
                    <a:pt x="10617" y="1353"/>
                    <a:pt x="10591" y="1302"/>
                    <a:pt x="10566" y="1251"/>
                  </a:cubicBezTo>
                  <a:cubicBezTo>
                    <a:pt x="10183" y="485"/>
                    <a:pt x="9341" y="0"/>
                    <a:pt x="840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82" name="Google Shape;782;p44"/>
          <p:cNvSpPr/>
          <p:nvPr/>
        </p:nvSpPr>
        <p:spPr>
          <a:xfrm>
            <a:off x="8015520" y="1222330"/>
            <a:ext cx="408469" cy="263277"/>
          </a:xfrm>
          <a:custGeom>
            <a:avLst/>
            <a:gdLst/>
            <a:ahLst/>
            <a:cxnLst/>
            <a:rect l="l" t="t" r="r" b="b"/>
            <a:pathLst>
              <a:path w="11920" h="7683" extrusionOk="0">
                <a:moveTo>
                  <a:pt x="5883" y="485"/>
                </a:moveTo>
                <a:lnTo>
                  <a:pt x="5883" y="498"/>
                </a:lnTo>
                <a:cubicBezTo>
                  <a:pt x="5921" y="494"/>
                  <a:pt x="5958" y="493"/>
                  <a:pt x="5994" y="493"/>
                </a:cubicBezTo>
                <a:cubicBezTo>
                  <a:pt x="6093" y="493"/>
                  <a:pt x="6189" y="505"/>
                  <a:pt x="6292" y="523"/>
                </a:cubicBezTo>
                <a:cubicBezTo>
                  <a:pt x="6675" y="574"/>
                  <a:pt x="7045" y="740"/>
                  <a:pt x="7338" y="995"/>
                </a:cubicBezTo>
                <a:cubicBezTo>
                  <a:pt x="7823" y="1416"/>
                  <a:pt x="8040" y="2118"/>
                  <a:pt x="8576" y="2476"/>
                </a:cubicBezTo>
                <a:cubicBezTo>
                  <a:pt x="9035" y="2782"/>
                  <a:pt x="9635" y="2782"/>
                  <a:pt x="10133" y="2986"/>
                </a:cubicBezTo>
                <a:cubicBezTo>
                  <a:pt x="11919" y="3752"/>
                  <a:pt x="11536" y="6393"/>
                  <a:pt x="9609" y="6610"/>
                </a:cubicBezTo>
                <a:cubicBezTo>
                  <a:pt x="9520" y="6623"/>
                  <a:pt x="9431" y="6623"/>
                  <a:pt x="9342" y="6623"/>
                </a:cubicBezTo>
                <a:cubicBezTo>
                  <a:pt x="8984" y="6623"/>
                  <a:pt x="8627" y="6559"/>
                  <a:pt x="8282" y="6559"/>
                </a:cubicBezTo>
                <a:cubicBezTo>
                  <a:pt x="8078" y="6559"/>
                  <a:pt x="7887" y="6585"/>
                  <a:pt x="7695" y="6648"/>
                </a:cubicBezTo>
                <a:cubicBezTo>
                  <a:pt x="7491" y="6738"/>
                  <a:pt x="7300" y="6840"/>
                  <a:pt x="7108" y="6942"/>
                </a:cubicBezTo>
                <a:cubicBezTo>
                  <a:pt x="6740" y="7126"/>
                  <a:pt x="6342" y="7216"/>
                  <a:pt x="5943" y="7216"/>
                </a:cubicBezTo>
                <a:cubicBezTo>
                  <a:pt x="5486" y="7216"/>
                  <a:pt x="5029" y="7097"/>
                  <a:pt x="4620" y="6865"/>
                </a:cubicBezTo>
                <a:cubicBezTo>
                  <a:pt x="4327" y="6687"/>
                  <a:pt x="4071" y="6470"/>
                  <a:pt x="3752" y="6380"/>
                </a:cubicBezTo>
                <a:cubicBezTo>
                  <a:pt x="3650" y="6355"/>
                  <a:pt x="3548" y="6342"/>
                  <a:pt x="3446" y="6342"/>
                </a:cubicBezTo>
                <a:cubicBezTo>
                  <a:pt x="2974" y="6342"/>
                  <a:pt x="2502" y="6572"/>
                  <a:pt x="2017" y="6572"/>
                </a:cubicBezTo>
                <a:lnTo>
                  <a:pt x="1902" y="6572"/>
                </a:lnTo>
                <a:cubicBezTo>
                  <a:pt x="1366" y="6508"/>
                  <a:pt x="907" y="6151"/>
                  <a:pt x="728" y="5640"/>
                </a:cubicBezTo>
                <a:cubicBezTo>
                  <a:pt x="524" y="5002"/>
                  <a:pt x="741" y="4288"/>
                  <a:pt x="1290" y="3892"/>
                </a:cubicBezTo>
                <a:cubicBezTo>
                  <a:pt x="1660" y="3599"/>
                  <a:pt x="2093" y="3471"/>
                  <a:pt x="2489" y="3254"/>
                </a:cubicBezTo>
                <a:cubicBezTo>
                  <a:pt x="2897" y="3024"/>
                  <a:pt x="3127" y="2667"/>
                  <a:pt x="3357" y="2259"/>
                </a:cubicBezTo>
                <a:cubicBezTo>
                  <a:pt x="3918" y="1263"/>
                  <a:pt x="4748" y="485"/>
                  <a:pt x="5883" y="485"/>
                </a:cubicBezTo>
                <a:close/>
                <a:moveTo>
                  <a:pt x="5896" y="0"/>
                </a:moveTo>
                <a:lnTo>
                  <a:pt x="5883" y="13"/>
                </a:lnTo>
                <a:cubicBezTo>
                  <a:pt x="4697" y="13"/>
                  <a:pt x="3676" y="702"/>
                  <a:pt x="2948" y="2029"/>
                </a:cubicBezTo>
                <a:cubicBezTo>
                  <a:pt x="2731" y="2399"/>
                  <a:pt x="2566" y="2667"/>
                  <a:pt x="2272" y="2833"/>
                </a:cubicBezTo>
                <a:cubicBezTo>
                  <a:pt x="2144" y="2897"/>
                  <a:pt x="2004" y="2960"/>
                  <a:pt x="1864" y="3024"/>
                </a:cubicBezTo>
                <a:cubicBezTo>
                  <a:pt x="1558" y="3139"/>
                  <a:pt x="1264" y="3305"/>
                  <a:pt x="996" y="3509"/>
                </a:cubicBezTo>
                <a:cubicBezTo>
                  <a:pt x="294" y="4032"/>
                  <a:pt x="1" y="4951"/>
                  <a:pt x="269" y="5793"/>
                </a:cubicBezTo>
                <a:cubicBezTo>
                  <a:pt x="524" y="6482"/>
                  <a:pt x="1136" y="6967"/>
                  <a:pt x="1864" y="7031"/>
                </a:cubicBezTo>
                <a:lnTo>
                  <a:pt x="2030" y="7031"/>
                </a:lnTo>
                <a:cubicBezTo>
                  <a:pt x="2310" y="7031"/>
                  <a:pt x="2591" y="6980"/>
                  <a:pt x="2859" y="6916"/>
                </a:cubicBezTo>
                <a:cubicBezTo>
                  <a:pt x="3051" y="6853"/>
                  <a:pt x="3255" y="6827"/>
                  <a:pt x="3446" y="6814"/>
                </a:cubicBezTo>
                <a:cubicBezTo>
                  <a:pt x="3510" y="6814"/>
                  <a:pt x="3574" y="6814"/>
                  <a:pt x="3637" y="6840"/>
                </a:cubicBezTo>
                <a:cubicBezTo>
                  <a:pt x="3816" y="6891"/>
                  <a:pt x="3969" y="6980"/>
                  <a:pt x="4122" y="7095"/>
                </a:cubicBezTo>
                <a:cubicBezTo>
                  <a:pt x="4199" y="7146"/>
                  <a:pt x="4288" y="7210"/>
                  <a:pt x="4378" y="7261"/>
                </a:cubicBezTo>
                <a:cubicBezTo>
                  <a:pt x="4863" y="7541"/>
                  <a:pt x="5407" y="7682"/>
                  <a:pt x="5953" y="7682"/>
                </a:cubicBezTo>
                <a:cubicBezTo>
                  <a:pt x="6425" y="7682"/>
                  <a:pt x="6900" y="7576"/>
                  <a:pt x="7338" y="7363"/>
                </a:cubicBezTo>
                <a:cubicBezTo>
                  <a:pt x="7415" y="7325"/>
                  <a:pt x="7478" y="7286"/>
                  <a:pt x="7542" y="7248"/>
                </a:cubicBezTo>
                <a:cubicBezTo>
                  <a:pt x="7644" y="7184"/>
                  <a:pt x="7759" y="7133"/>
                  <a:pt x="7861" y="7095"/>
                </a:cubicBezTo>
                <a:cubicBezTo>
                  <a:pt x="7978" y="7053"/>
                  <a:pt x="8103" y="7028"/>
                  <a:pt x="8222" y="7028"/>
                </a:cubicBezTo>
                <a:cubicBezTo>
                  <a:pt x="8247" y="7028"/>
                  <a:pt x="8271" y="7029"/>
                  <a:pt x="8295" y="7031"/>
                </a:cubicBezTo>
                <a:cubicBezTo>
                  <a:pt x="8448" y="7031"/>
                  <a:pt x="8614" y="7044"/>
                  <a:pt x="8780" y="7057"/>
                </a:cubicBezTo>
                <a:cubicBezTo>
                  <a:pt x="8946" y="7069"/>
                  <a:pt x="9150" y="7095"/>
                  <a:pt x="9354" y="7095"/>
                </a:cubicBezTo>
                <a:cubicBezTo>
                  <a:pt x="9456" y="7095"/>
                  <a:pt x="9571" y="7082"/>
                  <a:pt x="9673" y="7069"/>
                </a:cubicBezTo>
                <a:cubicBezTo>
                  <a:pt x="10745" y="6955"/>
                  <a:pt x="11587" y="6125"/>
                  <a:pt x="11741" y="5066"/>
                </a:cubicBezTo>
                <a:cubicBezTo>
                  <a:pt x="11906" y="3994"/>
                  <a:pt x="11319" y="2960"/>
                  <a:pt x="10337" y="2539"/>
                </a:cubicBezTo>
                <a:cubicBezTo>
                  <a:pt x="10094" y="2437"/>
                  <a:pt x="9852" y="2374"/>
                  <a:pt x="9597" y="2322"/>
                </a:cubicBezTo>
                <a:cubicBezTo>
                  <a:pt x="9342" y="2271"/>
                  <a:pt x="9086" y="2195"/>
                  <a:pt x="8857" y="2067"/>
                </a:cubicBezTo>
                <a:cubicBezTo>
                  <a:pt x="8627" y="1876"/>
                  <a:pt x="8436" y="1646"/>
                  <a:pt x="8295" y="1391"/>
                </a:cubicBezTo>
                <a:cubicBezTo>
                  <a:pt x="8116" y="1110"/>
                  <a:pt x="7912" y="842"/>
                  <a:pt x="7670" y="613"/>
                </a:cubicBezTo>
                <a:cubicBezTo>
                  <a:pt x="7300" y="306"/>
                  <a:pt x="6853" y="102"/>
                  <a:pt x="6368" y="38"/>
                </a:cubicBezTo>
                <a:cubicBezTo>
                  <a:pt x="6215" y="13"/>
                  <a:pt x="6049" y="0"/>
                  <a:pt x="58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83" name="Google Shape;783;p44"/>
          <p:cNvGrpSpPr/>
          <p:nvPr/>
        </p:nvGrpSpPr>
        <p:grpSpPr>
          <a:xfrm>
            <a:off x="1743340" y="1994678"/>
            <a:ext cx="239221" cy="487147"/>
            <a:chOff x="1925725" y="1035100"/>
            <a:chExt cx="174525" cy="355400"/>
          </a:xfrm>
        </p:grpSpPr>
        <p:sp>
          <p:nvSpPr>
            <p:cNvPr id="784" name="Google Shape;784;p44"/>
            <p:cNvSpPr/>
            <p:nvPr/>
          </p:nvSpPr>
          <p:spPr>
            <a:xfrm>
              <a:off x="1932400" y="1041150"/>
              <a:ext cx="163375" cy="343300"/>
            </a:xfrm>
            <a:custGeom>
              <a:avLst/>
              <a:gdLst/>
              <a:ahLst/>
              <a:cxnLst/>
              <a:rect l="l" t="t" r="r" b="b"/>
              <a:pathLst>
                <a:path w="6535" h="13732" extrusionOk="0">
                  <a:moveTo>
                    <a:pt x="3829" y="1"/>
                  </a:moveTo>
                  <a:cubicBezTo>
                    <a:pt x="3740" y="1"/>
                    <a:pt x="3651" y="52"/>
                    <a:pt x="3612" y="141"/>
                  </a:cubicBezTo>
                  <a:lnTo>
                    <a:pt x="690" y="6700"/>
                  </a:lnTo>
                  <a:cubicBezTo>
                    <a:pt x="614" y="6866"/>
                    <a:pt x="728" y="7044"/>
                    <a:pt x="907" y="7044"/>
                  </a:cubicBezTo>
                  <a:lnTo>
                    <a:pt x="2400" y="7044"/>
                  </a:lnTo>
                  <a:lnTo>
                    <a:pt x="52" y="13412"/>
                  </a:lnTo>
                  <a:cubicBezTo>
                    <a:pt x="1" y="13527"/>
                    <a:pt x="52" y="13655"/>
                    <a:pt x="167" y="13718"/>
                  </a:cubicBezTo>
                  <a:cubicBezTo>
                    <a:pt x="205" y="13731"/>
                    <a:pt x="231" y="13731"/>
                    <a:pt x="269" y="13731"/>
                  </a:cubicBezTo>
                  <a:cubicBezTo>
                    <a:pt x="358" y="13731"/>
                    <a:pt x="435" y="13693"/>
                    <a:pt x="473" y="13616"/>
                  </a:cubicBezTo>
                  <a:lnTo>
                    <a:pt x="5667" y="4773"/>
                  </a:lnTo>
                  <a:cubicBezTo>
                    <a:pt x="5756" y="4620"/>
                    <a:pt x="5641" y="4416"/>
                    <a:pt x="5463" y="4416"/>
                  </a:cubicBezTo>
                  <a:lnTo>
                    <a:pt x="4289" y="4416"/>
                  </a:lnTo>
                  <a:lnTo>
                    <a:pt x="6458" y="358"/>
                  </a:lnTo>
                  <a:cubicBezTo>
                    <a:pt x="6534" y="192"/>
                    <a:pt x="6420" y="1"/>
                    <a:pt x="624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44"/>
            <p:cNvSpPr/>
            <p:nvPr/>
          </p:nvSpPr>
          <p:spPr>
            <a:xfrm>
              <a:off x="1925725" y="1035100"/>
              <a:ext cx="174525" cy="355400"/>
            </a:xfrm>
            <a:custGeom>
              <a:avLst/>
              <a:gdLst/>
              <a:ahLst/>
              <a:cxnLst/>
              <a:rect l="l" t="t" r="r" b="b"/>
              <a:pathLst>
                <a:path w="6981" h="14216" extrusionOk="0">
                  <a:moveTo>
                    <a:pt x="6508" y="472"/>
                  </a:moveTo>
                  <a:lnTo>
                    <a:pt x="6508" y="485"/>
                  </a:lnTo>
                  <a:lnTo>
                    <a:pt x="4160" y="4900"/>
                  </a:lnTo>
                  <a:lnTo>
                    <a:pt x="5730" y="4900"/>
                  </a:lnTo>
                  <a:lnTo>
                    <a:pt x="536" y="13743"/>
                  </a:lnTo>
                  <a:lnTo>
                    <a:pt x="2999" y="7044"/>
                  </a:lnTo>
                  <a:lnTo>
                    <a:pt x="1174" y="7044"/>
                  </a:lnTo>
                  <a:lnTo>
                    <a:pt x="4096" y="472"/>
                  </a:lnTo>
                  <a:close/>
                  <a:moveTo>
                    <a:pt x="4096" y="0"/>
                  </a:moveTo>
                  <a:cubicBezTo>
                    <a:pt x="3918" y="0"/>
                    <a:pt x="3739" y="115"/>
                    <a:pt x="3662" y="281"/>
                  </a:cubicBezTo>
                  <a:lnTo>
                    <a:pt x="740" y="6840"/>
                  </a:lnTo>
                  <a:cubicBezTo>
                    <a:pt x="600" y="7159"/>
                    <a:pt x="829" y="7516"/>
                    <a:pt x="1174" y="7516"/>
                  </a:cubicBezTo>
                  <a:lnTo>
                    <a:pt x="2322" y="7516"/>
                  </a:lnTo>
                  <a:lnTo>
                    <a:pt x="89" y="13565"/>
                  </a:lnTo>
                  <a:cubicBezTo>
                    <a:pt x="0" y="13794"/>
                    <a:pt x="102" y="14062"/>
                    <a:pt x="332" y="14164"/>
                  </a:cubicBezTo>
                  <a:cubicBezTo>
                    <a:pt x="396" y="14190"/>
                    <a:pt x="459" y="14216"/>
                    <a:pt x="536" y="14216"/>
                  </a:cubicBezTo>
                  <a:cubicBezTo>
                    <a:pt x="702" y="14216"/>
                    <a:pt x="868" y="14113"/>
                    <a:pt x="944" y="13973"/>
                  </a:cubicBezTo>
                  <a:lnTo>
                    <a:pt x="6125" y="5143"/>
                  </a:lnTo>
                  <a:cubicBezTo>
                    <a:pt x="6317" y="4811"/>
                    <a:pt x="6087" y="4415"/>
                    <a:pt x="5717" y="4415"/>
                  </a:cubicBezTo>
                  <a:lnTo>
                    <a:pt x="4951" y="4415"/>
                  </a:lnTo>
                  <a:lnTo>
                    <a:pt x="6916" y="715"/>
                  </a:lnTo>
                  <a:cubicBezTo>
                    <a:pt x="6955" y="638"/>
                    <a:pt x="6980" y="562"/>
                    <a:pt x="6980" y="472"/>
                  </a:cubicBezTo>
                  <a:cubicBezTo>
                    <a:pt x="6980" y="217"/>
                    <a:pt x="6763" y="0"/>
                    <a:pt x="650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37">
          <a:extLst>
            <a:ext uri="{FF2B5EF4-FFF2-40B4-BE49-F238E27FC236}">
              <a16:creationId xmlns:a16="http://schemas.microsoft.com/office/drawing/2014/main" id="{92C50E67-D874-1278-EAE8-6D1B0E4B5F67}"/>
            </a:ext>
          </a:extLst>
        </p:cNvPr>
        <p:cNvGrpSpPr/>
        <p:nvPr/>
      </p:nvGrpSpPr>
      <p:grpSpPr>
        <a:xfrm>
          <a:off x="0" y="0"/>
          <a:ext cx="0" cy="0"/>
          <a:chOff x="0" y="0"/>
          <a:chExt cx="0" cy="0"/>
        </a:xfrm>
      </p:grpSpPr>
      <p:sp>
        <p:nvSpPr>
          <p:cNvPr id="539" name="Google Shape;539;p40">
            <a:extLst>
              <a:ext uri="{FF2B5EF4-FFF2-40B4-BE49-F238E27FC236}">
                <a16:creationId xmlns:a16="http://schemas.microsoft.com/office/drawing/2014/main" id="{895754EF-457A-781E-41B7-3612AB983682}"/>
              </a:ext>
            </a:extLst>
          </p:cNvPr>
          <p:cNvSpPr txBox="1">
            <a:spLocks noGrp="1"/>
          </p:cNvSpPr>
          <p:nvPr>
            <p:ph type="title"/>
          </p:nvPr>
        </p:nvSpPr>
        <p:spPr>
          <a:xfrm>
            <a:off x="4210504" y="1031779"/>
            <a:ext cx="4215900" cy="5727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en" dirty="0"/>
              <a:t>Background</a:t>
            </a:r>
            <a:endParaRPr dirty="0"/>
          </a:p>
        </p:txBody>
      </p:sp>
      <p:sp>
        <p:nvSpPr>
          <p:cNvPr id="540" name="Google Shape;540;p40">
            <a:extLst>
              <a:ext uri="{FF2B5EF4-FFF2-40B4-BE49-F238E27FC236}">
                <a16:creationId xmlns:a16="http://schemas.microsoft.com/office/drawing/2014/main" id="{4F49324B-EC3B-73BF-910A-BFA6748E6F30}"/>
              </a:ext>
            </a:extLst>
          </p:cNvPr>
          <p:cNvSpPr txBox="1">
            <a:spLocks noGrp="1"/>
          </p:cNvSpPr>
          <p:nvPr>
            <p:ph type="subTitle" idx="1"/>
          </p:nvPr>
        </p:nvSpPr>
        <p:spPr>
          <a:xfrm>
            <a:off x="4210504" y="1781968"/>
            <a:ext cx="4350022" cy="1831800"/>
          </a:xfrm>
          <a:prstGeom prst="rect">
            <a:avLst/>
          </a:prstGeom>
        </p:spPr>
        <p:txBody>
          <a:bodyPr spcFirstLastPara="1" wrap="square" lIns="91425" tIns="91425" rIns="91425" bIns="91425" anchor="t" anchorCtr="0">
            <a:noAutofit/>
          </a:bodyPr>
          <a:lstStyle/>
          <a:p>
            <a:pPr marL="0" lvl="0" indent="0" algn="r" rtl="0">
              <a:spcBef>
                <a:spcPts val="0"/>
              </a:spcBef>
              <a:spcAft>
                <a:spcPts val="1600"/>
              </a:spcAft>
              <a:buNone/>
            </a:pPr>
            <a:r>
              <a:rPr lang="en-GB" dirty="0"/>
              <a:t>Suicide risk rarely comes from one thing. This gap motivates our research question: </a:t>
            </a:r>
          </a:p>
          <a:p>
            <a:pPr marL="0" lvl="0" indent="0" algn="r" rtl="0">
              <a:spcBef>
                <a:spcPts val="0"/>
              </a:spcBef>
              <a:spcAft>
                <a:spcPts val="1600"/>
              </a:spcAft>
              <a:buNone/>
            </a:pPr>
            <a:r>
              <a:rPr lang="en-GB" dirty="0"/>
              <a:t>how do adverse and protective experiences co-occur with adolescent suicidality, and what does that mean for where prevention efforts should focus?</a:t>
            </a:r>
          </a:p>
        </p:txBody>
      </p:sp>
      <p:grpSp>
        <p:nvGrpSpPr>
          <p:cNvPr id="4" name="Google Shape;896;p49">
            <a:extLst>
              <a:ext uri="{FF2B5EF4-FFF2-40B4-BE49-F238E27FC236}">
                <a16:creationId xmlns:a16="http://schemas.microsoft.com/office/drawing/2014/main" id="{354E0020-6A12-FF18-9F7B-C769FB57165C}"/>
              </a:ext>
            </a:extLst>
          </p:cNvPr>
          <p:cNvGrpSpPr/>
          <p:nvPr/>
        </p:nvGrpSpPr>
        <p:grpSpPr>
          <a:xfrm>
            <a:off x="725496" y="879541"/>
            <a:ext cx="3485008" cy="3384418"/>
            <a:chOff x="4733415" y="1243370"/>
            <a:chExt cx="3485008" cy="3384418"/>
          </a:xfrm>
        </p:grpSpPr>
        <p:grpSp>
          <p:nvGrpSpPr>
            <p:cNvPr id="5" name="Google Shape;897;p49">
              <a:extLst>
                <a:ext uri="{FF2B5EF4-FFF2-40B4-BE49-F238E27FC236}">
                  <a16:creationId xmlns:a16="http://schemas.microsoft.com/office/drawing/2014/main" id="{01AD1699-E549-8CA1-22CA-B740902DC633}"/>
                </a:ext>
              </a:extLst>
            </p:cNvPr>
            <p:cNvGrpSpPr/>
            <p:nvPr/>
          </p:nvGrpSpPr>
          <p:grpSpPr>
            <a:xfrm>
              <a:off x="7487171" y="1324881"/>
              <a:ext cx="418034" cy="630656"/>
              <a:chOff x="8538621" y="623706"/>
              <a:chExt cx="418034" cy="630656"/>
            </a:xfrm>
          </p:grpSpPr>
          <p:grpSp>
            <p:nvGrpSpPr>
              <p:cNvPr id="519" name="Google Shape;898;p49">
                <a:extLst>
                  <a:ext uri="{FF2B5EF4-FFF2-40B4-BE49-F238E27FC236}">
                    <a16:creationId xmlns:a16="http://schemas.microsoft.com/office/drawing/2014/main" id="{372D7674-62CD-2A38-1E48-914C05FD1D32}"/>
                  </a:ext>
                </a:extLst>
              </p:cNvPr>
              <p:cNvGrpSpPr/>
              <p:nvPr/>
            </p:nvGrpSpPr>
            <p:grpSpPr>
              <a:xfrm>
                <a:off x="8609803" y="767216"/>
                <a:ext cx="239221" cy="487147"/>
                <a:chOff x="1925725" y="1035100"/>
                <a:chExt cx="174525" cy="355400"/>
              </a:xfrm>
            </p:grpSpPr>
            <p:sp>
              <p:nvSpPr>
                <p:cNvPr id="523" name="Google Shape;899;p49">
                  <a:extLst>
                    <a:ext uri="{FF2B5EF4-FFF2-40B4-BE49-F238E27FC236}">
                      <a16:creationId xmlns:a16="http://schemas.microsoft.com/office/drawing/2014/main" id="{DB3E4EDB-3E5A-D6AF-7FC7-36E28D6C9287}"/>
                    </a:ext>
                  </a:extLst>
                </p:cNvPr>
                <p:cNvSpPr/>
                <p:nvPr/>
              </p:nvSpPr>
              <p:spPr>
                <a:xfrm>
                  <a:off x="1932400" y="1041150"/>
                  <a:ext cx="163375" cy="343300"/>
                </a:xfrm>
                <a:custGeom>
                  <a:avLst/>
                  <a:gdLst/>
                  <a:ahLst/>
                  <a:cxnLst/>
                  <a:rect l="l" t="t" r="r" b="b"/>
                  <a:pathLst>
                    <a:path w="6535" h="13732" extrusionOk="0">
                      <a:moveTo>
                        <a:pt x="3829" y="1"/>
                      </a:moveTo>
                      <a:cubicBezTo>
                        <a:pt x="3740" y="1"/>
                        <a:pt x="3651" y="52"/>
                        <a:pt x="3612" y="141"/>
                      </a:cubicBezTo>
                      <a:lnTo>
                        <a:pt x="690" y="6700"/>
                      </a:lnTo>
                      <a:cubicBezTo>
                        <a:pt x="614" y="6866"/>
                        <a:pt x="728" y="7044"/>
                        <a:pt x="907" y="7044"/>
                      </a:cubicBezTo>
                      <a:lnTo>
                        <a:pt x="2400" y="7044"/>
                      </a:lnTo>
                      <a:lnTo>
                        <a:pt x="52" y="13412"/>
                      </a:lnTo>
                      <a:cubicBezTo>
                        <a:pt x="1" y="13527"/>
                        <a:pt x="52" y="13655"/>
                        <a:pt x="167" y="13718"/>
                      </a:cubicBezTo>
                      <a:cubicBezTo>
                        <a:pt x="205" y="13731"/>
                        <a:pt x="231" y="13731"/>
                        <a:pt x="269" y="13731"/>
                      </a:cubicBezTo>
                      <a:cubicBezTo>
                        <a:pt x="358" y="13731"/>
                        <a:pt x="435" y="13693"/>
                        <a:pt x="473" y="13616"/>
                      </a:cubicBezTo>
                      <a:lnTo>
                        <a:pt x="5667" y="4773"/>
                      </a:lnTo>
                      <a:cubicBezTo>
                        <a:pt x="5756" y="4620"/>
                        <a:pt x="5641" y="4416"/>
                        <a:pt x="5463" y="4416"/>
                      </a:cubicBezTo>
                      <a:lnTo>
                        <a:pt x="4289" y="4416"/>
                      </a:lnTo>
                      <a:lnTo>
                        <a:pt x="6458" y="358"/>
                      </a:lnTo>
                      <a:cubicBezTo>
                        <a:pt x="6534" y="192"/>
                        <a:pt x="6420" y="1"/>
                        <a:pt x="624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900;p49">
                  <a:extLst>
                    <a:ext uri="{FF2B5EF4-FFF2-40B4-BE49-F238E27FC236}">
                      <a16:creationId xmlns:a16="http://schemas.microsoft.com/office/drawing/2014/main" id="{DAA0CD5E-A9BD-131C-77E4-FA2A898FF82B}"/>
                    </a:ext>
                  </a:extLst>
                </p:cNvPr>
                <p:cNvSpPr/>
                <p:nvPr/>
              </p:nvSpPr>
              <p:spPr>
                <a:xfrm>
                  <a:off x="1925725" y="1035100"/>
                  <a:ext cx="174525" cy="355400"/>
                </a:xfrm>
                <a:custGeom>
                  <a:avLst/>
                  <a:gdLst/>
                  <a:ahLst/>
                  <a:cxnLst/>
                  <a:rect l="l" t="t" r="r" b="b"/>
                  <a:pathLst>
                    <a:path w="6981" h="14216" extrusionOk="0">
                      <a:moveTo>
                        <a:pt x="6508" y="472"/>
                      </a:moveTo>
                      <a:lnTo>
                        <a:pt x="6508" y="485"/>
                      </a:lnTo>
                      <a:lnTo>
                        <a:pt x="4160" y="4900"/>
                      </a:lnTo>
                      <a:lnTo>
                        <a:pt x="5730" y="4900"/>
                      </a:lnTo>
                      <a:lnTo>
                        <a:pt x="536" y="13743"/>
                      </a:lnTo>
                      <a:lnTo>
                        <a:pt x="2999" y="7044"/>
                      </a:lnTo>
                      <a:lnTo>
                        <a:pt x="1174" y="7044"/>
                      </a:lnTo>
                      <a:lnTo>
                        <a:pt x="4096" y="472"/>
                      </a:lnTo>
                      <a:close/>
                      <a:moveTo>
                        <a:pt x="4096" y="0"/>
                      </a:moveTo>
                      <a:cubicBezTo>
                        <a:pt x="3918" y="0"/>
                        <a:pt x="3739" y="115"/>
                        <a:pt x="3662" y="281"/>
                      </a:cubicBezTo>
                      <a:lnTo>
                        <a:pt x="740" y="6840"/>
                      </a:lnTo>
                      <a:cubicBezTo>
                        <a:pt x="600" y="7159"/>
                        <a:pt x="829" y="7516"/>
                        <a:pt x="1174" y="7516"/>
                      </a:cubicBezTo>
                      <a:lnTo>
                        <a:pt x="2322" y="7516"/>
                      </a:lnTo>
                      <a:lnTo>
                        <a:pt x="89" y="13565"/>
                      </a:lnTo>
                      <a:cubicBezTo>
                        <a:pt x="0" y="13794"/>
                        <a:pt x="102" y="14062"/>
                        <a:pt x="332" y="14164"/>
                      </a:cubicBezTo>
                      <a:cubicBezTo>
                        <a:pt x="396" y="14190"/>
                        <a:pt x="459" y="14216"/>
                        <a:pt x="536" y="14216"/>
                      </a:cubicBezTo>
                      <a:cubicBezTo>
                        <a:pt x="702" y="14216"/>
                        <a:pt x="868" y="14113"/>
                        <a:pt x="944" y="13973"/>
                      </a:cubicBezTo>
                      <a:lnTo>
                        <a:pt x="6125" y="5143"/>
                      </a:lnTo>
                      <a:cubicBezTo>
                        <a:pt x="6317" y="4811"/>
                        <a:pt x="6087" y="4415"/>
                        <a:pt x="5717" y="4415"/>
                      </a:cubicBezTo>
                      <a:lnTo>
                        <a:pt x="4951" y="4415"/>
                      </a:lnTo>
                      <a:lnTo>
                        <a:pt x="6916" y="715"/>
                      </a:lnTo>
                      <a:cubicBezTo>
                        <a:pt x="6955" y="638"/>
                        <a:pt x="6980" y="562"/>
                        <a:pt x="6980" y="472"/>
                      </a:cubicBezTo>
                      <a:cubicBezTo>
                        <a:pt x="6980" y="217"/>
                        <a:pt x="6763" y="0"/>
                        <a:pt x="650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0" name="Google Shape;901;p49">
                <a:extLst>
                  <a:ext uri="{FF2B5EF4-FFF2-40B4-BE49-F238E27FC236}">
                    <a16:creationId xmlns:a16="http://schemas.microsoft.com/office/drawing/2014/main" id="{916F4833-C23E-E939-1023-1B7F591342FC}"/>
                  </a:ext>
                </a:extLst>
              </p:cNvPr>
              <p:cNvGrpSpPr/>
              <p:nvPr/>
            </p:nvGrpSpPr>
            <p:grpSpPr>
              <a:xfrm>
                <a:off x="8538621" y="623706"/>
                <a:ext cx="418034" cy="269443"/>
                <a:chOff x="1087650" y="1031275"/>
                <a:chExt cx="298000" cy="192075"/>
              </a:xfrm>
            </p:grpSpPr>
            <p:sp>
              <p:nvSpPr>
                <p:cNvPr id="521" name="Google Shape;902;p49">
                  <a:extLst>
                    <a:ext uri="{FF2B5EF4-FFF2-40B4-BE49-F238E27FC236}">
                      <a16:creationId xmlns:a16="http://schemas.microsoft.com/office/drawing/2014/main" id="{42770579-A377-778F-939D-FE1924027BC2}"/>
                    </a:ext>
                  </a:extLst>
                </p:cNvPr>
                <p:cNvSpPr/>
                <p:nvPr/>
              </p:nvSpPr>
              <p:spPr>
                <a:xfrm>
                  <a:off x="1094350" y="1037650"/>
                  <a:ext cx="284275" cy="179975"/>
                </a:xfrm>
                <a:custGeom>
                  <a:avLst/>
                  <a:gdLst/>
                  <a:ahLst/>
                  <a:cxnLst/>
                  <a:rect l="l" t="t" r="r" b="b"/>
                  <a:pathLst>
                    <a:path w="11371" h="7199" extrusionOk="0">
                      <a:moveTo>
                        <a:pt x="5615" y="0"/>
                      </a:moveTo>
                      <a:cubicBezTo>
                        <a:pt x="4518" y="0"/>
                        <a:pt x="3574" y="664"/>
                        <a:pt x="2885" y="1902"/>
                      </a:cubicBezTo>
                      <a:cubicBezTo>
                        <a:pt x="2655" y="2297"/>
                        <a:pt x="2476" y="2603"/>
                        <a:pt x="2106" y="2795"/>
                      </a:cubicBezTo>
                      <a:cubicBezTo>
                        <a:pt x="1979" y="2871"/>
                        <a:pt x="1838" y="2935"/>
                        <a:pt x="1698" y="2999"/>
                      </a:cubicBezTo>
                      <a:cubicBezTo>
                        <a:pt x="1404" y="3114"/>
                        <a:pt x="1124" y="3267"/>
                        <a:pt x="868" y="3458"/>
                      </a:cubicBezTo>
                      <a:cubicBezTo>
                        <a:pt x="256" y="3918"/>
                        <a:pt x="1" y="4734"/>
                        <a:pt x="230" y="5475"/>
                      </a:cubicBezTo>
                      <a:cubicBezTo>
                        <a:pt x="447" y="6074"/>
                        <a:pt x="983" y="6495"/>
                        <a:pt x="1621" y="6559"/>
                      </a:cubicBezTo>
                      <a:lnTo>
                        <a:pt x="1749" y="6559"/>
                      </a:lnTo>
                      <a:cubicBezTo>
                        <a:pt x="2017" y="6546"/>
                        <a:pt x="2272" y="6508"/>
                        <a:pt x="2527" y="6432"/>
                      </a:cubicBezTo>
                      <a:cubicBezTo>
                        <a:pt x="2731" y="6381"/>
                        <a:pt x="2948" y="6342"/>
                        <a:pt x="3178" y="6330"/>
                      </a:cubicBezTo>
                      <a:cubicBezTo>
                        <a:pt x="3255" y="6330"/>
                        <a:pt x="3344" y="6342"/>
                        <a:pt x="3421" y="6355"/>
                      </a:cubicBezTo>
                      <a:cubicBezTo>
                        <a:pt x="3625" y="6432"/>
                        <a:pt x="3803" y="6521"/>
                        <a:pt x="3969" y="6649"/>
                      </a:cubicBezTo>
                      <a:cubicBezTo>
                        <a:pt x="4059" y="6712"/>
                        <a:pt x="4148" y="6763"/>
                        <a:pt x="4224" y="6814"/>
                      </a:cubicBezTo>
                      <a:cubicBezTo>
                        <a:pt x="4652" y="7059"/>
                        <a:pt x="5127" y="7198"/>
                        <a:pt x="5615" y="7198"/>
                      </a:cubicBezTo>
                      <a:cubicBezTo>
                        <a:pt x="5636" y="7198"/>
                        <a:pt x="5658" y="7198"/>
                        <a:pt x="5679" y="7197"/>
                      </a:cubicBezTo>
                      <a:cubicBezTo>
                        <a:pt x="5704" y="7198"/>
                        <a:pt x="5729" y="7198"/>
                        <a:pt x="5754" y="7198"/>
                      </a:cubicBezTo>
                      <a:cubicBezTo>
                        <a:pt x="6174" y="7198"/>
                        <a:pt x="6582" y="7097"/>
                        <a:pt x="6955" y="6917"/>
                      </a:cubicBezTo>
                      <a:cubicBezTo>
                        <a:pt x="7032" y="6878"/>
                        <a:pt x="7096" y="6840"/>
                        <a:pt x="7159" y="6802"/>
                      </a:cubicBezTo>
                      <a:cubicBezTo>
                        <a:pt x="7274" y="6738"/>
                        <a:pt x="7389" y="6674"/>
                        <a:pt x="7504" y="6636"/>
                      </a:cubicBezTo>
                      <a:cubicBezTo>
                        <a:pt x="7642" y="6583"/>
                        <a:pt x="7789" y="6556"/>
                        <a:pt x="7938" y="6556"/>
                      </a:cubicBezTo>
                      <a:cubicBezTo>
                        <a:pt x="7968" y="6556"/>
                        <a:pt x="7997" y="6557"/>
                        <a:pt x="8027" y="6559"/>
                      </a:cubicBezTo>
                      <a:cubicBezTo>
                        <a:pt x="8180" y="6559"/>
                        <a:pt x="8346" y="6572"/>
                        <a:pt x="8525" y="6585"/>
                      </a:cubicBezTo>
                      <a:cubicBezTo>
                        <a:pt x="8703" y="6598"/>
                        <a:pt x="8895" y="6623"/>
                        <a:pt x="9074" y="6623"/>
                      </a:cubicBezTo>
                      <a:cubicBezTo>
                        <a:pt x="9176" y="6623"/>
                        <a:pt x="9278" y="6610"/>
                        <a:pt x="9367" y="6598"/>
                      </a:cubicBezTo>
                      <a:cubicBezTo>
                        <a:pt x="10324" y="6495"/>
                        <a:pt x="11090" y="5755"/>
                        <a:pt x="11230" y="4798"/>
                      </a:cubicBezTo>
                      <a:cubicBezTo>
                        <a:pt x="11370" y="3841"/>
                        <a:pt x="10847" y="2910"/>
                        <a:pt x="9967" y="2527"/>
                      </a:cubicBezTo>
                      <a:cubicBezTo>
                        <a:pt x="9737" y="2438"/>
                        <a:pt x="9507" y="2361"/>
                        <a:pt x="9265" y="2323"/>
                      </a:cubicBezTo>
                      <a:cubicBezTo>
                        <a:pt x="8984" y="2272"/>
                        <a:pt x="8703" y="2170"/>
                        <a:pt x="8448" y="2029"/>
                      </a:cubicBezTo>
                      <a:cubicBezTo>
                        <a:pt x="8193" y="1825"/>
                        <a:pt x="7976" y="1583"/>
                        <a:pt x="7810" y="1289"/>
                      </a:cubicBezTo>
                      <a:cubicBezTo>
                        <a:pt x="7644" y="1021"/>
                        <a:pt x="7453" y="779"/>
                        <a:pt x="7223" y="562"/>
                      </a:cubicBezTo>
                      <a:cubicBezTo>
                        <a:pt x="6891" y="281"/>
                        <a:pt x="6483" y="102"/>
                        <a:pt x="6049" y="39"/>
                      </a:cubicBezTo>
                      <a:cubicBezTo>
                        <a:pt x="5909" y="13"/>
                        <a:pt x="5756" y="0"/>
                        <a:pt x="561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903;p49">
                  <a:extLst>
                    <a:ext uri="{FF2B5EF4-FFF2-40B4-BE49-F238E27FC236}">
                      <a16:creationId xmlns:a16="http://schemas.microsoft.com/office/drawing/2014/main" id="{C1718967-2AC5-D9E2-1145-A52E9DC372A4}"/>
                    </a:ext>
                  </a:extLst>
                </p:cNvPr>
                <p:cNvSpPr/>
                <p:nvPr/>
              </p:nvSpPr>
              <p:spPr>
                <a:xfrm>
                  <a:off x="1087650" y="1031275"/>
                  <a:ext cx="298000" cy="192075"/>
                </a:xfrm>
                <a:custGeom>
                  <a:avLst/>
                  <a:gdLst/>
                  <a:ahLst/>
                  <a:cxnLst/>
                  <a:rect l="l" t="t" r="r" b="b"/>
                  <a:pathLst>
                    <a:path w="11920" h="7683" extrusionOk="0">
                      <a:moveTo>
                        <a:pt x="5883" y="485"/>
                      </a:moveTo>
                      <a:lnTo>
                        <a:pt x="5883" y="498"/>
                      </a:lnTo>
                      <a:cubicBezTo>
                        <a:pt x="5921" y="494"/>
                        <a:pt x="5958" y="493"/>
                        <a:pt x="5994" y="493"/>
                      </a:cubicBezTo>
                      <a:cubicBezTo>
                        <a:pt x="6093" y="493"/>
                        <a:pt x="6189" y="505"/>
                        <a:pt x="6292" y="523"/>
                      </a:cubicBezTo>
                      <a:cubicBezTo>
                        <a:pt x="6675" y="574"/>
                        <a:pt x="7045" y="740"/>
                        <a:pt x="7338" y="995"/>
                      </a:cubicBezTo>
                      <a:cubicBezTo>
                        <a:pt x="7823" y="1416"/>
                        <a:pt x="8040" y="2118"/>
                        <a:pt x="8576" y="2476"/>
                      </a:cubicBezTo>
                      <a:cubicBezTo>
                        <a:pt x="9035" y="2782"/>
                        <a:pt x="9635" y="2782"/>
                        <a:pt x="10133" y="2986"/>
                      </a:cubicBezTo>
                      <a:cubicBezTo>
                        <a:pt x="11919" y="3752"/>
                        <a:pt x="11536" y="6393"/>
                        <a:pt x="9609" y="6610"/>
                      </a:cubicBezTo>
                      <a:cubicBezTo>
                        <a:pt x="9520" y="6623"/>
                        <a:pt x="9431" y="6623"/>
                        <a:pt x="9342" y="6623"/>
                      </a:cubicBezTo>
                      <a:cubicBezTo>
                        <a:pt x="8984" y="6623"/>
                        <a:pt x="8627" y="6559"/>
                        <a:pt x="8282" y="6559"/>
                      </a:cubicBezTo>
                      <a:cubicBezTo>
                        <a:pt x="8078" y="6559"/>
                        <a:pt x="7887" y="6585"/>
                        <a:pt x="7695" y="6648"/>
                      </a:cubicBezTo>
                      <a:cubicBezTo>
                        <a:pt x="7491" y="6738"/>
                        <a:pt x="7300" y="6840"/>
                        <a:pt x="7108" y="6942"/>
                      </a:cubicBezTo>
                      <a:cubicBezTo>
                        <a:pt x="6740" y="7126"/>
                        <a:pt x="6342" y="7216"/>
                        <a:pt x="5943" y="7216"/>
                      </a:cubicBezTo>
                      <a:cubicBezTo>
                        <a:pt x="5486" y="7216"/>
                        <a:pt x="5029" y="7097"/>
                        <a:pt x="4620" y="6865"/>
                      </a:cubicBezTo>
                      <a:cubicBezTo>
                        <a:pt x="4327" y="6687"/>
                        <a:pt x="4071" y="6470"/>
                        <a:pt x="3752" y="6380"/>
                      </a:cubicBezTo>
                      <a:cubicBezTo>
                        <a:pt x="3650" y="6355"/>
                        <a:pt x="3548" y="6342"/>
                        <a:pt x="3446" y="6342"/>
                      </a:cubicBezTo>
                      <a:cubicBezTo>
                        <a:pt x="2974" y="6342"/>
                        <a:pt x="2502" y="6572"/>
                        <a:pt x="2017" y="6572"/>
                      </a:cubicBezTo>
                      <a:lnTo>
                        <a:pt x="1902" y="6572"/>
                      </a:lnTo>
                      <a:cubicBezTo>
                        <a:pt x="1366" y="6508"/>
                        <a:pt x="907" y="6151"/>
                        <a:pt x="728" y="5640"/>
                      </a:cubicBezTo>
                      <a:cubicBezTo>
                        <a:pt x="524" y="5002"/>
                        <a:pt x="741" y="4288"/>
                        <a:pt x="1290" y="3892"/>
                      </a:cubicBezTo>
                      <a:cubicBezTo>
                        <a:pt x="1660" y="3599"/>
                        <a:pt x="2093" y="3471"/>
                        <a:pt x="2489" y="3254"/>
                      </a:cubicBezTo>
                      <a:cubicBezTo>
                        <a:pt x="2897" y="3024"/>
                        <a:pt x="3127" y="2667"/>
                        <a:pt x="3357" y="2259"/>
                      </a:cubicBezTo>
                      <a:cubicBezTo>
                        <a:pt x="3918" y="1263"/>
                        <a:pt x="4748" y="485"/>
                        <a:pt x="5883" y="485"/>
                      </a:cubicBezTo>
                      <a:close/>
                      <a:moveTo>
                        <a:pt x="5896" y="0"/>
                      </a:moveTo>
                      <a:lnTo>
                        <a:pt x="5883" y="13"/>
                      </a:lnTo>
                      <a:cubicBezTo>
                        <a:pt x="4697" y="13"/>
                        <a:pt x="3676" y="702"/>
                        <a:pt x="2948" y="2029"/>
                      </a:cubicBezTo>
                      <a:cubicBezTo>
                        <a:pt x="2731" y="2399"/>
                        <a:pt x="2566" y="2667"/>
                        <a:pt x="2272" y="2833"/>
                      </a:cubicBezTo>
                      <a:cubicBezTo>
                        <a:pt x="2144" y="2897"/>
                        <a:pt x="2004" y="2960"/>
                        <a:pt x="1864" y="3024"/>
                      </a:cubicBezTo>
                      <a:cubicBezTo>
                        <a:pt x="1558" y="3139"/>
                        <a:pt x="1264" y="3305"/>
                        <a:pt x="996" y="3509"/>
                      </a:cubicBezTo>
                      <a:cubicBezTo>
                        <a:pt x="294" y="4032"/>
                        <a:pt x="1" y="4951"/>
                        <a:pt x="269" y="5793"/>
                      </a:cubicBezTo>
                      <a:cubicBezTo>
                        <a:pt x="524" y="6482"/>
                        <a:pt x="1136" y="6967"/>
                        <a:pt x="1864" y="7031"/>
                      </a:cubicBezTo>
                      <a:lnTo>
                        <a:pt x="2030" y="7031"/>
                      </a:lnTo>
                      <a:cubicBezTo>
                        <a:pt x="2310" y="7031"/>
                        <a:pt x="2591" y="6980"/>
                        <a:pt x="2859" y="6916"/>
                      </a:cubicBezTo>
                      <a:cubicBezTo>
                        <a:pt x="3051" y="6853"/>
                        <a:pt x="3255" y="6827"/>
                        <a:pt x="3446" y="6814"/>
                      </a:cubicBezTo>
                      <a:cubicBezTo>
                        <a:pt x="3510" y="6814"/>
                        <a:pt x="3574" y="6814"/>
                        <a:pt x="3637" y="6840"/>
                      </a:cubicBezTo>
                      <a:cubicBezTo>
                        <a:pt x="3816" y="6891"/>
                        <a:pt x="3969" y="6980"/>
                        <a:pt x="4122" y="7095"/>
                      </a:cubicBezTo>
                      <a:cubicBezTo>
                        <a:pt x="4199" y="7146"/>
                        <a:pt x="4288" y="7210"/>
                        <a:pt x="4378" y="7261"/>
                      </a:cubicBezTo>
                      <a:cubicBezTo>
                        <a:pt x="4863" y="7541"/>
                        <a:pt x="5407" y="7682"/>
                        <a:pt x="5953" y="7682"/>
                      </a:cubicBezTo>
                      <a:cubicBezTo>
                        <a:pt x="6425" y="7682"/>
                        <a:pt x="6900" y="7576"/>
                        <a:pt x="7338" y="7363"/>
                      </a:cubicBezTo>
                      <a:cubicBezTo>
                        <a:pt x="7415" y="7325"/>
                        <a:pt x="7478" y="7286"/>
                        <a:pt x="7542" y="7248"/>
                      </a:cubicBezTo>
                      <a:cubicBezTo>
                        <a:pt x="7644" y="7184"/>
                        <a:pt x="7759" y="7133"/>
                        <a:pt x="7861" y="7095"/>
                      </a:cubicBezTo>
                      <a:cubicBezTo>
                        <a:pt x="7978" y="7053"/>
                        <a:pt x="8103" y="7028"/>
                        <a:pt x="8222" y="7028"/>
                      </a:cubicBezTo>
                      <a:cubicBezTo>
                        <a:pt x="8247" y="7028"/>
                        <a:pt x="8271" y="7029"/>
                        <a:pt x="8295" y="7031"/>
                      </a:cubicBezTo>
                      <a:cubicBezTo>
                        <a:pt x="8448" y="7031"/>
                        <a:pt x="8614" y="7044"/>
                        <a:pt x="8780" y="7057"/>
                      </a:cubicBezTo>
                      <a:cubicBezTo>
                        <a:pt x="8946" y="7069"/>
                        <a:pt x="9150" y="7095"/>
                        <a:pt x="9354" y="7095"/>
                      </a:cubicBezTo>
                      <a:cubicBezTo>
                        <a:pt x="9456" y="7095"/>
                        <a:pt x="9571" y="7082"/>
                        <a:pt x="9673" y="7069"/>
                      </a:cubicBezTo>
                      <a:cubicBezTo>
                        <a:pt x="10745" y="6955"/>
                        <a:pt x="11587" y="6125"/>
                        <a:pt x="11741" y="5066"/>
                      </a:cubicBezTo>
                      <a:cubicBezTo>
                        <a:pt x="11906" y="3994"/>
                        <a:pt x="11319" y="2960"/>
                        <a:pt x="10337" y="2539"/>
                      </a:cubicBezTo>
                      <a:cubicBezTo>
                        <a:pt x="10094" y="2437"/>
                        <a:pt x="9852" y="2374"/>
                        <a:pt x="9597" y="2322"/>
                      </a:cubicBezTo>
                      <a:cubicBezTo>
                        <a:pt x="9342" y="2271"/>
                        <a:pt x="9086" y="2195"/>
                        <a:pt x="8857" y="2067"/>
                      </a:cubicBezTo>
                      <a:cubicBezTo>
                        <a:pt x="8627" y="1876"/>
                        <a:pt x="8436" y="1646"/>
                        <a:pt x="8295" y="1391"/>
                      </a:cubicBezTo>
                      <a:cubicBezTo>
                        <a:pt x="8116" y="1110"/>
                        <a:pt x="7912" y="842"/>
                        <a:pt x="7670" y="613"/>
                      </a:cubicBezTo>
                      <a:cubicBezTo>
                        <a:pt x="7300" y="306"/>
                        <a:pt x="6853" y="102"/>
                        <a:pt x="6368" y="38"/>
                      </a:cubicBezTo>
                      <a:cubicBezTo>
                        <a:pt x="6215" y="13"/>
                        <a:pt x="6049" y="0"/>
                        <a:pt x="58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6" name="Google Shape;904;p49">
              <a:extLst>
                <a:ext uri="{FF2B5EF4-FFF2-40B4-BE49-F238E27FC236}">
                  <a16:creationId xmlns:a16="http://schemas.microsoft.com/office/drawing/2014/main" id="{E6821374-0E13-E4AF-F407-C4868F688CB4}"/>
                </a:ext>
              </a:extLst>
            </p:cNvPr>
            <p:cNvSpPr/>
            <p:nvPr/>
          </p:nvSpPr>
          <p:spPr>
            <a:xfrm>
              <a:off x="6344730" y="1243370"/>
              <a:ext cx="408469" cy="263277"/>
            </a:xfrm>
            <a:custGeom>
              <a:avLst/>
              <a:gdLst/>
              <a:ahLst/>
              <a:cxnLst/>
              <a:rect l="l" t="t" r="r" b="b"/>
              <a:pathLst>
                <a:path w="11920" h="7683" extrusionOk="0">
                  <a:moveTo>
                    <a:pt x="5883" y="485"/>
                  </a:moveTo>
                  <a:lnTo>
                    <a:pt x="5883" y="498"/>
                  </a:lnTo>
                  <a:cubicBezTo>
                    <a:pt x="5921" y="494"/>
                    <a:pt x="5958" y="493"/>
                    <a:pt x="5994" y="493"/>
                  </a:cubicBezTo>
                  <a:cubicBezTo>
                    <a:pt x="6093" y="493"/>
                    <a:pt x="6189" y="505"/>
                    <a:pt x="6292" y="523"/>
                  </a:cubicBezTo>
                  <a:cubicBezTo>
                    <a:pt x="6675" y="574"/>
                    <a:pt x="7045" y="740"/>
                    <a:pt x="7338" y="995"/>
                  </a:cubicBezTo>
                  <a:cubicBezTo>
                    <a:pt x="7823" y="1416"/>
                    <a:pt x="8040" y="2118"/>
                    <a:pt x="8576" y="2476"/>
                  </a:cubicBezTo>
                  <a:cubicBezTo>
                    <a:pt x="9035" y="2782"/>
                    <a:pt x="9635" y="2782"/>
                    <a:pt x="10133" y="2986"/>
                  </a:cubicBezTo>
                  <a:cubicBezTo>
                    <a:pt x="11919" y="3752"/>
                    <a:pt x="11536" y="6393"/>
                    <a:pt x="9609" y="6610"/>
                  </a:cubicBezTo>
                  <a:cubicBezTo>
                    <a:pt x="9520" y="6623"/>
                    <a:pt x="9431" y="6623"/>
                    <a:pt x="9342" y="6623"/>
                  </a:cubicBezTo>
                  <a:cubicBezTo>
                    <a:pt x="8984" y="6623"/>
                    <a:pt x="8627" y="6559"/>
                    <a:pt x="8282" y="6559"/>
                  </a:cubicBezTo>
                  <a:cubicBezTo>
                    <a:pt x="8078" y="6559"/>
                    <a:pt x="7887" y="6585"/>
                    <a:pt x="7695" y="6648"/>
                  </a:cubicBezTo>
                  <a:cubicBezTo>
                    <a:pt x="7491" y="6738"/>
                    <a:pt x="7300" y="6840"/>
                    <a:pt x="7108" y="6942"/>
                  </a:cubicBezTo>
                  <a:cubicBezTo>
                    <a:pt x="6740" y="7126"/>
                    <a:pt x="6342" y="7216"/>
                    <a:pt x="5943" y="7216"/>
                  </a:cubicBezTo>
                  <a:cubicBezTo>
                    <a:pt x="5486" y="7216"/>
                    <a:pt x="5029" y="7097"/>
                    <a:pt x="4620" y="6865"/>
                  </a:cubicBezTo>
                  <a:cubicBezTo>
                    <a:pt x="4327" y="6687"/>
                    <a:pt x="4071" y="6470"/>
                    <a:pt x="3752" y="6380"/>
                  </a:cubicBezTo>
                  <a:cubicBezTo>
                    <a:pt x="3650" y="6355"/>
                    <a:pt x="3548" y="6342"/>
                    <a:pt x="3446" y="6342"/>
                  </a:cubicBezTo>
                  <a:cubicBezTo>
                    <a:pt x="2974" y="6342"/>
                    <a:pt x="2502" y="6572"/>
                    <a:pt x="2017" y="6572"/>
                  </a:cubicBezTo>
                  <a:lnTo>
                    <a:pt x="1902" y="6572"/>
                  </a:lnTo>
                  <a:cubicBezTo>
                    <a:pt x="1366" y="6508"/>
                    <a:pt x="907" y="6151"/>
                    <a:pt x="728" y="5640"/>
                  </a:cubicBezTo>
                  <a:cubicBezTo>
                    <a:pt x="524" y="5002"/>
                    <a:pt x="741" y="4288"/>
                    <a:pt x="1290" y="3892"/>
                  </a:cubicBezTo>
                  <a:cubicBezTo>
                    <a:pt x="1660" y="3599"/>
                    <a:pt x="2093" y="3471"/>
                    <a:pt x="2489" y="3254"/>
                  </a:cubicBezTo>
                  <a:cubicBezTo>
                    <a:pt x="2897" y="3024"/>
                    <a:pt x="3127" y="2667"/>
                    <a:pt x="3357" y="2259"/>
                  </a:cubicBezTo>
                  <a:cubicBezTo>
                    <a:pt x="3918" y="1263"/>
                    <a:pt x="4748" y="485"/>
                    <a:pt x="5883" y="485"/>
                  </a:cubicBezTo>
                  <a:close/>
                  <a:moveTo>
                    <a:pt x="5896" y="0"/>
                  </a:moveTo>
                  <a:lnTo>
                    <a:pt x="5883" y="13"/>
                  </a:lnTo>
                  <a:cubicBezTo>
                    <a:pt x="4697" y="13"/>
                    <a:pt x="3676" y="702"/>
                    <a:pt x="2948" y="2029"/>
                  </a:cubicBezTo>
                  <a:cubicBezTo>
                    <a:pt x="2731" y="2399"/>
                    <a:pt x="2566" y="2667"/>
                    <a:pt x="2272" y="2833"/>
                  </a:cubicBezTo>
                  <a:cubicBezTo>
                    <a:pt x="2144" y="2897"/>
                    <a:pt x="2004" y="2960"/>
                    <a:pt x="1864" y="3024"/>
                  </a:cubicBezTo>
                  <a:cubicBezTo>
                    <a:pt x="1558" y="3139"/>
                    <a:pt x="1264" y="3305"/>
                    <a:pt x="996" y="3509"/>
                  </a:cubicBezTo>
                  <a:cubicBezTo>
                    <a:pt x="294" y="4032"/>
                    <a:pt x="1" y="4951"/>
                    <a:pt x="269" y="5793"/>
                  </a:cubicBezTo>
                  <a:cubicBezTo>
                    <a:pt x="524" y="6482"/>
                    <a:pt x="1136" y="6967"/>
                    <a:pt x="1864" y="7031"/>
                  </a:cubicBezTo>
                  <a:lnTo>
                    <a:pt x="2030" y="7031"/>
                  </a:lnTo>
                  <a:cubicBezTo>
                    <a:pt x="2310" y="7031"/>
                    <a:pt x="2591" y="6980"/>
                    <a:pt x="2859" y="6916"/>
                  </a:cubicBezTo>
                  <a:cubicBezTo>
                    <a:pt x="3051" y="6853"/>
                    <a:pt x="3255" y="6827"/>
                    <a:pt x="3446" y="6814"/>
                  </a:cubicBezTo>
                  <a:cubicBezTo>
                    <a:pt x="3510" y="6814"/>
                    <a:pt x="3574" y="6814"/>
                    <a:pt x="3637" y="6840"/>
                  </a:cubicBezTo>
                  <a:cubicBezTo>
                    <a:pt x="3816" y="6891"/>
                    <a:pt x="3969" y="6980"/>
                    <a:pt x="4122" y="7095"/>
                  </a:cubicBezTo>
                  <a:cubicBezTo>
                    <a:pt x="4199" y="7146"/>
                    <a:pt x="4288" y="7210"/>
                    <a:pt x="4378" y="7261"/>
                  </a:cubicBezTo>
                  <a:cubicBezTo>
                    <a:pt x="4863" y="7541"/>
                    <a:pt x="5407" y="7682"/>
                    <a:pt x="5953" y="7682"/>
                  </a:cubicBezTo>
                  <a:cubicBezTo>
                    <a:pt x="6425" y="7682"/>
                    <a:pt x="6900" y="7576"/>
                    <a:pt x="7338" y="7363"/>
                  </a:cubicBezTo>
                  <a:cubicBezTo>
                    <a:pt x="7415" y="7325"/>
                    <a:pt x="7478" y="7286"/>
                    <a:pt x="7542" y="7248"/>
                  </a:cubicBezTo>
                  <a:cubicBezTo>
                    <a:pt x="7644" y="7184"/>
                    <a:pt x="7759" y="7133"/>
                    <a:pt x="7861" y="7095"/>
                  </a:cubicBezTo>
                  <a:cubicBezTo>
                    <a:pt x="7978" y="7053"/>
                    <a:pt x="8103" y="7028"/>
                    <a:pt x="8222" y="7028"/>
                  </a:cubicBezTo>
                  <a:cubicBezTo>
                    <a:pt x="8247" y="7028"/>
                    <a:pt x="8271" y="7029"/>
                    <a:pt x="8295" y="7031"/>
                  </a:cubicBezTo>
                  <a:cubicBezTo>
                    <a:pt x="8448" y="7031"/>
                    <a:pt x="8614" y="7044"/>
                    <a:pt x="8780" y="7057"/>
                  </a:cubicBezTo>
                  <a:cubicBezTo>
                    <a:pt x="8946" y="7069"/>
                    <a:pt x="9150" y="7095"/>
                    <a:pt x="9354" y="7095"/>
                  </a:cubicBezTo>
                  <a:cubicBezTo>
                    <a:pt x="9456" y="7095"/>
                    <a:pt x="9571" y="7082"/>
                    <a:pt x="9673" y="7069"/>
                  </a:cubicBezTo>
                  <a:cubicBezTo>
                    <a:pt x="10745" y="6955"/>
                    <a:pt x="11587" y="6125"/>
                    <a:pt x="11741" y="5066"/>
                  </a:cubicBezTo>
                  <a:cubicBezTo>
                    <a:pt x="11906" y="3994"/>
                    <a:pt x="11319" y="2960"/>
                    <a:pt x="10337" y="2539"/>
                  </a:cubicBezTo>
                  <a:cubicBezTo>
                    <a:pt x="10094" y="2437"/>
                    <a:pt x="9852" y="2374"/>
                    <a:pt x="9597" y="2322"/>
                  </a:cubicBezTo>
                  <a:cubicBezTo>
                    <a:pt x="9342" y="2271"/>
                    <a:pt x="9086" y="2195"/>
                    <a:pt x="8857" y="2067"/>
                  </a:cubicBezTo>
                  <a:cubicBezTo>
                    <a:pt x="8627" y="1876"/>
                    <a:pt x="8436" y="1646"/>
                    <a:pt x="8295" y="1391"/>
                  </a:cubicBezTo>
                  <a:cubicBezTo>
                    <a:pt x="8116" y="1110"/>
                    <a:pt x="7912" y="842"/>
                    <a:pt x="7670" y="613"/>
                  </a:cubicBezTo>
                  <a:cubicBezTo>
                    <a:pt x="7300" y="306"/>
                    <a:pt x="6853" y="102"/>
                    <a:pt x="6368" y="38"/>
                  </a:cubicBezTo>
                  <a:cubicBezTo>
                    <a:pt x="6215" y="13"/>
                    <a:pt x="6049" y="0"/>
                    <a:pt x="58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 name="Google Shape;905;p49">
              <a:extLst>
                <a:ext uri="{FF2B5EF4-FFF2-40B4-BE49-F238E27FC236}">
                  <a16:creationId xmlns:a16="http://schemas.microsoft.com/office/drawing/2014/main" id="{1EAE27F7-7E6C-D1C0-27A2-F5133343B7E1}"/>
                </a:ext>
              </a:extLst>
            </p:cNvPr>
            <p:cNvGrpSpPr/>
            <p:nvPr/>
          </p:nvGrpSpPr>
          <p:grpSpPr>
            <a:xfrm>
              <a:off x="4733415" y="2530503"/>
              <a:ext cx="239221" cy="487147"/>
              <a:chOff x="1925725" y="1035100"/>
              <a:chExt cx="174525" cy="355400"/>
            </a:xfrm>
          </p:grpSpPr>
          <p:sp>
            <p:nvSpPr>
              <p:cNvPr id="517" name="Google Shape;906;p49">
                <a:extLst>
                  <a:ext uri="{FF2B5EF4-FFF2-40B4-BE49-F238E27FC236}">
                    <a16:creationId xmlns:a16="http://schemas.microsoft.com/office/drawing/2014/main" id="{7906D16C-EB33-1E1E-F01A-BE9439CB5DF4}"/>
                  </a:ext>
                </a:extLst>
              </p:cNvPr>
              <p:cNvSpPr/>
              <p:nvPr/>
            </p:nvSpPr>
            <p:spPr>
              <a:xfrm>
                <a:off x="1932400" y="1041150"/>
                <a:ext cx="163375" cy="343300"/>
              </a:xfrm>
              <a:custGeom>
                <a:avLst/>
                <a:gdLst/>
                <a:ahLst/>
                <a:cxnLst/>
                <a:rect l="l" t="t" r="r" b="b"/>
                <a:pathLst>
                  <a:path w="6535" h="13732" extrusionOk="0">
                    <a:moveTo>
                      <a:pt x="3829" y="1"/>
                    </a:moveTo>
                    <a:cubicBezTo>
                      <a:pt x="3740" y="1"/>
                      <a:pt x="3651" y="52"/>
                      <a:pt x="3612" y="141"/>
                    </a:cubicBezTo>
                    <a:lnTo>
                      <a:pt x="690" y="6700"/>
                    </a:lnTo>
                    <a:cubicBezTo>
                      <a:pt x="614" y="6866"/>
                      <a:pt x="728" y="7044"/>
                      <a:pt x="907" y="7044"/>
                    </a:cubicBezTo>
                    <a:lnTo>
                      <a:pt x="2400" y="7044"/>
                    </a:lnTo>
                    <a:lnTo>
                      <a:pt x="52" y="13412"/>
                    </a:lnTo>
                    <a:cubicBezTo>
                      <a:pt x="1" y="13527"/>
                      <a:pt x="52" y="13655"/>
                      <a:pt x="167" y="13718"/>
                    </a:cubicBezTo>
                    <a:cubicBezTo>
                      <a:pt x="205" y="13731"/>
                      <a:pt x="231" y="13731"/>
                      <a:pt x="269" y="13731"/>
                    </a:cubicBezTo>
                    <a:cubicBezTo>
                      <a:pt x="358" y="13731"/>
                      <a:pt x="435" y="13693"/>
                      <a:pt x="473" y="13616"/>
                    </a:cubicBezTo>
                    <a:lnTo>
                      <a:pt x="5667" y="4773"/>
                    </a:lnTo>
                    <a:cubicBezTo>
                      <a:pt x="5756" y="4620"/>
                      <a:pt x="5641" y="4416"/>
                      <a:pt x="5463" y="4416"/>
                    </a:cubicBezTo>
                    <a:lnTo>
                      <a:pt x="4289" y="4416"/>
                    </a:lnTo>
                    <a:lnTo>
                      <a:pt x="6458" y="358"/>
                    </a:lnTo>
                    <a:cubicBezTo>
                      <a:pt x="6534" y="192"/>
                      <a:pt x="6420" y="1"/>
                      <a:pt x="624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907;p49">
                <a:extLst>
                  <a:ext uri="{FF2B5EF4-FFF2-40B4-BE49-F238E27FC236}">
                    <a16:creationId xmlns:a16="http://schemas.microsoft.com/office/drawing/2014/main" id="{84254DA4-AFBA-3F6E-67D2-12A4CD256E3A}"/>
                  </a:ext>
                </a:extLst>
              </p:cNvPr>
              <p:cNvSpPr/>
              <p:nvPr/>
            </p:nvSpPr>
            <p:spPr>
              <a:xfrm>
                <a:off x="1925725" y="1035100"/>
                <a:ext cx="174525" cy="355400"/>
              </a:xfrm>
              <a:custGeom>
                <a:avLst/>
                <a:gdLst/>
                <a:ahLst/>
                <a:cxnLst/>
                <a:rect l="l" t="t" r="r" b="b"/>
                <a:pathLst>
                  <a:path w="6981" h="14216" extrusionOk="0">
                    <a:moveTo>
                      <a:pt x="6508" y="472"/>
                    </a:moveTo>
                    <a:lnTo>
                      <a:pt x="6508" y="485"/>
                    </a:lnTo>
                    <a:lnTo>
                      <a:pt x="4160" y="4900"/>
                    </a:lnTo>
                    <a:lnTo>
                      <a:pt x="5730" y="4900"/>
                    </a:lnTo>
                    <a:lnTo>
                      <a:pt x="536" y="13743"/>
                    </a:lnTo>
                    <a:lnTo>
                      <a:pt x="2999" y="7044"/>
                    </a:lnTo>
                    <a:lnTo>
                      <a:pt x="1174" y="7044"/>
                    </a:lnTo>
                    <a:lnTo>
                      <a:pt x="4096" y="472"/>
                    </a:lnTo>
                    <a:close/>
                    <a:moveTo>
                      <a:pt x="4096" y="0"/>
                    </a:moveTo>
                    <a:cubicBezTo>
                      <a:pt x="3918" y="0"/>
                      <a:pt x="3739" y="115"/>
                      <a:pt x="3662" y="281"/>
                    </a:cubicBezTo>
                    <a:lnTo>
                      <a:pt x="740" y="6840"/>
                    </a:lnTo>
                    <a:cubicBezTo>
                      <a:pt x="600" y="7159"/>
                      <a:pt x="829" y="7516"/>
                      <a:pt x="1174" y="7516"/>
                    </a:cubicBezTo>
                    <a:lnTo>
                      <a:pt x="2322" y="7516"/>
                    </a:lnTo>
                    <a:lnTo>
                      <a:pt x="89" y="13565"/>
                    </a:lnTo>
                    <a:cubicBezTo>
                      <a:pt x="0" y="13794"/>
                      <a:pt x="102" y="14062"/>
                      <a:pt x="332" y="14164"/>
                    </a:cubicBezTo>
                    <a:cubicBezTo>
                      <a:pt x="396" y="14190"/>
                      <a:pt x="459" y="14216"/>
                      <a:pt x="536" y="14216"/>
                    </a:cubicBezTo>
                    <a:cubicBezTo>
                      <a:pt x="702" y="14216"/>
                      <a:pt x="868" y="14113"/>
                      <a:pt x="944" y="13973"/>
                    </a:cubicBezTo>
                    <a:lnTo>
                      <a:pt x="6125" y="5143"/>
                    </a:lnTo>
                    <a:cubicBezTo>
                      <a:pt x="6317" y="4811"/>
                      <a:pt x="6087" y="4415"/>
                      <a:pt x="5717" y="4415"/>
                    </a:cubicBezTo>
                    <a:lnTo>
                      <a:pt x="4951" y="4415"/>
                    </a:lnTo>
                    <a:lnTo>
                      <a:pt x="6916" y="715"/>
                    </a:lnTo>
                    <a:cubicBezTo>
                      <a:pt x="6955" y="638"/>
                      <a:pt x="6980" y="562"/>
                      <a:pt x="6980" y="472"/>
                    </a:cubicBezTo>
                    <a:cubicBezTo>
                      <a:pt x="6980" y="217"/>
                      <a:pt x="6763" y="0"/>
                      <a:pt x="650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 name="Google Shape;908;p49">
              <a:extLst>
                <a:ext uri="{FF2B5EF4-FFF2-40B4-BE49-F238E27FC236}">
                  <a16:creationId xmlns:a16="http://schemas.microsoft.com/office/drawing/2014/main" id="{4810D8C9-6733-C2FD-B6D5-849ED0E8EBD9}"/>
                </a:ext>
              </a:extLst>
            </p:cNvPr>
            <p:cNvSpPr/>
            <p:nvPr/>
          </p:nvSpPr>
          <p:spPr>
            <a:xfrm flipH="1">
              <a:off x="4972617" y="1300525"/>
              <a:ext cx="839412" cy="679383"/>
            </a:xfrm>
            <a:custGeom>
              <a:avLst/>
              <a:gdLst/>
              <a:ahLst/>
              <a:cxnLst/>
              <a:rect l="l" t="t" r="r" b="b"/>
              <a:pathLst>
                <a:path w="31661" h="25625" fill="none" extrusionOk="0">
                  <a:moveTo>
                    <a:pt x="24489" y="25267"/>
                  </a:moveTo>
                  <a:cubicBezTo>
                    <a:pt x="23404" y="24705"/>
                    <a:pt x="22358" y="23735"/>
                    <a:pt x="22383" y="22523"/>
                  </a:cubicBezTo>
                  <a:cubicBezTo>
                    <a:pt x="22421" y="20673"/>
                    <a:pt x="24872" y="19422"/>
                    <a:pt x="24616" y="17585"/>
                  </a:cubicBezTo>
                  <a:cubicBezTo>
                    <a:pt x="24463" y="16411"/>
                    <a:pt x="23213" y="15696"/>
                    <a:pt x="22051" y="15479"/>
                  </a:cubicBezTo>
                  <a:cubicBezTo>
                    <a:pt x="20877" y="15250"/>
                    <a:pt x="19652" y="15326"/>
                    <a:pt x="18555" y="14892"/>
                  </a:cubicBezTo>
                  <a:cubicBezTo>
                    <a:pt x="16934" y="14190"/>
                    <a:pt x="15965" y="12532"/>
                    <a:pt x="16143" y="10783"/>
                  </a:cubicBezTo>
                  <a:cubicBezTo>
                    <a:pt x="16347" y="9124"/>
                    <a:pt x="18147" y="7619"/>
                    <a:pt x="19652" y="8333"/>
                  </a:cubicBezTo>
                  <a:cubicBezTo>
                    <a:pt x="20112" y="8537"/>
                    <a:pt x="20469" y="8908"/>
                    <a:pt x="20788" y="9290"/>
                  </a:cubicBezTo>
                  <a:cubicBezTo>
                    <a:pt x="21299" y="9877"/>
                    <a:pt x="21783" y="10554"/>
                    <a:pt x="21847" y="11319"/>
                  </a:cubicBezTo>
                  <a:cubicBezTo>
                    <a:pt x="21962" y="12889"/>
                    <a:pt x="20367" y="13961"/>
                    <a:pt x="19002" y="14739"/>
                  </a:cubicBezTo>
                  <a:cubicBezTo>
                    <a:pt x="17636" y="15518"/>
                    <a:pt x="16092" y="16743"/>
                    <a:pt x="16398" y="18287"/>
                  </a:cubicBezTo>
                  <a:cubicBezTo>
                    <a:pt x="16692" y="19741"/>
                    <a:pt x="18657" y="20354"/>
                    <a:pt x="20010" y="19729"/>
                  </a:cubicBezTo>
                  <a:cubicBezTo>
                    <a:pt x="21375" y="19091"/>
                    <a:pt x="22179" y="17700"/>
                    <a:pt x="22728" y="16309"/>
                  </a:cubicBezTo>
                  <a:cubicBezTo>
                    <a:pt x="22945" y="15747"/>
                    <a:pt x="23174" y="15135"/>
                    <a:pt x="23685" y="14816"/>
                  </a:cubicBezTo>
                  <a:cubicBezTo>
                    <a:pt x="24259" y="14458"/>
                    <a:pt x="24999" y="14599"/>
                    <a:pt x="25675" y="14650"/>
                  </a:cubicBezTo>
                  <a:cubicBezTo>
                    <a:pt x="27526" y="14816"/>
                    <a:pt x="29542" y="14139"/>
                    <a:pt x="30588" y="12595"/>
                  </a:cubicBezTo>
                  <a:cubicBezTo>
                    <a:pt x="31647" y="11064"/>
                    <a:pt x="31392" y="8652"/>
                    <a:pt x="29810" y="7657"/>
                  </a:cubicBezTo>
                  <a:cubicBezTo>
                    <a:pt x="28700" y="6955"/>
                    <a:pt x="27194" y="7083"/>
                    <a:pt x="26084" y="7785"/>
                  </a:cubicBezTo>
                  <a:cubicBezTo>
                    <a:pt x="24974" y="8499"/>
                    <a:pt x="24246" y="9686"/>
                    <a:pt x="23889" y="10962"/>
                  </a:cubicBezTo>
                  <a:cubicBezTo>
                    <a:pt x="23468" y="12442"/>
                    <a:pt x="23570" y="14165"/>
                    <a:pt x="24527" y="15377"/>
                  </a:cubicBezTo>
                  <a:cubicBezTo>
                    <a:pt x="25484" y="16602"/>
                    <a:pt x="27436" y="17049"/>
                    <a:pt x="28649" y="16092"/>
                  </a:cubicBezTo>
                  <a:cubicBezTo>
                    <a:pt x="30116" y="14918"/>
                    <a:pt x="29682" y="12366"/>
                    <a:pt x="28215" y="11166"/>
                  </a:cubicBezTo>
                  <a:cubicBezTo>
                    <a:pt x="26747" y="9979"/>
                    <a:pt x="24706" y="9839"/>
                    <a:pt x="22817" y="9954"/>
                  </a:cubicBezTo>
                  <a:cubicBezTo>
                    <a:pt x="21541" y="10030"/>
                    <a:pt x="20201" y="10247"/>
                    <a:pt x="19257" y="11102"/>
                  </a:cubicBezTo>
                  <a:cubicBezTo>
                    <a:pt x="18300" y="11957"/>
                    <a:pt x="18032" y="13642"/>
                    <a:pt x="19002" y="14471"/>
                  </a:cubicBezTo>
                  <a:cubicBezTo>
                    <a:pt x="20010" y="15313"/>
                    <a:pt x="21669" y="14701"/>
                    <a:pt x="22409" y="13603"/>
                  </a:cubicBezTo>
                  <a:cubicBezTo>
                    <a:pt x="23162" y="12519"/>
                    <a:pt x="23302" y="11153"/>
                    <a:pt x="23595" y="9865"/>
                  </a:cubicBezTo>
                  <a:cubicBezTo>
                    <a:pt x="23876" y="8576"/>
                    <a:pt x="24438" y="7198"/>
                    <a:pt x="25624" y="6623"/>
                  </a:cubicBezTo>
                  <a:cubicBezTo>
                    <a:pt x="26211" y="6330"/>
                    <a:pt x="26900" y="6279"/>
                    <a:pt x="27487" y="5985"/>
                  </a:cubicBezTo>
                  <a:cubicBezTo>
                    <a:pt x="29185" y="5143"/>
                    <a:pt x="29236" y="2400"/>
                    <a:pt x="27768" y="1200"/>
                  </a:cubicBezTo>
                  <a:cubicBezTo>
                    <a:pt x="26301" y="1"/>
                    <a:pt x="23965" y="307"/>
                    <a:pt x="22562" y="1583"/>
                  </a:cubicBezTo>
                  <a:cubicBezTo>
                    <a:pt x="21720" y="2336"/>
                    <a:pt x="21158" y="3344"/>
                    <a:pt x="20482" y="4263"/>
                  </a:cubicBezTo>
                  <a:cubicBezTo>
                    <a:pt x="18606" y="6815"/>
                    <a:pt x="15875" y="8614"/>
                    <a:pt x="12787" y="9341"/>
                  </a:cubicBezTo>
                  <a:cubicBezTo>
                    <a:pt x="12455" y="9443"/>
                    <a:pt x="12098" y="9469"/>
                    <a:pt x="11754" y="9431"/>
                  </a:cubicBezTo>
                  <a:cubicBezTo>
                    <a:pt x="11383" y="9341"/>
                    <a:pt x="11039" y="9163"/>
                    <a:pt x="10771" y="8882"/>
                  </a:cubicBezTo>
                  <a:cubicBezTo>
                    <a:pt x="9750" y="7912"/>
                    <a:pt x="9508" y="6381"/>
                    <a:pt x="10158" y="5143"/>
                  </a:cubicBezTo>
                  <a:cubicBezTo>
                    <a:pt x="10822" y="3905"/>
                    <a:pt x="12226" y="3242"/>
                    <a:pt x="13591" y="3548"/>
                  </a:cubicBezTo>
                  <a:cubicBezTo>
                    <a:pt x="14867" y="3816"/>
                    <a:pt x="15837" y="4850"/>
                    <a:pt x="16845" y="5692"/>
                  </a:cubicBezTo>
                  <a:cubicBezTo>
                    <a:pt x="18006" y="6674"/>
                    <a:pt x="19423" y="7491"/>
                    <a:pt x="20941" y="7376"/>
                  </a:cubicBezTo>
                  <a:cubicBezTo>
                    <a:pt x="22447" y="7274"/>
                    <a:pt x="23927" y="5909"/>
                    <a:pt x="23685" y="4416"/>
                  </a:cubicBezTo>
                  <a:cubicBezTo>
                    <a:pt x="23417" y="2872"/>
                    <a:pt x="21490" y="2081"/>
                    <a:pt x="19971" y="2489"/>
                  </a:cubicBezTo>
                  <a:cubicBezTo>
                    <a:pt x="18453" y="2897"/>
                    <a:pt x="17304" y="4122"/>
                    <a:pt x="16296" y="5335"/>
                  </a:cubicBezTo>
                  <a:cubicBezTo>
                    <a:pt x="15518" y="6279"/>
                    <a:pt x="14625" y="7338"/>
                    <a:pt x="13400" y="7402"/>
                  </a:cubicBezTo>
                  <a:cubicBezTo>
                    <a:pt x="12034" y="7491"/>
                    <a:pt x="10873" y="6126"/>
                    <a:pt x="10784" y="4760"/>
                  </a:cubicBezTo>
                  <a:cubicBezTo>
                    <a:pt x="10707" y="3382"/>
                    <a:pt x="11473" y="2081"/>
                    <a:pt x="12443" y="1085"/>
                  </a:cubicBezTo>
                  <a:cubicBezTo>
                    <a:pt x="12953" y="562"/>
                    <a:pt x="13629" y="77"/>
                    <a:pt x="14369" y="166"/>
                  </a:cubicBezTo>
                  <a:cubicBezTo>
                    <a:pt x="15390" y="307"/>
                    <a:pt x="15901" y="1494"/>
                    <a:pt x="16105" y="2514"/>
                  </a:cubicBezTo>
                  <a:cubicBezTo>
                    <a:pt x="16654" y="5220"/>
                    <a:pt x="16296" y="8308"/>
                    <a:pt x="14357" y="10273"/>
                  </a:cubicBezTo>
                  <a:cubicBezTo>
                    <a:pt x="11958" y="12697"/>
                    <a:pt x="7428" y="12442"/>
                    <a:pt x="5335" y="9763"/>
                  </a:cubicBezTo>
                  <a:cubicBezTo>
                    <a:pt x="4773" y="9048"/>
                    <a:pt x="4365" y="8155"/>
                    <a:pt x="4442" y="7249"/>
                  </a:cubicBezTo>
                  <a:cubicBezTo>
                    <a:pt x="4531" y="6572"/>
                    <a:pt x="4799" y="5934"/>
                    <a:pt x="5233" y="5411"/>
                  </a:cubicBezTo>
                  <a:cubicBezTo>
                    <a:pt x="6011" y="4365"/>
                    <a:pt x="7211" y="3561"/>
                    <a:pt x="8525" y="3561"/>
                  </a:cubicBezTo>
                  <a:cubicBezTo>
                    <a:pt x="9827" y="3561"/>
                    <a:pt x="11141" y="4543"/>
                    <a:pt x="11256" y="5845"/>
                  </a:cubicBezTo>
                  <a:cubicBezTo>
                    <a:pt x="11358" y="7070"/>
                    <a:pt x="10414" y="8180"/>
                    <a:pt x="9291" y="8716"/>
                  </a:cubicBezTo>
                  <a:cubicBezTo>
                    <a:pt x="8168" y="9239"/>
                    <a:pt x="6892" y="9290"/>
                    <a:pt x="5679" y="9418"/>
                  </a:cubicBezTo>
                  <a:cubicBezTo>
                    <a:pt x="4454" y="9546"/>
                    <a:pt x="3166" y="9763"/>
                    <a:pt x="2196" y="10528"/>
                  </a:cubicBezTo>
                  <a:cubicBezTo>
                    <a:pt x="652" y="11740"/>
                    <a:pt x="511" y="14497"/>
                    <a:pt x="2170" y="15556"/>
                  </a:cubicBezTo>
                  <a:cubicBezTo>
                    <a:pt x="3497" y="16398"/>
                    <a:pt x="5373" y="15862"/>
                    <a:pt x="6458" y="14714"/>
                  </a:cubicBezTo>
                  <a:cubicBezTo>
                    <a:pt x="7555" y="13578"/>
                    <a:pt x="8040" y="11996"/>
                    <a:pt x="8397" y="10464"/>
                  </a:cubicBezTo>
                  <a:cubicBezTo>
                    <a:pt x="8653" y="9392"/>
                    <a:pt x="8831" y="8206"/>
                    <a:pt x="8283" y="7274"/>
                  </a:cubicBezTo>
                  <a:cubicBezTo>
                    <a:pt x="7849" y="6534"/>
                    <a:pt x="7019" y="6100"/>
                    <a:pt x="6177" y="5947"/>
                  </a:cubicBezTo>
                  <a:cubicBezTo>
                    <a:pt x="4556" y="5654"/>
                    <a:pt x="2821" y="6343"/>
                    <a:pt x="1685" y="7568"/>
                  </a:cubicBezTo>
                  <a:cubicBezTo>
                    <a:pt x="550" y="8780"/>
                    <a:pt x="1" y="10477"/>
                    <a:pt x="14" y="12136"/>
                  </a:cubicBezTo>
                  <a:cubicBezTo>
                    <a:pt x="14" y="13157"/>
                    <a:pt x="243" y="14203"/>
                    <a:pt x="830" y="15033"/>
                  </a:cubicBezTo>
                  <a:cubicBezTo>
                    <a:pt x="1953" y="16602"/>
                    <a:pt x="4186" y="17036"/>
                    <a:pt x="6037" y="16538"/>
                  </a:cubicBezTo>
                  <a:cubicBezTo>
                    <a:pt x="7517" y="16130"/>
                    <a:pt x="8831" y="15224"/>
                    <a:pt x="10299" y="14777"/>
                  </a:cubicBezTo>
                  <a:cubicBezTo>
                    <a:pt x="11779" y="14344"/>
                    <a:pt x="13655" y="14509"/>
                    <a:pt x="14472" y="15811"/>
                  </a:cubicBezTo>
                  <a:cubicBezTo>
                    <a:pt x="15250" y="17062"/>
                    <a:pt x="14574" y="18912"/>
                    <a:pt x="13234" y="19524"/>
                  </a:cubicBezTo>
                  <a:cubicBezTo>
                    <a:pt x="11894" y="20137"/>
                    <a:pt x="10197" y="19601"/>
                    <a:pt x="9278" y="18440"/>
                  </a:cubicBezTo>
                  <a:cubicBezTo>
                    <a:pt x="8372" y="17279"/>
                    <a:pt x="8206" y="15645"/>
                    <a:pt x="8640" y="14242"/>
                  </a:cubicBezTo>
                  <a:cubicBezTo>
                    <a:pt x="9125" y="12710"/>
                    <a:pt x="10312" y="11396"/>
                    <a:pt x="11830" y="10924"/>
                  </a:cubicBezTo>
                  <a:cubicBezTo>
                    <a:pt x="13999" y="10247"/>
                    <a:pt x="16590" y="11562"/>
                    <a:pt x="17330" y="13718"/>
                  </a:cubicBezTo>
                  <a:cubicBezTo>
                    <a:pt x="18057" y="15862"/>
                    <a:pt x="16820" y="18491"/>
                    <a:pt x="14688" y="19282"/>
                  </a:cubicBezTo>
                  <a:cubicBezTo>
                    <a:pt x="12966" y="19920"/>
                    <a:pt x="11001" y="19448"/>
                    <a:pt x="9240" y="19997"/>
                  </a:cubicBezTo>
                  <a:cubicBezTo>
                    <a:pt x="8449" y="20239"/>
                    <a:pt x="7721" y="20686"/>
                    <a:pt x="7147" y="21298"/>
                  </a:cubicBezTo>
                  <a:cubicBezTo>
                    <a:pt x="6764" y="21707"/>
                    <a:pt x="6445" y="22204"/>
                    <a:pt x="6394" y="22753"/>
                  </a:cubicBezTo>
                  <a:cubicBezTo>
                    <a:pt x="6330" y="23710"/>
                    <a:pt x="7160" y="24565"/>
                    <a:pt x="8091" y="24756"/>
                  </a:cubicBezTo>
                  <a:cubicBezTo>
                    <a:pt x="9035" y="24935"/>
                    <a:pt x="10005" y="24565"/>
                    <a:pt x="10771" y="23991"/>
                  </a:cubicBezTo>
                  <a:cubicBezTo>
                    <a:pt x="11856" y="23174"/>
                    <a:pt x="12621" y="21872"/>
                    <a:pt x="12583" y="20520"/>
                  </a:cubicBezTo>
                  <a:cubicBezTo>
                    <a:pt x="12557" y="19167"/>
                    <a:pt x="11600" y="17827"/>
                    <a:pt x="10273" y="17559"/>
                  </a:cubicBezTo>
                  <a:cubicBezTo>
                    <a:pt x="8946" y="17291"/>
                    <a:pt x="7440" y="18312"/>
                    <a:pt x="7389" y="19665"/>
                  </a:cubicBezTo>
                  <a:cubicBezTo>
                    <a:pt x="7338" y="20928"/>
                    <a:pt x="8512" y="22013"/>
                    <a:pt x="9776" y="22179"/>
                  </a:cubicBezTo>
                  <a:cubicBezTo>
                    <a:pt x="11026" y="22332"/>
                    <a:pt x="12277" y="21758"/>
                    <a:pt x="13247" y="20954"/>
                  </a:cubicBezTo>
                  <a:cubicBezTo>
                    <a:pt x="13987" y="20341"/>
                    <a:pt x="14612" y="19588"/>
                    <a:pt x="15480" y="19193"/>
                  </a:cubicBezTo>
                  <a:cubicBezTo>
                    <a:pt x="16985" y="18491"/>
                    <a:pt x="18989" y="19231"/>
                    <a:pt x="19678" y="20737"/>
                  </a:cubicBezTo>
                  <a:cubicBezTo>
                    <a:pt x="20367" y="22242"/>
                    <a:pt x="19627" y="24246"/>
                    <a:pt x="18121" y="24935"/>
                  </a:cubicBezTo>
                  <a:cubicBezTo>
                    <a:pt x="16615" y="25624"/>
                    <a:pt x="14612" y="24884"/>
                    <a:pt x="13936" y="23365"/>
                  </a:cubicBezTo>
                  <a:cubicBezTo>
                    <a:pt x="13566" y="22561"/>
                    <a:pt x="13553" y="21630"/>
                    <a:pt x="13668" y="20749"/>
                  </a:cubicBezTo>
                  <a:cubicBezTo>
                    <a:pt x="13834" y="19550"/>
                    <a:pt x="14216" y="18338"/>
                    <a:pt x="15020" y="17432"/>
                  </a:cubicBezTo>
                  <a:cubicBezTo>
                    <a:pt x="15811" y="16513"/>
                    <a:pt x="17075" y="15951"/>
                    <a:pt x="18261" y="16194"/>
                  </a:cubicBezTo>
                  <a:cubicBezTo>
                    <a:pt x="19448" y="16449"/>
                    <a:pt x="20431" y="17636"/>
                    <a:pt x="20227" y="18835"/>
                  </a:cubicBezTo>
                  <a:cubicBezTo>
                    <a:pt x="20112" y="19588"/>
                    <a:pt x="19589" y="20239"/>
                    <a:pt x="19589" y="21005"/>
                  </a:cubicBezTo>
                  <a:cubicBezTo>
                    <a:pt x="19589" y="21974"/>
                    <a:pt x="20482" y="22753"/>
                    <a:pt x="21413" y="23034"/>
                  </a:cubicBezTo>
                  <a:cubicBezTo>
                    <a:pt x="23621" y="23684"/>
                    <a:pt x="26199" y="22000"/>
                    <a:pt x="26530" y="19729"/>
                  </a:cubicBezTo>
                  <a:cubicBezTo>
                    <a:pt x="26862" y="17444"/>
                    <a:pt x="24923" y="15122"/>
                    <a:pt x="22626" y="15007"/>
                  </a:cubicBezTo>
                  <a:cubicBezTo>
                    <a:pt x="21758" y="14956"/>
                    <a:pt x="20737" y="15339"/>
                    <a:pt x="20584" y="16194"/>
                  </a:cubicBezTo>
                  <a:cubicBezTo>
                    <a:pt x="20444" y="16921"/>
                    <a:pt x="21056" y="17598"/>
                    <a:pt x="21720" y="17929"/>
                  </a:cubicBezTo>
                  <a:cubicBezTo>
                    <a:pt x="23340" y="18733"/>
                    <a:pt x="25548" y="18031"/>
                    <a:pt x="26416" y="16436"/>
                  </a:cubicBezTo>
                  <a:cubicBezTo>
                    <a:pt x="27322" y="14790"/>
                    <a:pt x="26798" y="12723"/>
                    <a:pt x="25918" y="11051"/>
                  </a:cubicBezTo>
                  <a:cubicBezTo>
                    <a:pt x="25050" y="9380"/>
                    <a:pt x="23851" y="7848"/>
                    <a:pt x="23366" y="6036"/>
                  </a:cubicBezTo>
                  <a:cubicBezTo>
                    <a:pt x="22894" y="4212"/>
                    <a:pt x="23430" y="1915"/>
                    <a:pt x="25165" y="1187"/>
                  </a:cubicBezTo>
                  <a:cubicBezTo>
                    <a:pt x="26900" y="460"/>
                    <a:pt x="28904" y="1672"/>
                    <a:pt x="30014" y="3204"/>
                  </a:cubicBezTo>
                  <a:cubicBezTo>
                    <a:pt x="31060" y="4658"/>
                    <a:pt x="31660" y="6560"/>
                    <a:pt x="31188" y="8282"/>
                  </a:cubicBezTo>
                  <a:cubicBezTo>
                    <a:pt x="30499" y="10745"/>
                    <a:pt x="27947" y="12149"/>
                    <a:pt x="26479" y="14242"/>
                  </a:cubicBezTo>
                  <a:cubicBezTo>
                    <a:pt x="26250" y="14573"/>
                    <a:pt x="26045" y="14931"/>
                    <a:pt x="26020" y="15339"/>
                  </a:cubicBezTo>
                  <a:cubicBezTo>
                    <a:pt x="25982" y="16322"/>
                    <a:pt x="27015" y="16947"/>
                    <a:pt x="27615" y="17725"/>
                  </a:cubicBezTo>
                  <a:cubicBezTo>
                    <a:pt x="28802" y="19307"/>
                    <a:pt x="28100" y="21758"/>
                    <a:pt x="26530" y="22957"/>
                  </a:cubicBezTo>
                  <a:cubicBezTo>
                    <a:pt x="24961" y="24169"/>
                    <a:pt x="22843" y="24361"/>
                    <a:pt x="20877" y="24169"/>
                  </a:cubicBezTo>
                  <a:cubicBezTo>
                    <a:pt x="18491" y="23940"/>
                    <a:pt x="16130" y="23187"/>
                    <a:pt x="14191" y="21783"/>
                  </a:cubicBezTo>
                  <a:cubicBezTo>
                    <a:pt x="12251" y="20392"/>
                    <a:pt x="10745" y="18312"/>
                    <a:pt x="10273" y="15964"/>
                  </a:cubicBezTo>
                  <a:cubicBezTo>
                    <a:pt x="9903" y="14139"/>
                    <a:pt x="10056" y="12034"/>
                    <a:pt x="8768" y="10707"/>
                  </a:cubicBezTo>
                  <a:cubicBezTo>
                    <a:pt x="7619" y="9507"/>
                    <a:pt x="5552" y="9456"/>
                    <a:pt x="4212" y="10413"/>
                  </a:cubicBezTo>
                  <a:cubicBezTo>
                    <a:pt x="2859" y="11383"/>
                    <a:pt x="2234" y="13170"/>
                    <a:pt x="2464" y="14816"/>
                  </a:cubicBezTo>
                  <a:cubicBezTo>
                    <a:pt x="2744" y="16883"/>
                    <a:pt x="4786" y="18848"/>
                    <a:pt x="6777" y="18197"/>
                  </a:cubicBezTo>
                  <a:cubicBezTo>
                    <a:pt x="8372" y="17674"/>
                    <a:pt x="9087" y="15824"/>
                    <a:pt x="9342" y="14152"/>
                  </a:cubicBezTo>
                  <a:cubicBezTo>
                    <a:pt x="9610" y="12493"/>
                    <a:pt x="9661" y="10681"/>
                    <a:pt x="10682" y="9354"/>
                  </a:cubicBezTo>
                  <a:cubicBezTo>
                    <a:pt x="11205" y="8691"/>
                    <a:pt x="11996" y="8180"/>
                    <a:pt x="12838" y="8218"/>
                  </a:cubicBezTo>
                  <a:cubicBezTo>
                    <a:pt x="13872" y="8257"/>
                    <a:pt x="14765" y="9137"/>
                    <a:pt x="14969" y="10145"/>
                  </a:cubicBezTo>
                  <a:cubicBezTo>
                    <a:pt x="15173" y="11166"/>
                    <a:pt x="14791" y="12238"/>
                    <a:pt x="14101" y="13016"/>
                  </a:cubicBezTo>
                  <a:cubicBezTo>
                    <a:pt x="13502" y="13667"/>
                    <a:pt x="12685" y="14178"/>
                    <a:pt x="12379" y="15007"/>
                  </a:cubicBezTo>
                  <a:cubicBezTo>
                    <a:pt x="12085" y="15837"/>
                    <a:pt x="12864" y="17036"/>
                    <a:pt x="13655" y="16628"/>
                  </a:cubicBezTo>
                </a:path>
              </a:pathLst>
            </a:custGeom>
            <a:noFill/>
            <a:ln w="19050" cap="flat" cmpd="sng">
              <a:solidFill>
                <a:schemeClr val="dk1"/>
              </a:solidFill>
              <a:prstDash val="solid"/>
              <a:miter lim="1276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 name="Google Shape;909;p49">
              <a:extLst>
                <a:ext uri="{FF2B5EF4-FFF2-40B4-BE49-F238E27FC236}">
                  <a16:creationId xmlns:a16="http://schemas.microsoft.com/office/drawing/2014/main" id="{AA2169C2-9941-06C3-98A4-827CD7D3080C}"/>
                </a:ext>
              </a:extLst>
            </p:cNvPr>
            <p:cNvGrpSpPr/>
            <p:nvPr/>
          </p:nvGrpSpPr>
          <p:grpSpPr>
            <a:xfrm>
              <a:off x="5180271" y="1689583"/>
              <a:ext cx="2629674" cy="1978471"/>
              <a:chOff x="3779475" y="3269550"/>
              <a:chExt cx="2916675" cy="2194400"/>
            </a:xfrm>
          </p:grpSpPr>
          <p:sp>
            <p:nvSpPr>
              <p:cNvPr id="46" name="Google Shape;910;p49">
                <a:extLst>
                  <a:ext uri="{FF2B5EF4-FFF2-40B4-BE49-F238E27FC236}">
                    <a16:creationId xmlns:a16="http://schemas.microsoft.com/office/drawing/2014/main" id="{A162683C-1B2C-1037-A1F0-CE93AD65453B}"/>
                  </a:ext>
                </a:extLst>
              </p:cNvPr>
              <p:cNvSpPr/>
              <p:nvPr/>
            </p:nvSpPr>
            <p:spPr>
              <a:xfrm>
                <a:off x="4748625" y="4108525"/>
                <a:ext cx="261450" cy="156825"/>
              </a:xfrm>
              <a:custGeom>
                <a:avLst/>
                <a:gdLst/>
                <a:ahLst/>
                <a:cxnLst/>
                <a:rect l="l" t="t" r="r" b="b"/>
                <a:pathLst>
                  <a:path w="10458" h="6273" extrusionOk="0">
                    <a:moveTo>
                      <a:pt x="6248" y="1"/>
                    </a:moveTo>
                    <a:cubicBezTo>
                      <a:pt x="4078" y="1"/>
                      <a:pt x="1619" y="926"/>
                      <a:pt x="665" y="2784"/>
                    </a:cubicBezTo>
                    <a:cubicBezTo>
                      <a:pt x="0" y="4065"/>
                      <a:pt x="690" y="5569"/>
                      <a:pt x="2760" y="6086"/>
                    </a:cubicBezTo>
                    <a:cubicBezTo>
                      <a:pt x="3277" y="6214"/>
                      <a:pt x="3802" y="6273"/>
                      <a:pt x="4323" y="6273"/>
                    </a:cubicBezTo>
                    <a:cubicBezTo>
                      <a:pt x="7106" y="6273"/>
                      <a:pt x="9743" y="4604"/>
                      <a:pt x="10055" y="3006"/>
                    </a:cubicBezTo>
                    <a:cubicBezTo>
                      <a:pt x="10457" y="1006"/>
                      <a:pt x="8510" y="1"/>
                      <a:pt x="62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911;p49">
                <a:extLst>
                  <a:ext uri="{FF2B5EF4-FFF2-40B4-BE49-F238E27FC236}">
                    <a16:creationId xmlns:a16="http://schemas.microsoft.com/office/drawing/2014/main" id="{6B6EF207-2A89-DD1D-5881-281B9241BAB8}"/>
                  </a:ext>
                </a:extLst>
              </p:cNvPr>
              <p:cNvSpPr/>
              <p:nvPr/>
            </p:nvSpPr>
            <p:spPr>
              <a:xfrm>
                <a:off x="5312325" y="4005875"/>
                <a:ext cx="282225" cy="154675"/>
              </a:xfrm>
              <a:custGeom>
                <a:avLst/>
                <a:gdLst/>
                <a:ahLst/>
                <a:cxnLst/>
                <a:rect l="l" t="t" r="r" b="b"/>
                <a:pathLst>
                  <a:path w="11289" h="6187" extrusionOk="0">
                    <a:moveTo>
                      <a:pt x="6769" y="1"/>
                    </a:moveTo>
                    <a:cubicBezTo>
                      <a:pt x="3506" y="1"/>
                      <a:pt x="1" y="2192"/>
                      <a:pt x="1480" y="4623"/>
                    </a:cubicBezTo>
                    <a:cubicBezTo>
                      <a:pt x="2055" y="5576"/>
                      <a:pt x="3634" y="6186"/>
                      <a:pt x="5406" y="6186"/>
                    </a:cubicBezTo>
                    <a:cubicBezTo>
                      <a:pt x="6750" y="6186"/>
                      <a:pt x="8204" y="5835"/>
                      <a:pt x="9416" y="5017"/>
                    </a:cubicBezTo>
                    <a:cubicBezTo>
                      <a:pt x="11165" y="3809"/>
                      <a:pt x="11289" y="2158"/>
                      <a:pt x="10229" y="1172"/>
                    </a:cubicBezTo>
                    <a:cubicBezTo>
                      <a:pt x="9336" y="350"/>
                      <a:pt x="8072" y="1"/>
                      <a:pt x="676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912;p49">
                <a:extLst>
                  <a:ext uri="{FF2B5EF4-FFF2-40B4-BE49-F238E27FC236}">
                    <a16:creationId xmlns:a16="http://schemas.microsoft.com/office/drawing/2014/main" id="{ACDC9BF1-80A3-D065-8FB1-EAECF045559B}"/>
                  </a:ext>
                </a:extLst>
              </p:cNvPr>
              <p:cNvSpPr/>
              <p:nvPr/>
            </p:nvSpPr>
            <p:spPr>
              <a:xfrm>
                <a:off x="4898325" y="4732600"/>
                <a:ext cx="3725" cy="3100"/>
              </a:xfrm>
              <a:custGeom>
                <a:avLst/>
                <a:gdLst/>
                <a:ahLst/>
                <a:cxnLst/>
                <a:rect l="l" t="t" r="r" b="b"/>
                <a:pathLst>
                  <a:path w="149" h="124" extrusionOk="0">
                    <a:moveTo>
                      <a:pt x="1" y="1"/>
                    </a:moveTo>
                    <a:cubicBezTo>
                      <a:pt x="1" y="25"/>
                      <a:pt x="1" y="50"/>
                      <a:pt x="1" y="50"/>
                    </a:cubicBezTo>
                    <a:lnTo>
                      <a:pt x="148" y="124"/>
                    </a:lnTo>
                    <a:cubicBezTo>
                      <a:pt x="99" y="75"/>
                      <a:pt x="50" y="25"/>
                      <a:pt x="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913;p49">
                <a:extLst>
                  <a:ext uri="{FF2B5EF4-FFF2-40B4-BE49-F238E27FC236}">
                    <a16:creationId xmlns:a16="http://schemas.microsoft.com/office/drawing/2014/main" id="{C911F7A0-49B4-8331-F34E-070D90C6043F}"/>
                  </a:ext>
                </a:extLst>
              </p:cNvPr>
              <p:cNvSpPr/>
              <p:nvPr/>
            </p:nvSpPr>
            <p:spPr>
              <a:xfrm>
                <a:off x="4618000" y="4521900"/>
                <a:ext cx="707925" cy="779675"/>
              </a:xfrm>
              <a:custGeom>
                <a:avLst/>
                <a:gdLst/>
                <a:ahLst/>
                <a:cxnLst/>
                <a:rect l="l" t="t" r="r" b="b"/>
                <a:pathLst>
                  <a:path w="28317" h="31187" extrusionOk="0">
                    <a:moveTo>
                      <a:pt x="15526" y="0"/>
                    </a:moveTo>
                    <a:cubicBezTo>
                      <a:pt x="15378" y="50"/>
                      <a:pt x="15231" y="124"/>
                      <a:pt x="15107" y="198"/>
                    </a:cubicBezTo>
                    <a:lnTo>
                      <a:pt x="13037" y="1282"/>
                    </a:lnTo>
                    <a:cubicBezTo>
                      <a:pt x="13259" y="1504"/>
                      <a:pt x="13481" y="1775"/>
                      <a:pt x="13653" y="2046"/>
                    </a:cubicBezTo>
                    <a:cubicBezTo>
                      <a:pt x="14269" y="3007"/>
                      <a:pt x="14417" y="4165"/>
                      <a:pt x="14048" y="5250"/>
                    </a:cubicBezTo>
                    <a:cubicBezTo>
                      <a:pt x="13604" y="6408"/>
                      <a:pt x="12298" y="7024"/>
                      <a:pt x="11534" y="7320"/>
                    </a:cubicBezTo>
                    <a:lnTo>
                      <a:pt x="11608" y="7369"/>
                    </a:lnTo>
                    <a:cubicBezTo>
                      <a:pt x="11682" y="7418"/>
                      <a:pt x="11756" y="7468"/>
                      <a:pt x="11805" y="7517"/>
                    </a:cubicBezTo>
                    <a:cubicBezTo>
                      <a:pt x="13037" y="8478"/>
                      <a:pt x="13308" y="9809"/>
                      <a:pt x="12594" y="11066"/>
                    </a:cubicBezTo>
                    <a:cubicBezTo>
                      <a:pt x="11706" y="12569"/>
                      <a:pt x="10203" y="12963"/>
                      <a:pt x="9390" y="13185"/>
                    </a:cubicBezTo>
                    <a:lnTo>
                      <a:pt x="9119" y="13259"/>
                    </a:lnTo>
                    <a:cubicBezTo>
                      <a:pt x="10795" y="14639"/>
                      <a:pt x="10918" y="15921"/>
                      <a:pt x="10721" y="16759"/>
                    </a:cubicBezTo>
                    <a:cubicBezTo>
                      <a:pt x="10425" y="18089"/>
                      <a:pt x="9094" y="19223"/>
                      <a:pt x="7246" y="19790"/>
                    </a:cubicBezTo>
                    <a:cubicBezTo>
                      <a:pt x="6950" y="19888"/>
                      <a:pt x="6679" y="19962"/>
                      <a:pt x="6383" y="20036"/>
                    </a:cubicBezTo>
                    <a:cubicBezTo>
                      <a:pt x="5340" y="20230"/>
                      <a:pt x="4290" y="20329"/>
                      <a:pt x="3240" y="20329"/>
                    </a:cubicBezTo>
                    <a:cubicBezTo>
                      <a:pt x="2158" y="20329"/>
                      <a:pt x="1076" y="20224"/>
                      <a:pt x="0" y="20012"/>
                    </a:cubicBezTo>
                    <a:lnTo>
                      <a:pt x="0" y="20012"/>
                    </a:lnTo>
                    <a:cubicBezTo>
                      <a:pt x="1430" y="22698"/>
                      <a:pt x="3303" y="26197"/>
                      <a:pt x="5718" y="30756"/>
                    </a:cubicBezTo>
                    <a:cubicBezTo>
                      <a:pt x="5909" y="31120"/>
                      <a:pt x="5982" y="31186"/>
                      <a:pt x="6051" y="31186"/>
                    </a:cubicBezTo>
                    <a:cubicBezTo>
                      <a:pt x="6071" y="31186"/>
                      <a:pt x="6090" y="31181"/>
                      <a:pt x="6112" y="31175"/>
                    </a:cubicBezTo>
                    <a:cubicBezTo>
                      <a:pt x="6285" y="31101"/>
                      <a:pt x="6457" y="31028"/>
                      <a:pt x="6630" y="30929"/>
                    </a:cubicBezTo>
                    <a:lnTo>
                      <a:pt x="25877" y="20726"/>
                    </a:lnTo>
                    <a:cubicBezTo>
                      <a:pt x="26173" y="20578"/>
                      <a:pt x="26345" y="20480"/>
                      <a:pt x="26370" y="20357"/>
                    </a:cubicBezTo>
                    <a:cubicBezTo>
                      <a:pt x="26370" y="20332"/>
                      <a:pt x="26419" y="20258"/>
                      <a:pt x="26296" y="20061"/>
                    </a:cubicBezTo>
                    <a:cubicBezTo>
                      <a:pt x="26271" y="20012"/>
                      <a:pt x="26247" y="19987"/>
                      <a:pt x="26222" y="19938"/>
                    </a:cubicBezTo>
                    <a:lnTo>
                      <a:pt x="26173" y="19864"/>
                    </a:lnTo>
                    <a:cubicBezTo>
                      <a:pt x="26074" y="19642"/>
                      <a:pt x="25655" y="18853"/>
                      <a:pt x="24398" y="16487"/>
                    </a:cubicBezTo>
                    <a:lnTo>
                      <a:pt x="24250" y="16192"/>
                    </a:lnTo>
                    <a:cubicBezTo>
                      <a:pt x="23930" y="15576"/>
                      <a:pt x="23536" y="14861"/>
                      <a:pt x="23092" y="14023"/>
                    </a:cubicBezTo>
                    <a:cubicBezTo>
                      <a:pt x="22698" y="13308"/>
                      <a:pt x="22648" y="12470"/>
                      <a:pt x="22944" y="11706"/>
                    </a:cubicBezTo>
                    <a:cubicBezTo>
                      <a:pt x="23092" y="11312"/>
                      <a:pt x="23412" y="11016"/>
                      <a:pt x="23807" y="10918"/>
                    </a:cubicBezTo>
                    <a:cubicBezTo>
                      <a:pt x="23906" y="10895"/>
                      <a:pt x="24005" y="10884"/>
                      <a:pt x="24104" y="10884"/>
                    </a:cubicBezTo>
                    <a:cubicBezTo>
                      <a:pt x="24323" y="10884"/>
                      <a:pt x="24539" y="10939"/>
                      <a:pt x="24743" y="11041"/>
                    </a:cubicBezTo>
                    <a:cubicBezTo>
                      <a:pt x="25113" y="11214"/>
                      <a:pt x="25483" y="11361"/>
                      <a:pt x="25877" y="11485"/>
                    </a:cubicBezTo>
                    <a:cubicBezTo>
                      <a:pt x="26041" y="11544"/>
                      <a:pt x="26214" y="11577"/>
                      <a:pt x="26386" y="11577"/>
                    </a:cubicBezTo>
                    <a:cubicBezTo>
                      <a:pt x="26497" y="11577"/>
                      <a:pt x="26608" y="11563"/>
                      <a:pt x="26715" y="11534"/>
                    </a:cubicBezTo>
                    <a:cubicBezTo>
                      <a:pt x="27257" y="11361"/>
                      <a:pt x="27701" y="10918"/>
                      <a:pt x="27848" y="10351"/>
                    </a:cubicBezTo>
                    <a:cubicBezTo>
                      <a:pt x="28317" y="9045"/>
                      <a:pt x="27996" y="7344"/>
                      <a:pt x="27011" y="6038"/>
                    </a:cubicBezTo>
                    <a:cubicBezTo>
                      <a:pt x="26188" y="5000"/>
                      <a:pt x="25024" y="4322"/>
                      <a:pt x="24086" y="4322"/>
                    </a:cubicBezTo>
                    <a:cubicBezTo>
                      <a:pt x="23955" y="4322"/>
                      <a:pt x="23829" y="4335"/>
                      <a:pt x="23708" y="4362"/>
                    </a:cubicBezTo>
                    <a:cubicBezTo>
                      <a:pt x="23141" y="4535"/>
                      <a:pt x="22722" y="5003"/>
                      <a:pt x="22599" y="5570"/>
                    </a:cubicBezTo>
                    <a:cubicBezTo>
                      <a:pt x="22575" y="5669"/>
                      <a:pt x="22550" y="5792"/>
                      <a:pt x="22525" y="5915"/>
                    </a:cubicBezTo>
                    <a:cubicBezTo>
                      <a:pt x="22402" y="6531"/>
                      <a:pt x="22205" y="7566"/>
                      <a:pt x="21441" y="7763"/>
                    </a:cubicBezTo>
                    <a:cubicBezTo>
                      <a:pt x="21355" y="7776"/>
                      <a:pt x="21267" y="7782"/>
                      <a:pt x="21179" y="7782"/>
                    </a:cubicBezTo>
                    <a:cubicBezTo>
                      <a:pt x="20916" y="7782"/>
                      <a:pt x="20652" y="7726"/>
                      <a:pt x="20430" y="7616"/>
                    </a:cubicBezTo>
                    <a:cubicBezTo>
                      <a:pt x="19395" y="7172"/>
                      <a:pt x="19198" y="6778"/>
                      <a:pt x="17547" y="3598"/>
                    </a:cubicBezTo>
                    <a:cubicBezTo>
                      <a:pt x="17104" y="2785"/>
                      <a:pt x="16561" y="1750"/>
                      <a:pt x="15896" y="469"/>
                    </a:cubicBezTo>
                    <a:cubicBezTo>
                      <a:pt x="15822" y="345"/>
                      <a:pt x="15650" y="25"/>
                      <a:pt x="1557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914;p49">
                <a:extLst>
                  <a:ext uri="{FF2B5EF4-FFF2-40B4-BE49-F238E27FC236}">
                    <a16:creationId xmlns:a16="http://schemas.microsoft.com/office/drawing/2014/main" id="{57FA5786-78DD-7E94-0CB3-33F8F12E0F3F}"/>
                  </a:ext>
                </a:extLst>
              </p:cNvPr>
              <p:cNvSpPr/>
              <p:nvPr/>
            </p:nvSpPr>
            <p:spPr>
              <a:xfrm>
                <a:off x="6208175" y="4607525"/>
                <a:ext cx="88125" cy="123875"/>
              </a:xfrm>
              <a:custGeom>
                <a:avLst/>
                <a:gdLst/>
                <a:ahLst/>
                <a:cxnLst/>
                <a:rect l="l" t="t" r="r" b="b"/>
                <a:pathLst>
                  <a:path w="3525" h="4955" extrusionOk="0">
                    <a:moveTo>
                      <a:pt x="1922" y="1"/>
                    </a:moveTo>
                    <a:cubicBezTo>
                      <a:pt x="1479" y="1726"/>
                      <a:pt x="838" y="3402"/>
                      <a:pt x="0" y="4954"/>
                    </a:cubicBezTo>
                    <a:cubicBezTo>
                      <a:pt x="99" y="4930"/>
                      <a:pt x="197" y="4881"/>
                      <a:pt x="296" y="4856"/>
                    </a:cubicBezTo>
                    <a:cubicBezTo>
                      <a:pt x="493" y="4807"/>
                      <a:pt x="715" y="4807"/>
                      <a:pt x="912" y="4807"/>
                    </a:cubicBezTo>
                    <a:lnTo>
                      <a:pt x="1183" y="4831"/>
                    </a:lnTo>
                    <a:cubicBezTo>
                      <a:pt x="1430" y="4856"/>
                      <a:pt x="1701" y="4856"/>
                      <a:pt x="1947" y="4856"/>
                    </a:cubicBezTo>
                    <a:cubicBezTo>
                      <a:pt x="2070" y="4831"/>
                      <a:pt x="2169" y="4831"/>
                      <a:pt x="2292" y="4807"/>
                    </a:cubicBezTo>
                    <a:cubicBezTo>
                      <a:pt x="3105" y="4609"/>
                      <a:pt x="3524" y="3895"/>
                      <a:pt x="3450" y="2909"/>
                    </a:cubicBezTo>
                    <a:cubicBezTo>
                      <a:pt x="3327" y="1800"/>
                      <a:pt x="2760" y="740"/>
                      <a:pt x="19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915;p49">
                <a:extLst>
                  <a:ext uri="{FF2B5EF4-FFF2-40B4-BE49-F238E27FC236}">
                    <a16:creationId xmlns:a16="http://schemas.microsoft.com/office/drawing/2014/main" id="{BFCE6F97-0A2A-12D3-BB42-D55635EA32D4}"/>
                  </a:ext>
                </a:extLst>
              </p:cNvPr>
              <p:cNvSpPr/>
              <p:nvPr/>
            </p:nvSpPr>
            <p:spPr>
              <a:xfrm>
                <a:off x="5534150" y="4761575"/>
                <a:ext cx="815750" cy="604000"/>
              </a:xfrm>
              <a:custGeom>
                <a:avLst/>
                <a:gdLst/>
                <a:ahLst/>
                <a:cxnLst/>
                <a:rect l="l" t="t" r="r" b="b"/>
                <a:pathLst>
                  <a:path w="32630" h="24160" extrusionOk="0">
                    <a:moveTo>
                      <a:pt x="26296" y="0"/>
                    </a:moveTo>
                    <a:cubicBezTo>
                      <a:pt x="25704" y="937"/>
                      <a:pt x="25014" y="1824"/>
                      <a:pt x="24275" y="2637"/>
                    </a:cubicBezTo>
                    <a:cubicBezTo>
                      <a:pt x="23659" y="3278"/>
                      <a:pt x="22993" y="3869"/>
                      <a:pt x="22279" y="4387"/>
                    </a:cubicBezTo>
                    <a:cubicBezTo>
                      <a:pt x="21035" y="5332"/>
                      <a:pt x="19680" y="5831"/>
                      <a:pt x="18506" y="5831"/>
                    </a:cubicBezTo>
                    <a:cubicBezTo>
                      <a:pt x="17935" y="5831"/>
                      <a:pt x="17407" y="5713"/>
                      <a:pt x="16956" y="5471"/>
                    </a:cubicBezTo>
                    <a:cubicBezTo>
                      <a:pt x="16192" y="5052"/>
                      <a:pt x="15304" y="4091"/>
                      <a:pt x="15403" y="1922"/>
                    </a:cubicBezTo>
                    <a:lnTo>
                      <a:pt x="15403" y="1922"/>
                    </a:lnTo>
                    <a:cubicBezTo>
                      <a:pt x="15329" y="1972"/>
                      <a:pt x="15255" y="2021"/>
                      <a:pt x="15181" y="2070"/>
                    </a:cubicBezTo>
                    <a:cubicBezTo>
                      <a:pt x="14861" y="2267"/>
                      <a:pt x="14565" y="2464"/>
                      <a:pt x="14220" y="2637"/>
                    </a:cubicBezTo>
                    <a:cubicBezTo>
                      <a:pt x="14023" y="3573"/>
                      <a:pt x="13407" y="4658"/>
                      <a:pt x="12249" y="5668"/>
                    </a:cubicBezTo>
                    <a:cubicBezTo>
                      <a:pt x="11756" y="6112"/>
                      <a:pt x="11164" y="6408"/>
                      <a:pt x="10523" y="6555"/>
                    </a:cubicBezTo>
                    <a:cubicBezTo>
                      <a:pt x="10244" y="6629"/>
                      <a:pt x="9973" y="6665"/>
                      <a:pt x="9718" y="6665"/>
                    </a:cubicBezTo>
                    <a:cubicBezTo>
                      <a:pt x="9206" y="6665"/>
                      <a:pt x="8757" y="6523"/>
                      <a:pt x="8429" y="6260"/>
                    </a:cubicBezTo>
                    <a:cubicBezTo>
                      <a:pt x="8034" y="5915"/>
                      <a:pt x="7813" y="5422"/>
                      <a:pt x="7862" y="4904"/>
                    </a:cubicBezTo>
                    <a:lnTo>
                      <a:pt x="7862" y="4559"/>
                    </a:lnTo>
                    <a:cubicBezTo>
                      <a:pt x="7887" y="4263"/>
                      <a:pt x="7887" y="3943"/>
                      <a:pt x="7862" y="3647"/>
                    </a:cubicBezTo>
                    <a:cubicBezTo>
                      <a:pt x="7887" y="3302"/>
                      <a:pt x="7714" y="2957"/>
                      <a:pt x="7443" y="2760"/>
                    </a:cubicBezTo>
                    <a:cubicBezTo>
                      <a:pt x="7193" y="2588"/>
                      <a:pt x="6904" y="2506"/>
                      <a:pt x="6613" y="2506"/>
                    </a:cubicBezTo>
                    <a:cubicBezTo>
                      <a:pt x="6444" y="2506"/>
                      <a:pt x="6275" y="2533"/>
                      <a:pt x="6112" y="2588"/>
                    </a:cubicBezTo>
                    <a:cubicBezTo>
                      <a:pt x="5595" y="2686"/>
                      <a:pt x="5126" y="2982"/>
                      <a:pt x="4781" y="3376"/>
                    </a:cubicBezTo>
                    <a:cubicBezTo>
                      <a:pt x="3549" y="4806"/>
                      <a:pt x="2588" y="5890"/>
                      <a:pt x="1873" y="6679"/>
                    </a:cubicBezTo>
                    <a:cubicBezTo>
                      <a:pt x="592" y="8133"/>
                      <a:pt x="0" y="8773"/>
                      <a:pt x="25" y="8971"/>
                    </a:cubicBezTo>
                    <a:cubicBezTo>
                      <a:pt x="25" y="9020"/>
                      <a:pt x="99" y="9044"/>
                      <a:pt x="198" y="9143"/>
                    </a:cubicBezTo>
                    <a:cubicBezTo>
                      <a:pt x="271" y="9192"/>
                      <a:pt x="345" y="9242"/>
                      <a:pt x="395" y="9291"/>
                    </a:cubicBezTo>
                    <a:cubicBezTo>
                      <a:pt x="1430" y="10227"/>
                      <a:pt x="2268" y="10967"/>
                      <a:pt x="2982" y="11583"/>
                    </a:cubicBezTo>
                    <a:lnTo>
                      <a:pt x="2982" y="11607"/>
                    </a:lnTo>
                    <a:cubicBezTo>
                      <a:pt x="5590" y="13937"/>
                      <a:pt x="6121" y="14395"/>
                      <a:pt x="6988" y="14395"/>
                    </a:cubicBezTo>
                    <a:cubicBezTo>
                      <a:pt x="7121" y="14395"/>
                      <a:pt x="7261" y="14384"/>
                      <a:pt x="7418" y="14368"/>
                    </a:cubicBezTo>
                    <a:cubicBezTo>
                      <a:pt x="7517" y="14368"/>
                      <a:pt x="7615" y="14343"/>
                      <a:pt x="7689" y="14343"/>
                    </a:cubicBezTo>
                    <a:cubicBezTo>
                      <a:pt x="8552" y="14121"/>
                      <a:pt x="8601" y="13480"/>
                      <a:pt x="8379" y="12248"/>
                    </a:cubicBezTo>
                    <a:lnTo>
                      <a:pt x="8379" y="12199"/>
                    </a:lnTo>
                    <a:cubicBezTo>
                      <a:pt x="8355" y="12051"/>
                      <a:pt x="8330" y="11903"/>
                      <a:pt x="8306" y="11755"/>
                    </a:cubicBezTo>
                    <a:cubicBezTo>
                      <a:pt x="8207" y="10868"/>
                      <a:pt x="8724" y="10178"/>
                      <a:pt x="9636" y="9932"/>
                    </a:cubicBezTo>
                    <a:cubicBezTo>
                      <a:pt x="9844" y="9882"/>
                      <a:pt x="10070" y="9856"/>
                      <a:pt x="10309" y="9856"/>
                    </a:cubicBezTo>
                    <a:cubicBezTo>
                      <a:pt x="11494" y="9856"/>
                      <a:pt x="13011" y="10493"/>
                      <a:pt x="14220" y="12051"/>
                    </a:cubicBezTo>
                    <a:cubicBezTo>
                      <a:pt x="15033" y="13061"/>
                      <a:pt x="15329" y="14294"/>
                      <a:pt x="15033" y="15156"/>
                    </a:cubicBezTo>
                    <a:cubicBezTo>
                      <a:pt x="14836" y="15698"/>
                      <a:pt x="14368" y="16117"/>
                      <a:pt x="13801" y="16241"/>
                    </a:cubicBezTo>
                    <a:cubicBezTo>
                      <a:pt x="13604" y="16265"/>
                      <a:pt x="13382" y="16290"/>
                      <a:pt x="13185" y="16290"/>
                    </a:cubicBezTo>
                    <a:lnTo>
                      <a:pt x="12372" y="16290"/>
                    </a:lnTo>
                    <a:cubicBezTo>
                      <a:pt x="12175" y="16290"/>
                      <a:pt x="11953" y="16290"/>
                      <a:pt x="11756" y="16339"/>
                    </a:cubicBezTo>
                    <a:cubicBezTo>
                      <a:pt x="11559" y="16388"/>
                      <a:pt x="10942" y="16536"/>
                      <a:pt x="10992" y="17522"/>
                    </a:cubicBezTo>
                    <a:cubicBezTo>
                      <a:pt x="10992" y="18237"/>
                      <a:pt x="11312" y="18927"/>
                      <a:pt x="11854" y="19370"/>
                    </a:cubicBezTo>
                    <a:lnTo>
                      <a:pt x="12175" y="19642"/>
                    </a:lnTo>
                    <a:lnTo>
                      <a:pt x="12939" y="20307"/>
                    </a:lnTo>
                    <a:lnTo>
                      <a:pt x="13629" y="20923"/>
                    </a:lnTo>
                    <a:lnTo>
                      <a:pt x="14269" y="21490"/>
                    </a:lnTo>
                    <a:lnTo>
                      <a:pt x="15255" y="22352"/>
                    </a:lnTo>
                    <a:lnTo>
                      <a:pt x="17104" y="23954"/>
                    </a:lnTo>
                    <a:lnTo>
                      <a:pt x="17177" y="24028"/>
                    </a:lnTo>
                    <a:cubicBezTo>
                      <a:pt x="17292" y="24124"/>
                      <a:pt x="17347" y="24160"/>
                      <a:pt x="17390" y="24160"/>
                    </a:cubicBezTo>
                    <a:cubicBezTo>
                      <a:pt x="17402" y="24160"/>
                      <a:pt x="17413" y="24157"/>
                      <a:pt x="17424" y="24151"/>
                    </a:cubicBezTo>
                    <a:cubicBezTo>
                      <a:pt x="17695" y="24077"/>
                      <a:pt x="18360" y="23313"/>
                      <a:pt x="20135" y="21243"/>
                    </a:cubicBezTo>
                    <a:lnTo>
                      <a:pt x="20258" y="21096"/>
                    </a:lnTo>
                    <a:lnTo>
                      <a:pt x="22303" y="18730"/>
                    </a:lnTo>
                    <a:cubicBezTo>
                      <a:pt x="22673" y="18311"/>
                      <a:pt x="23166" y="18015"/>
                      <a:pt x="23684" y="17892"/>
                    </a:cubicBezTo>
                    <a:cubicBezTo>
                      <a:pt x="23843" y="17842"/>
                      <a:pt x="24005" y="17817"/>
                      <a:pt x="24164" y="17817"/>
                    </a:cubicBezTo>
                    <a:cubicBezTo>
                      <a:pt x="24475" y="17817"/>
                      <a:pt x="24779" y="17910"/>
                      <a:pt x="25039" y="18089"/>
                    </a:cubicBezTo>
                    <a:cubicBezTo>
                      <a:pt x="25384" y="18385"/>
                      <a:pt x="25556" y="18828"/>
                      <a:pt x="25507" y="19272"/>
                    </a:cubicBezTo>
                    <a:cubicBezTo>
                      <a:pt x="25507" y="19444"/>
                      <a:pt x="25507" y="19592"/>
                      <a:pt x="25483" y="19765"/>
                    </a:cubicBezTo>
                    <a:cubicBezTo>
                      <a:pt x="25458" y="19937"/>
                      <a:pt x="25458" y="20134"/>
                      <a:pt x="25458" y="20307"/>
                    </a:cubicBezTo>
                    <a:cubicBezTo>
                      <a:pt x="25458" y="20824"/>
                      <a:pt x="25655" y="21293"/>
                      <a:pt x="26049" y="21613"/>
                    </a:cubicBezTo>
                    <a:cubicBezTo>
                      <a:pt x="26276" y="21787"/>
                      <a:pt x="26626" y="21962"/>
                      <a:pt x="27168" y="21962"/>
                    </a:cubicBezTo>
                    <a:cubicBezTo>
                      <a:pt x="27393" y="21962"/>
                      <a:pt x="27651" y="21932"/>
                      <a:pt x="27947" y="21859"/>
                    </a:cubicBezTo>
                    <a:cubicBezTo>
                      <a:pt x="28095" y="21810"/>
                      <a:pt x="28267" y="21761"/>
                      <a:pt x="28440" y="21712"/>
                    </a:cubicBezTo>
                    <a:cubicBezTo>
                      <a:pt x="30732" y="20874"/>
                      <a:pt x="32087" y="18187"/>
                      <a:pt x="31668" y="16536"/>
                    </a:cubicBezTo>
                    <a:cubicBezTo>
                      <a:pt x="31411" y="15547"/>
                      <a:pt x="30662" y="15320"/>
                      <a:pt x="30044" y="15320"/>
                    </a:cubicBezTo>
                    <a:cubicBezTo>
                      <a:pt x="29893" y="15320"/>
                      <a:pt x="29749" y="15334"/>
                      <a:pt x="29623" y="15353"/>
                    </a:cubicBezTo>
                    <a:cubicBezTo>
                      <a:pt x="29500" y="15353"/>
                      <a:pt x="29376" y="15378"/>
                      <a:pt x="29278" y="15403"/>
                    </a:cubicBezTo>
                    <a:lnTo>
                      <a:pt x="29228" y="15403"/>
                    </a:lnTo>
                    <a:cubicBezTo>
                      <a:pt x="29081" y="15452"/>
                      <a:pt x="28933" y="15477"/>
                      <a:pt x="28736" y="15501"/>
                    </a:cubicBezTo>
                    <a:cubicBezTo>
                      <a:pt x="28671" y="15509"/>
                      <a:pt x="28606" y="15513"/>
                      <a:pt x="28541" y="15513"/>
                    </a:cubicBezTo>
                    <a:cubicBezTo>
                      <a:pt x="28214" y="15513"/>
                      <a:pt x="27894" y="15407"/>
                      <a:pt x="27627" y="15181"/>
                    </a:cubicBezTo>
                    <a:cubicBezTo>
                      <a:pt x="27331" y="14910"/>
                      <a:pt x="27183" y="14516"/>
                      <a:pt x="27208" y="14097"/>
                    </a:cubicBezTo>
                    <a:cubicBezTo>
                      <a:pt x="27183" y="13111"/>
                      <a:pt x="27405" y="12864"/>
                      <a:pt x="29549" y="10449"/>
                    </a:cubicBezTo>
                    <a:lnTo>
                      <a:pt x="29598" y="10425"/>
                    </a:lnTo>
                    <a:lnTo>
                      <a:pt x="30066" y="9882"/>
                    </a:lnTo>
                    <a:lnTo>
                      <a:pt x="30609" y="9291"/>
                    </a:lnTo>
                    <a:lnTo>
                      <a:pt x="32210" y="7467"/>
                    </a:lnTo>
                    <a:cubicBezTo>
                      <a:pt x="32605" y="6999"/>
                      <a:pt x="32629" y="6851"/>
                      <a:pt x="32629" y="6851"/>
                    </a:cubicBezTo>
                    <a:cubicBezTo>
                      <a:pt x="32629" y="6851"/>
                      <a:pt x="32605" y="6703"/>
                      <a:pt x="32136" y="6309"/>
                    </a:cubicBezTo>
                    <a:lnTo>
                      <a:pt x="31718" y="5939"/>
                    </a:lnTo>
                    <a:cubicBezTo>
                      <a:pt x="30264" y="4658"/>
                      <a:pt x="28760" y="3327"/>
                      <a:pt x="27282" y="2046"/>
                    </a:cubicBezTo>
                    <a:cubicBezTo>
                      <a:pt x="26690" y="1528"/>
                      <a:pt x="26320" y="789"/>
                      <a:pt x="2629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916;p49">
                <a:extLst>
                  <a:ext uri="{FF2B5EF4-FFF2-40B4-BE49-F238E27FC236}">
                    <a16:creationId xmlns:a16="http://schemas.microsoft.com/office/drawing/2014/main" id="{818CAE45-607E-C996-9746-6723DE36C3AF}"/>
                  </a:ext>
                </a:extLst>
              </p:cNvPr>
              <p:cNvSpPr/>
              <p:nvPr/>
            </p:nvSpPr>
            <p:spPr>
              <a:xfrm>
                <a:off x="4136825" y="3809525"/>
                <a:ext cx="342400" cy="349225"/>
              </a:xfrm>
              <a:custGeom>
                <a:avLst/>
                <a:gdLst/>
                <a:ahLst/>
                <a:cxnLst/>
                <a:rect l="l" t="t" r="r" b="b"/>
                <a:pathLst>
                  <a:path w="13696" h="13969" extrusionOk="0">
                    <a:moveTo>
                      <a:pt x="7982" y="0"/>
                    </a:moveTo>
                    <a:cubicBezTo>
                      <a:pt x="7868" y="0"/>
                      <a:pt x="7754" y="2"/>
                      <a:pt x="7640" y="7"/>
                    </a:cubicBezTo>
                    <a:cubicBezTo>
                      <a:pt x="6605" y="56"/>
                      <a:pt x="5595" y="302"/>
                      <a:pt x="4633" y="721"/>
                    </a:cubicBezTo>
                    <a:cubicBezTo>
                      <a:pt x="3697" y="1165"/>
                      <a:pt x="2834" y="1806"/>
                      <a:pt x="2120" y="2570"/>
                    </a:cubicBezTo>
                    <a:cubicBezTo>
                      <a:pt x="715" y="4147"/>
                      <a:pt x="0" y="6192"/>
                      <a:pt x="74" y="8287"/>
                    </a:cubicBezTo>
                    <a:cubicBezTo>
                      <a:pt x="148" y="10283"/>
                      <a:pt x="838" y="12156"/>
                      <a:pt x="2070" y="13709"/>
                    </a:cubicBezTo>
                    <a:cubicBezTo>
                      <a:pt x="2216" y="13872"/>
                      <a:pt x="2415" y="13969"/>
                      <a:pt x="2618" y="13969"/>
                    </a:cubicBezTo>
                    <a:cubicBezTo>
                      <a:pt x="2690" y="13969"/>
                      <a:pt x="2763" y="13957"/>
                      <a:pt x="2834" y="13931"/>
                    </a:cubicBezTo>
                    <a:cubicBezTo>
                      <a:pt x="3204" y="13807"/>
                      <a:pt x="3377" y="13413"/>
                      <a:pt x="3253" y="13068"/>
                    </a:cubicBezTo>
                    <a:lnTo>
                      <a:pt x="3253" y="13043"/>
                    </a:lnTo>
                    <a:cubicBezTo>
                      <a:pt x="2637" y="11565"/>
                      <a:pt x="2391" y="9963"/>
                      <a:pt x="2465" y="8361"/>
                    </a:cubicBezTo>
                    <a:cubicBezTo>
                      <a:pt x="2563" y="6882"/>
                      <a:pt x="3155" y="5478"/>
                      <a:pt x="4116" y="4369"/>
                    </a:cubicBezTo>
                    <a:cubicBezTo>
                      <a:pt x="5102" y="3284"/>
                      <a:pt x="6432" y="2570"/>
                      <a:pt x="7862" y="2348"/>
                    </a:cubicBezTo>
                    <a:cubicBezTo>
                      <a:pt x="8305" y="2275"/>
                      <a:pt x="8756" y="2241"/>
                      <a:pt x="9215" y="2241"/>
                    </a:cubicBezTo>
                    <a:cubicBezTo>
                      <a:pt x="10313" y="2241"/>
                      <a:pt x="11453" y="2437"/>
                      <a:pt x="12618" y="2767"/>
                    </a:cubicBezTo>
                    <a:cubicBezTo>
                      <a:pt x="12684" y="2786"/>
                      <a:pt x="12748" y="2794"/>
                      <a:pt x="12808" y="2794"/>
                    </a:cubicBezTo>
                    <a:cubicBezTo>
                      <a:pt x="13383" y="2794"/>
                      <a:pt x="13695" y="2012"/>
                      <a:pt x="13160" y="1633"/>
                    </a:cubicBezTo>
                    <a:cubicBezTo>
                      <a:pt x="11628" y="565"/>
                      <a:pt x="9833" y="0"/>
                      <a:pt x="798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917;p49">
                <a:extLst>
                  <a:ext uri="{FF2B5EF4-FFF2-40B4-BE49-F238E27FC236}">
                    <a16:creationId xmlns:a16="http://schemas.microsoft.com/office/drawing/2014/main" id="{624CBBD7-A75F-B6AC-4391-02D989DE3CD1}"/>
                  </a:ext>
                </a:extLst>
              </p:cNvPr>
              <p:cNvSpPr/>
              <p:nvPr/>
            </p:nvSpPr>
            <p:spPr>
              <a:xfrm>
                <a:off x="4619850" y="3488050"/>
                <a:ext cx="339700" cy="262300"/>
              </a:xfrm>
              <a:custGeom>
                <a:avLst/>
                <a:gdLst/>
                <a:ahLst/>
                <a:cxnLst/>
                <a:rect l="l" t="t" r="r" b="b"/>
                <a:pathLst>
                  <a:path w="13588" h="10492" extrusionOk="0">
                    <a:moveTo>
                      <a:pt x="7262" y="0"/>
                    </a:moveTo>
                    <a:cubicBezTo>
                      <a:pt x="4180" y="0"/>
                      <a:pt x="1351" y="2031"/>
                      <a:pt x="493" y="5127"/>
                    </a:cubicBezTo>
                    <a:cubicBezTo>
                      <a:pt x="0" y="6803"/>
                      <a:pt x="173" y="8627"/>
                      <a:pt x="1035" y="10155"/>
                    </a:cubicBezTo>
                    <a:cubicBezTo>
                      <a:pt x="1170" y="10389"/>
                      <a:pt x="1387" y="10491"/>
                      <a:pt x="1604" y="10491"/>
                    </a:cubicBezTo>
                    <a:cubicBezTo>
                      <a:pt x="1980" y="10491"/>
                      <a:pt x="2355" y="10181"/>
                      <a:pt x="2292" y="9711"/>
                    </a:cubicBezTo>
                    <a:lnTo>
                      <a:pt x="2292" y="9687"/>
                    </a:lnTo>
                    <a:cubicBezTo>
                      <a:pt x="2095" y="8405"/>
                      <a:pt x="2268" y="7099"/>
                      <a:pt x="2761" y="5916"/>
                    </a:cubicBezTo>
                    <a:cubicBezTo>
                      <a:pt x="3641" y="3816"/>
                      <a:pt x="5681" y="2481"/>
                      <a:pt x="7912" y="2481"/>
                    </a:cubicBezTo>
                    <a:cubicBezTo>
                      <a:pt x="8116" y="2481"/>
                      <a:pt x="8321" y="2492"/>
                      <a:pt x="8527" y="2515"/>
                    </a:cubicBezTo>
                    <a:cubicBezTo>
                      <a:pt x="9193" y="2564"/>
                      <a:pt x="9833" y="2712"/>
                      <a:pt x="10450" y="2909"/>
                    </a:cubicBezTo>
                    <a:cubicBezTo>
                      <a:pt x="11140" y="3131"/>
                      <a:pt x="11780" y="3378"/>
                      <a:pt x="12421" y="3673"/>
                    </a:cubicBezTo>
                    <a:lnTo>
                      <a:pt x="12470" y="3673"/>
                    </a:lnTo>
                    <a:cubicBezTo>
                      <a:pt x="12556" y="3710"/>
                      <a:pt x="12640" y="3726"/>
                      <a:pt x="12720" y="3726"/>
                    </a:cubicBezTo>
                    <a:cubicBezTo>
                      <a:pt x="13238" y="3726"/>
                      <a:pt x="13587" y="3041"/>
                      <a:pt x="13160" y="2614"/>
                    </a:cubicBezTo>
                    <a:cubicBezTo>
                      <a:pt x="12002" y="1431"/>
                      <a:pt x="10523" y="568"/>
                      <a:pt x="8922" y="199"/>
                    </a:cubicBezTo>
                    <a:cubicBezTo>
                      <a:pt x="8367" y="65"/>
                      <a:pt x="7811" y="0"/>
                      <a:pt x="726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918;p49">
                <a:extLst>
                  <a:ext uri="{FF2B5EF4-FFF2-40B4-BE49-F238E27FC236}">
                    <a16:creationId xmlns:a16="http://schemas.microsoft.com/office/drawing/2014/main" id="{2032611B-7BC5-A457-5AEE-F8692A3B9986}"/>
                  </a:ext>
                </a:extLst>
              </p:cNvPr>
              <p:cNvSpPr/>
              <p:nvPr/>
            </p:nvSpPr>
            <p:spPr>
              <a:xfrm>
                <a:off x="4134650" y="4971650"/>
                <a:ext cx="273275" cy="209850"/>
              </a:xfrm>
              <a:custGeom>
                <a:avLst/>
                <a:gdLst/>
                <a:ahLst/>
                <a:cxnLst/>
                <a:rect l="l" t="t" r="r" b="b"/>
                <a:pathLst>
                  <a:path w="10931" h="8394" extrusionOk="0">
                    <a:moveTo>
                      <a:pt x="4080" y="1"/>
                    </a:moveTo>
                    <a:cubicBezTo>
                      <a:pt x="2773" y="1"/>
                      <a:pt x="1517" y="420"/>
                      <a:pt x="457" y="1159"/>
                    </a:cubicBezTo>
                    <a:cubicBezTo>
                      <a:pt x="0" y="1479"/>
                      <a:pt x="263" y="2158"/>
                      <a:pt x="774" y="2158"/>
                    </a:cubicBezTo>
                    <a:cubicBezTo>
                      <a:pt x="815" y="2158"/>
                      <a:pt x="857" y="2154"/>
                      <a:pt x="901" y="2145"/>
                    </a:cubicBezTo>
                    <a:lnTo>
                      <a:pt x="925" y="2145"/>
                    </a:lnTo>
                    <a:cubicBezTo>
                      <a:pt x="1606" y="1958"/>
                      <a:pt x="2310" y="1876"/>
                      <a:pt x="3022" y="1876"/>
                    </a:cubicBezTo>
                    <a:cubicBezTo>
                      <a:pt x="3341" y="1876"/>
                      <a:pt x="3661" y="1892"/>
                      <a:pt x="3981" y="1923"/>
                    </a:cubicBezTo>
                    <a:cubicBezTo>
                      <a:pt x="4918" y="2046"/>
                      <a:pt x="5829" y="2416"/>
                      <a:pt x="6643" y="2958"/>
                    </a:cubicBezTo>
                    <a:cubicBezTo>
                      <a:pt x="7431" y="3500"/>
                      <a:pt x="8121" y="4215"/>
                      <a:pt x="8614" y="5028"/>
                    </a:cubicBezTo>
                    <a:cubicBezTo>
                      <a:pt x="9132" y="5915"/>
                      <a:pt x="9452" y="6901"/>
                      <a:pt x="9551" y="7912"/>
                    </a:cubicBezTo>
                    <a:cubicBezTo>
                      <a:pt x="9564" y="8223"/>
                      <a:pt x="9809" y="8393"/>
                      <a:pt x="10055" y="8393"/>
                    </a:cubicBezTo>
                    <a:cubicBezTo>
                      <a:pt x="10256" y="8393"/>
                      <a:pt x="10459" y="8279"/>
                      <a:pt x="10536" y="8035"/>
                    </a:cubicBezTo>
                    <a:cubicBezTo>
                      <a:pt x="10931" y="6778"/>
                      <a:pt x="10857" y="5422"/>
                      <a:pt x="10339" y="4215"/>
                    </a:cubicBezTo>
                    <a:cubicBezTo>
                      <a:pt x="9822" y="2983"/>
                      <a:pt x="8959" y="1923"/>
                      <a:pt x="7850" y="1159"/>
                    </a:cubicBezTo>
                    <a:cubicBezTo>
                      <a:pt x="6741" y="420"/>
                      <a:pt x="5410" y="1"/>
                      <a:pt x="40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919;p49">
                <a:extLst>
                  <a:ext uri="{FF2B5EF4-FFF2-40B4-BE49-F238E27FC236}">
                    <a16:creationId xmlns:a16="http://schemas.microsoft.com/office/drawing/2014/main" id="{C39BEDBC-6005-22BB-016F-905B4E634A15}"/>
                  </a:ext>
                </a:extLst>
              </p:cNvPr>
              <p:cNvSpPr/>
              <p:nvPr/>
            </p:nvSpPr>
            <p:spPr>
              <a:xfrm>
                <a:off x="6274700" y="4042125"/>
                <a:ext cx="212400" cy="265125"/>
              </a:xfrm>
              <a:custGeom>
                <a:avLst/>
                <a:gdLst/>
                <a:ahLst/>
                <a:cxnLst/>
                <a:rect l="l" t="t" r="r" b="b"/>
                <a:pathLst>
                  <a:path w="8496" h="10605" extrusionOk="0">
                    <a:moveTo>
                      <a:pt x="1882" y="0"/>
                    </a:moveTo>
                    <a:cubicBezTo>
                      <a:pt x="1450" y="0"/>
                      <a:pt x="1011" y="46"/>
                      <a:pt x="568" y="141"/>
                    </a:cubicBezTo>
                    <a:cubicBezTo>
                      <a:pt x="1" y="289"/>
                      <a:pt x="1" y="1103"/>
                      <a:pt x="592" y="1226"/>
                    </a:cubicBezTo>
                    <a:lnTo>
                      <a:pt x="617" y="1226"/>
                    </a:lnTo>
                    <a:cubicBezTo>
                      <a:pt x="5644" y="2138"/>
                      <a:pt x="7419" y="6327"/>
                      <a:pt x="6236" y="9901"/>
                    </a:cubicBezTo>
                    <a:cubicBezTo>
                      <a:pt x="6097" y="10283"/>
                      <a:pt x="6399" y="10604"/>
                      <a:pt x="6728" y="10604"/>
                    </a:cubicBezTo>
                    <a:cubicBezTo>
                      <a:pt x="6865" y="10604"/>
                      <a:pt x="7007" y="10549"/>
                      <a:pt x="7123" y="10418"/>
                    </a:cubicBezTo>
                    <a:cubicBezTo>
                      <a:pt x="7961" y="9408"/>
                      <a:pt x="8429" y="8151"/>
                      <a:pt x="8429" y="6845"/>
                    </a:cubicBezTo>
                    <a:cubicBezTo>
                      <a:pt x="8495" y="3128"/>
                      <a:pt x="5461" y="0"/>
                      <a:pt x="188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920;p49">
                <a:extLst>
                  <a:ext uri="{FF2B5EF4-FFF2-40B4-BE49-F238E27FC236}">
                    <a16:creationId xmlns:a16="http://schemas.microsoft.com/office/drawing/2014/main" id="{1F9AD68C-CB83-5D4D-DB42-0308C927C27E}"/>
                  </a:ext>
                </a:extLst>
              </p:cNvPr>
              <p:cNvSpPr/>
              <p:nvPr/>
            </p:nvSpPr>
            <p:spPr>
              <a:xfrm>
                <a:off x="5793925" y="3569700"/>
                <a:ext cx="300175" cy="173800"/>
              </a:xfrm>
              <a:custGeom>
                <a:avLst/>
                <a:gdLst/>
                <a:ahLst/>
                <a:cxnLst/>
                <a:rect l="l" t="t" r="r" b="b"/>
                <a:pathLst>
                  <a:path w="12007" h="6952" extrusionOk="0">
                    <a:moveTo>
                      <a:pt x="5026" y="1"/>
                    </a:moveTo>
                    <a:cubicBezTo>
                      <a:pt x="3336" y="1"/>
                      <a:pt x="1634" y="654"/>
                      <a:pt x="330" y="2182"/>
                    </a:cubicBezTo>
                    <a:cubicBezTo>
                      <a:pt x="0" y="2573"/>
                      <a:pt x="307" y="3084"/>
                      <a:pt x="733" y="3084"/>
                    </a:cubicBezTo>
                    <a:cubicBezTo>
                      <a:pt x="817" y="3084"/>
                      <a:pt x="906" y="3064"/>
                      <a:pt x="995" y="3020"/>
                    </a:cubicBezTo>
                    <a:lnTo>
                      <a:pt x="1020" y="3020"/>
                    </a:lnTo>
                    <a:cubicBezTo>
                      <a:pt x="2286" y="2383"/>
                      <a:pt x="3505" y="2100"/>
                      <a:pt x="4631" y="2100"/>
                    </a:cubicBezTo>
                    <a:cubicBezTo>
                      <a:pt x="7559" y="2100"/>
                      <a:pt x="9857" y="4012"/>
                      <a:pt x="10730" y="6593"/>
                    </a:cubicBezTo>
                    <a:cubicBezTo>
                      <a:pt x="10807" y="6837"/>
                      <a:pt x="11010" y="6951"/>
                      <a:pt x="11214" y="6951"/>
                    </a:cubicBezTo>
                    <a:cubicBezTo>
                      <a:pt x="11462" y="6951"/>
                      <a:pt x="11713" y="6781"/>
                      <a:pt x="11740" y="6470"/>
                    </a:cubicBezTo>
                    <a:cubicBezTo>
                      <a:pt x="12006" y="2825"/>
                      <a:pt x="8541" y="1"/>
                      <a:pt x="50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921;p49">
                <a:extLst>
                  <a:ext uri="{FF2B5EF4-FFF2-40B4-BE49-F238E27FC236}">
                    <a16:creationId xmlns:a16="http://schemas.microsoft.com/office/drawing/2014/main" id="{8EF89DC4-C7B5-67CE-A2FE-54D6D65699F6}"/>
                  </a:ext>
                </a:extLst>
              </p:cNvPr>
              <p:cNvSpPr/>
              <p:nvPr/>
            </p:nvSpPr>
            <p:spPr>
              <a:xfrm>
                <a:off x="3933500" y="4359850"/>
                <a:ext cx="172550" cy="293550"/>
              </a:xfrm>
              <a:custGeom>
                <a:avLst/>
                <a:gdLst/>
                <a:ahLst/>
                <a:cxnLst/>
                <a:rect l="l" t="t" r="r" b="b"/>
                <a:pathLst>
                  <a:path w="6902" h="11742" extrusionOk="0">
                    <a:moveTo>
                      <a:pt x="6211" y="1"/>
                    </a:moveTo>
                    <a:cubicBezTo>
                      <a:pt x="4880" y="1"/>
                      <a:pt x="3623" y="469"/>
                      <a:pt x="2613" y="1307"/>
                    </a:cubicBezTo>
                    <a:cubicBezTo>
                      <a:pt x="1578" y="2170"/>
                      <a:pt x="814" y="3303"/>
                      <a:pt x="420" y="4560"/>
                    </a:cubicBezTo>
                    <a:cubicBezTo>
                      <a:pt x="1" y="5842"/>
                      <a:pt x="1" y="7222"/>
                      <a:pt x="395" y="8503"/>
                    </a:cubicBezTo>
                    <a:cubicBezTo>
                      <a:pt x="765" y="9735"/>
                      <a:pt x="1529" y="10844"/>
                      <a:pt x="2539" y="11633"/>
                    </a:cubicBezTo>
                    <a:cubicBezTo>
                      <a:pt x="2647" y="11709"/>
                      <a:pt x="2761" y="11742"/>
                      <a:pt x="2870" y="11742"/>
                    </a:cubicBezTo>
                    <a:cubicBezTo>
                      <a:pt x="3258" y="11742"/>
                      <a:pt x="3583" y="11323"/>
                      <a:pt x="3352" y="10918"/>
                    </a:cubicBezTo>
                    <a:lnTo>
                      <a:pt x="3352" y="10894"/>
                    </a:lnTo>
                    <a:cubicBezTo>
                      <a:pt x="2835" y="10031"/>
                      <a:pt x="2465" y="9045"/>
                      <a:pt x="2268" y="8035"/>
                    </a:cubicBezTo>
                    <a:cubicBezTo>
                      <a:pt x="2120" y="7099"/>
                      <a:pt x="2194" y="6137"/>
                      <a:pt x="2465" y="5201"/>
                    </a:cubicBezTo>
                    <a:cubicBezTo>
                      <a:pt x="2761" y="4289"/>
                      <a:pt x="3254" y="3427"/>
                      <a:pt x="3894" y="2712"/>
                    </a:cubicBezTo>
                    <a:cubicBezTo>
                      <a:pt x="4585" y="1948"/>
                      <a:pt x="5422" y="1381"/>
                      <a:pt x="6359" y="1011"/>
                    </a:cubicBezTo>
                    <a:lnTo>
                      <a:pt x="6384" y="1011"/>
                    </a:lnTo>
                    <a:cubicBezTo>
                      <a:pt x="6901" y="790"/>
                      <a:pt x="6753" y="26"/>
                      <a:pt x="621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922;p49">
                <a:extLst>
                  <a:ext uri="{FF2B5EF4-FFF2-40B4-BE49-F238E27FC236}">
                    <a16:creationId xmlns:a16="http://schemas.microsoft.com/office/drawing/2014/main" id="{CE3CC956-1876-7E1F-94E1-81A104626EDD}"/>
                  </a:ext>
                </a:extLst>
              </p:cNvPr>
              <p:cNvSpPr/>
              <p:nvPr/>
            </p:nvSpPr>
            <p:spPr>
              <a:xfrm>
                <a:off x="4953150" y="3541775"/>
                <a:ext cx="539975" cy="222175"/>
              </a:xfrm>
              <a:custGeom>
                <a:avLst/>
                <a:gdLst/>
                <a:ahLst/>
                <a:cxnLst/>
                <a:rect l="l" t="t" r="r" b="b"/>
                <a:pathLst>
                  <a:path w="21599" h="8887" extrusionOk="0">
                    <a:moveTo>
                      <a:pt x="14760" y="0"/>
                    </a:moveTo>
                    <a:cubicBezTo>
                      <a:pt x="14588" y="0"/>
                      <a:pt x="14416" y="7"/>
                      <a:pt x="14245" y="21"/>
                    </a:cubicBezTo>
                    <a:cubicBezTo>
                      <a:pt x="12446" y="218"/>
                      <a:pt x="10770" y="1081"/>
                      <a:pt x="9563" y="2461"/>
                    </a:cubicBezTo>
                    <a:cubicBezTo>
                      <a:pt x="9095" y="3003"/>
                      <a:pt x="8700" y="3594"/>
                      <a:pt x="8380" y="4260"/>
                    </a:cubicBezTo>
                    <a:cubicBezTo>
                      <a:pt x="8257" y="4087"/>
                      <a:pt x="8109" y="3940"/>
                      <a:pt x="7936" y="3792"/>
                    </a:cubicBezTo>
                    <a:cubicBezTo>
                      <a:pt x="7051" y="2967"/>
                      <a:pt x="5943" y="2572"/>
                      <a:pt x="4843" y="2572"/>
                    </a:cubicBezTo>
                    <a:cubicBezTo>
                      <a:pt x="3279" y="2572"/>
                      <a:pt x="1731" y="3371"/>
                      <a:pt x="863" y="4876"/>
                    </a:cubicBezTo>
                    <a:cubicBezTo>
                      <a:pt x="272" y="5936"/>
                      <a:pt x="1" y="7193"/>
                      <a:pt x="149" y="8425"/>
                    </a:cubicBezTo>
                    <a:cubicBezTo>
                      <a:pt x="186" y="8733"/>
                      <a:pt x="420" y="8887"/>
                      <a:pt x="654" y="8887"/>
                    </a:cubicBezTo>
                    <a:cubicBezTo>
                      <a:pt x="888" y="8887"/>
                      <a:pt x="1122" y="8733"/>
                      <a:pt x="1159" y="8425"/>
                    </a:cubicBezTo>
                    <a:cubicBezTo>
                      <a:pt x="1233" y="7439"/>
                      <a:pt x="1578" y="6503"/>
                      <a:pt x="2170" y="5714"/>
                    </a:cubicBezTo>
                    <a:cubicBezTo>
                      <a:pt x="2687" y="5024"/>
                      <a:pt x="3451" y="4580"/>
                      <a:pt x="4314" y="4482"/>
                    </a:cubicBezTo>
                    <a:cubicBezTo>
                      <a:pt x="4372" y="4478"/>
                      <a:pt x="4431" y="4476"/>
                      <a:pt x="4489" y="4476"/>
                    </a:cubicBezTo>
                    <a:cubicBezTo>
                      <a:pt x="5243" y="4476"/>
                      <a:pt x="5983" y="4769"/>
                      <a:pt x="6532" y="5295"/>
                    </a:cubicBezTo>
                    <a:cubicBezTo>
                      <a:pt x="7148" y="5960"/>
                      <a:pt x="7567" y="6774"/>
                      <a:pt x="7739" y="7636"/>
                    </a:cubicBezTo>
                    <a:cubicBezTo>
                      <a:pt x="7860" y="8216"/>
                      <a:pt x="8306" y="8480"/>
                      <a:pt x="8756" y="8480"/>
                    </a:cubicBezTo>
                    <a:cubicBezTo>
                      <a:pt x="9319" y="8480"/>
                      <a:pt x="9889" y="8067"/>
                      <a:pt x="9834" y="7340"/>
                    </a:cubicBezTo>
                    <a:cubicBezTo>
                      <a:pt x="9809" y="6034"/>
                      <a:pt x="10278" y="4777"/>
                      <a:pt x="11140" y="3792"/>
                    </a:cubicBezTo>
                    <a:cubicBezTo>
                      <a:pt x="11953" y="2781"/>
                      <a:pt x="13136" y="2116"/>
                      <a:pt x="14442" y="1894"/>
                    </a:cubicBezTo>
                    <a:cubicBezTo>
                      <a:pt x="14656" y="1862"/>
                      <a:pt x="14870" y="1846"/>
                      <a:pt x="15083" y="1846"/>
                    </a:cubicBezTo>
                    <a:cubicBezTo>
                      <a:pt x="16168" y="1846"/>
                      <a:pt x="17216" y="2257"/>
                      <a:pt x="18040" y="2978"/>
                    </a:cubicBezTo>
                    <a:cubicBezTo>
                      <a:pt x="19125" y="3915"/>
                      <a:pt x="19889" y="5196"/>
                      <a:pt x="20480" y="6576"/>
                    </a:cubicBezTo>
                    <a:cubicBezTo>
                      <a:pt x="20572" y="6806"/>
                      <a:pt x="20760" y="6906"/>
                      <a:pt x="20950" y="6906"/>
                    </a:cubicBezTo>
                    <a:cubicBezTo>
                      <a:pt x="21271" y="6906"/>
                      <a:pt x="21599" y="6624"/>
                      <a:pt x="21491" y="6207"/>
                    </a:cubicBezTo>
                    <a:cubicBezTo>
                      <a:pt x="21096" y="4580"/>
                      <a:pt x="20308" y="3077"/>
                      <a:pt x="19174" y="1845"/>
                    </a:cubicBezTo>
                    <a:cubicBezTo>
                      <a:pt x="18533" y="1204"/>
                      <a:pt x="17769" y="711"/>
                      <a:pt x="16931" y="391"/>
                    </a:cubicBezTo>
                    <a:cubicBezTo>
                      <a:pt x="16251" y="130"/>
                      <a:pt x="15505" y="0"/>
                      <a:pt x="1476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923;p49">
                <a:extLst>
                  <a:ext uri="{FF2B5EF4-FFF2-40B4-BE49-F238E27FC236}">
                    <a16:creationId xmlns:a16="http://schemas.microsoft.com/office/drawing/2014/main" id="{8D7BC8C7-83F6-7C25-327B-AED1D77DD9F8}"/>
                  </a:ext>
                </a:extLst>
              </p:cNvPr>
              <p:cNvSpPr/>
              <p:nvPr/>
            </p:nvSpPr>
            <p:spPr>
              <a:xfrm>
                <a:off x="5634450" y="3832625"/>
                <a:ext cx="437975" cy="330100"/>
              </a:xfrm>
              <a:custGeom>
                <a:avLst/>
                <a:gdLst/>
                <a:ahLst/>
                <a:cxnLst/>
                <a:rect l="l" t="t" r="r" b="b"/>
                <a:pathLst>
                  <a:path w="17519" h="13204" extrusionOk="0">
                    <a:moveTo>
                      <a:pt x="3660" y="1"/>
                    </a:moveTo>
                    <a:cubicBezTo>
                      <a:pt x="2460" y="1"/>
                      <a:pt x="1201" y="559"/>
                      <a:pt x="277" y="1769"/>
                    </a:cubicBezTo>
                    <a:cubicBezTo>
                      <a:pt x="0" y="2124"/>
                      <a:pt x="309" y="2575"/>
                      <a:pt x="684" y="2575"/>
                    </a:cubicBezTo>
                    <a:cubicBezTo>
                      <a:pt x="777" y="2575"/>
                      <a:pt x="874" y="2547"/>
                      <a:pt x="967" y="2484"/>
                    </a:cubicBezTo>
                    <a:cubicBezTo>
                      <a:pt x="1361" y="2262"/>
                      <a:pt x="1977" y="1744"/>
                      <a:pt x="2913" y="1670"/>
                    </a:cubicBezTo>
                    <a:cubicBezTo>
                      <a:pt x="3016" y="1659"/>
                      <a:pt x="3117" y="1653"/>
                      <a:pt x="3217" y="1653"/>
                    </a:cubicBezTo>
                    <a:cubicBezTo>
                      <a:pt x="4811" y="1653"/>
                      <a:pt x="5927" y="3121"/>
                      <a:pt x="4860" y="5441"/>
                    </a:cubicBezTo>
                    <a:cubicBezTo>
                      <a:pt x="4546" y="6217"/>
                      <a:pt x="5161" y="6938"/>
                      <a:pt x="5851" y="6938"/>
                    </a:cubicBezTo>
                    <a:cubicBezTo>
                      <a:pt x="6082" y="6938"/>
                      <a:pt x="6321" y="6858"/>
                      <a:pt x="6536" y="6673"/>
                    </a:cubicBezTo>
                    <a:cubicBezTo>
                      <a:pt x="6610" y="6648"/>
                      <a:pt x="7620" y="5638"/>
                      <a:pt x="9715" y="5441"/>
                    </a:cubicBezTo>
                    <a:cubicBezTo>
                      <a:pt x="9766" y="5437"/>
                      <a:pt x="9822" y="5435"/>
                      <a:pt x="9881" y="5435"/>
                    </a:cubicBezTo>
                    <a:cubicBezTo>
                      <a:pt x="11190" y="5435"/>
                      <a:pt x="14348" y="6488"/>
                      <a:pt x="14348" y="8940"/>
                    </a:cubicBezTo>
                    <a:cubicBezTo>
                      <a:pt x="14373" y="10419"/>
                      <a:pt x="13855" y="11725"/>
                      <a:pt x="13535" y="12686"/>
                    </a:cubicBezTo>
                    <a:cubicBezTo>
                      <a:pt x="13461" y="12859"/>
                      <a:pt x="13486" y="13056"/>
                      <a:pt x="13609" y="13204"/>
                    </a:cubicBezTo>
                    <a:lnTo>
                      <a:pt x="15137" y="11922"/>
                    </a:lnTo>
                    <a:cubicBezTo>
                      <a:pt x="17519" y="6715"/>
                      <a:pt x="14429" y="3326"/>
                      <a:pt x="10240" y="3326"/>
                    </a:cubicBezTo>
                    <a:cubicBezTo>
                      <a:pt x="9314" y="3326"/>
                      <a:pt x="8335" y="3491"/>
                      <a:pt x="7349" y="3839"/>
                    </a:cubicBezTo>
                    <a:cubicBezTo>
                      <a:pt x="7319" y="1405"/>
                      <a:pt x="5564" y="1"/>
                      <a:pt x="366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924;p49">
                <a:extLst>
                  <a:ext uri="{FF2B5EF4-FFF2-40B4-BE49-F238E27FC236}">
                    <a16:creationId xmlns:a16="http://schemas.microsoft.com/office/drawing/2014/main" id="{22084FF2-9784-C069-F59E-3F9118A40A83}"/>
                  </a:ext>
                </a:extLst>
              </p:cNvPr>
              <p:cNvSpPr/>
              <p:nvPr/>
            </p:nvSpPr>
            <p:spPr>
              <a:xfrm>
                <a:off x="5297100" y="4255125"/>
                <a:ext cx="443575" cy="358975"/>
              </a:xfrm>
              <a:custGeom>
                <a:avLst/>
                <a:gdLst/>
                <a:ahLst/>
                <a:cxnLst/>
                <a:rect l="l" t="t" r="r" b="b"/>
                <a:pathLst>
                  <a:path w="17743" h="14359" extrusionOk="0">
                    <a:moveTo>
                      <a:pt x="11763" y="1"/>
                    </a:moveTo>
                    <a:cubicBezTo>
                      <a:pt x="8147" y="1"/>
                      <a:pt x="5818" y="3404"/>
                      <a:pt x="6648" y="7098"/>
                    </a:cubicBezTo>
                    <a:cubicBezTo>
                      <a:pt x="6128" y="6942"/>
                      <a:pt x="5631" y="6870"/>
                      <a:pt x="5165" y="6870"/>
                    </a:cubicBezTo>
                    <a:cubicBezTo>
                      <a:pt x="1731" y="6870"/>
                      <a:pt x="0" y="10807"/>
                      <a:pt x="2952" y="14171"/>
                    </a:cubicBezTo>
                    <a:cubicBezTo>
                      <a:pt x="3069" y="14303"/>
                      <a:pt x="3208" y="14359"/>
                      <a:pt x="3339" y="14359"/>
                    </a:cubicBezTo>
                    <a:cubicBezTo>
                      <a:pt x="3647" y="14359"/>
                      <a:pt x="3906" y="14049"/>
                      <a:pt x="3716" y="13703"/>
                    </a:cubicBezTo>
                    <a:cubicBezTo>
                      <a:pt x="3642" y="13530"/>
                      <a:pt x="1892" y="10696"/>
                      <a:pt x="3790" y="9193"/>
                    </a:cubicBezTo>
                    <a:cubicBezTo>
                      <a:pt x="4242" y="8860"/>
                      <a:pt x="4737" y="8713"/>
                      <a:pt x="5246" y="8713"/>
                    </a:cubicBezTo>
                    <a:cubicBezTo>
                      <a:pt x="6205" y="8713"/>
                      <a:pt x="7217" y="9233"/>
                      <a:pt x="8102" y="10006"/>
                    </a:cubicBezTo>
                    <a:cubicBezTo>
                      <a:pt x="8155" y="10024"/>
                      <a:pt x="8457" y="10303"/>
                      <a:pt x="8849" y="10303"/>
                    </a:cubicBezTo>
                    <a:cubicBezTo>
                      <a:pt x="9008" y="10303"/>
                      <a:pt x="9181" y="10257"/>
                      <a:pt x="9359" y="10129"/>
                    </a:cubicBezTo>
                    <a:cubicBezTo>
                      <a:pt x="9778" y="9809"/>
                      <a:pt x="9827" y="9193"/>
                      <a:pt x="9482" y="8798"/>
                    </a:cubicBezTo>
                    <a:cubicBezTo>
                      <a:pt x="7353" y="6128"/>
                      <a:pt x="8409" y="1575"/>
                      <a:pt x="12263" y="1575"/>
                    </a:cubicBezTo>
                    <a:cubicBezTo>
                      <a:pt x="13494" y="1575"/>
                      <a:pt x="15011" y="2040"/>
                      <a:pt x="16802" y="3180"/>
                    </a:cubicBezTo>
                    <a:cubicBezTo>
                      <a:pt x="16896" y="3250"/>
                      <a:pt x="16992" y="3280"/>
                      <a:pt x="17082" y="3280"/>
                    </a:cubicBezTo>
                    <a:cubicBezTo>
                      <a:pt x="17464" y="3280"/>
                      <a:pt x="17743" y="2739"/>
                      <a:pt x="17344" y="2440"/>
                    </a:cubicBezTo>
                    <a:cubicBezTo>
                      <a:pt x="16161" y="1381"/>
                      <a:pt x="14732" y="592"/>
                      <a:pt x="13204" y="173"/>
                    </a:cubicBezTo>
                    <a:cubicBezTo>
                      <a:pt x="12705" y="56"/>
                      <a:pt x="12223" y="1"/>
                      <a:pt x="117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925;p49">
                <a:extLst>
                  <a:ext uri="{FF2B5EF4-FFF2-40B4-BE49-F238E27FC236}">
                    <a16:creationId xmlns:a16="http://schemas.microsoft.com/office/drawing/2014/main" id="{0BC1E602-BE8E-453F-A855-4E857301D399}"/>
                  </a:ext>
                </a:extLst>
              </p:cNvPr>
              <p:cNvSpPr/>
              <p:nvPr/>
            </p:nvSpPr>
            <p:spPr>
              <a:xfrm>
                <a:off x="4258200" y="4035975"/>
                <a:ext cx="396425" cy="351375"/>
              </a:xfrm>
              <a:custGeom>
                <a:avLst/>
                <a:gdLst/>
                <a:ahLst/>
                <a:cxnLst/>
                <a:rect l="l" t="t" r="r" b="b"/>
                <a:pathLst>
                  <a:path w="15857" h="14055" extrusionOk="0">
                    <a:moveTo>
                      <a:pt x="10052" y="1"/>
                    </a:moveTo>
                    <a:cubicBezTo>
                      <a:pt x="9823" y="1"/>
                      <a:pt x="9593" y="15"/>
                      <a:pt x="9365" y="42"/>
                    </a:cubicBezTo>
                    <a:cubicBezTo>
                      <a:pt x="8527" y="166"/>
                      <a:pt x="7714" y="511"/>
                      <a:pt x="7048" y="1053"/>
                    </a:cubicBezTo>
                    <a:cubicBezTo>
                      <a:pt x="6408" y="1570"/>
                      <a:pt x="5890" y="2236"/>
                      <a:pt x="5545" y="2975"/>
                    </a:cubicBezTo>
                    <a:cubicBezTo>
                      <a:pt x="5175" y="3690"/>
                      <a:pt x="4929" y="4429"/>
                      <a:pt x="4806" y="5218"/>
                    </a:cubicBezTo>
                    <a:cubicBezTo>
                      <a:pt x="4683" y="5957"/>
                      <a:pt x="4658" y="6721"/>
                      <a:pt x="4732" y="7460"/>
                    </a:cubicBezTo>
                    <a:cubicBezTo>
                      <a:pt x="4584" y="7436"/>
                      <a:pt x="4436" y="7411"/>
                      <a:pt x="4264" y="7386"/>
                    </a:cubicBezTo>
                    <a:cubicBezTo>
                      <a:pt x="4083" y="7358"/>
                      <a:pt x="3902" y="7345"/>
                      <a:pt x="3722" y="7345"/>
                    </a:cubicBezTo>
                    <a:cubicBezTo>
                      <a:pt x="2794" y="7345"/>
                      <a:pt x="1885" y="7708"/>
                      <a:pt x="1183" y="8348"/>
                    </a:cubicBezTo>
                    <a:cubicBezTo>
                      <a:pt x="394" y="9087"/>
                      <a:pt x="0" y="10147"/>
                      <a:pt x="49" y="11231"/>
                    </a:cubicBezTo>
                    <a:cubicBezTo>
                      <a:pt x="99" y="12192"/>
                      <a:pt x="444" y="13129"/>
                      <a:pt x="1060" y="13868"/>
                    </a:cubicBezTo>
                    <a:cubicBezTo>
                      <a:pt x="1176" y="13998"/>
                      <a:pt x="1318" y="14054"/>
                      <a:pt x="1455" y="14054"/>
                    </a:cubicBezTo>
                    <a:cubicBezTo>
                      <a:pt x="1783" y="14054"/>
                      <a:pt x="2086" y="13733"/>
                      <a:pt x="1947" y="13350"/>
                    </a:cubicBezTo>
                    <a:cubicBezTo>
                      <a:pt x="1651" y="12685"/>
                      <a:pt x="1528" y="11970"/>
                      <a:pt x="1602" y="11280"/>
                    </a:cubicBezTo>
                    <a:cubicBezTo>
                      <a:pt x="1676" y="10689"/>
                      <a:pt x="1972" y="10122"/>
                      <a:pt x="2440" y="9752"/>
                    </a:cubicBezTo>
                    <a:cubicBezTo>
                      <a:pt x="2770" y="9514"/>
                      <a:pt x="3168" y="9385"/>
                      <a:pt x="3573" y="9385"/>
                    </a:cubicBezTo>
                    <a:cubicBezTo>
                      <a:pt x="3713" y="9385"/>
                      <a:pt x="3853" y="9400"/>
                      <a:pt x="3993" y="9432"/>
                    </a:cubicBezTo>
                    <a:cubicBezTo>
                      <a:pt x="4633" y="9555"/>
                      <a:pt x="5225" y="9851"/>
                      <a:pt x="5742" y="10270"/>
                    </a:cubicBezTo>
                    <a:cubicBezTo>
                      <a:pt x="5948" y="10426"/>
                      <a:pt x="6171" y="10493"/>
                      <a:pt x="6385" y="10493"/>
                    </a:cubicBezTo>
                    <a:cubicBezTo>
                      <a:pt x="7120" y="10493"/>
                      <a:pt x="7764" y="9697"/>
                      <a:pt x="7344" y="8914"/>
                    </a:cubicBezTo>
                    <a:cubicBezTo>
                      <a:pt x="6851" y="7855"/>
                      <a:pt x="6679" y="6696"/>
                      <a:pt x="6876" y="5563"/>
                    </a:cubicBezTo>
                    <a:cubicBezTo>
                      <a:pt x="6999" y="4404"/>
                      <a:pt x="7492" y="3345"/>
                      <a:pt x="8305" y="2531"/>
                    </a:cubicBezTo>
                    <a:cubicBezTo>
                      <a:pt x="8861" y="1994"/>
                      <a:pt x="9598" y="1730"/>
                      <a:pt x="10414" y="1730"/>
                    </a:cubicBezTo>
                    <a:cubicBezTo>
                      <a:pt x="10721" y="1730"/>
                      <a:pt x="11038" y="1767"/>
                      <a:pt x="11361" y="1841"/>
                    </a:cubicBezTo>
                    <a:cubicBezTo>
                      <a:pt x="12519" y="2113"/>
                      <a:pt x="13702" y="2778"/>
                      <a:pt x="14787" y="3493"/>
                    </a:cubicBezTo>
                    <a:cubicBezTo>
                      <a:pt x="14894" y="3562"/>
                      <a:pt x="15002" y="3593"/>
                      <a:pt x="15103" y="3593"/>
                    </a:cubicBezTo>
                    <a:cubicBezTo>
                      <a:pt x="15539" y="3593"/>
                      <a:pt x="15857" y="3035"/>
                      <a:pt x="15477" y="2655"/>
                    </a:cubicBezTo>
                    <a:cubicBezTo>
                      <a:pt x="14417" y="1620"/>
                      <a:pt x="13160" y="806"/>
                      <a:pt x="11780" y="289"/>
                    </a:cubicBezTo>
                    <a:cubicBezTo>
                      <a:pt x="11230" y="94"/>
                      <a:pt x="10642" y="1"/>
                      <a:pt x="1005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926;p49">
                <a:extLst>
                  <a:ext uri="{FF2B5EF4-FFF2-40B4-BE49-F238E27FC236}">
                    <a16:creationId xmlns:a16="http://schemas.microsoft.com/office/drawing/2014/main" id="{CF0466CF-843E-B778-148B-5657E06BBCBE}"/>
                  </a:ext>
                </a:extLst>
              </p:cNvPr>
              <p:cNvSpPr/>
              <p:nvPr/>
            </p:nvSpPr>
            <p:spPr>
              <a:xfrm>
                <a:off x="5796600" y="5158950"/>
                <a:ext cx="14825" cy="16650"/>
              </a:xfrm>
              <a:custGeom>
                <a:avLst/>
                <a:gdLst/>
                <a:ahLst/>
                <a:cxnLst/>
                <a:rect l="l" t="t" r="r" b="b"/>
                <a:pathLst>
                  <a:path w="593" h="666" extrusionOk="0">
                    <a:moveTo>
                      <a:pt x="592" y="1"/>
                    </a:moveTo>
                    <a:cubicBezTo>
                      <a:pt x="444" y="75"/>
                      <a:pt x="346" y="173"/>
                      <a:pt x="247" y="272"/>
                    </a:cubicBezTo>
                    <a:cubicBezTo>
                      <a:pt x="149" y="395"/>
                      <a:pt x="50" y="518"/>
                      <a:pt x="1" y="666"/>
                    </a:cubicBezTo>
                    <a:lnTo>
                      <a:pt x="173" y="469"/>
                    </a:lnTo>
                    <a:cubicBezTo>
                      <a:pt x="247" y="370"/>
                      <a:pt x="321" y="296"/>
                      <a:pt x="395" y="222"/>
                    </a:cubicBezTo>
                    <a:lnTo>
                      <a:pt x="5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927;p49">
                <a:extLst>
                  <a:ext uri="{FF2B5EF4-FFF2-40B4-BE49-F238E27FC236}">
                    <a16:creationId xmlns:a16="http://schemas.microsoft.com/office/drawing/2014/main" id="{296CFA41-958E-AEE0-9F73-5A9B18604526}"/>
                  </a:ext>
                </a:extLst>
              </p:cNvPr>
              <p:cNvSpPr/>
              <p:nvPr/>
            </p:nvSpPr>
            <p:spPr>
              <a:xfrm>
                <a:off x="5974675" y="4131275"/>
                <a:ext cx="38825" cy="37175"/>
              </a:xfrm>
              <a:custGeom>
                <a:avLst/>
                <a:gdLst/>
                <a:ahLst/>
                <a:cxnLst/>
                <a:rect l="l" t="t" r="r" b="b"/>
                <a:pathLst>
                  <a:path w="1553" h="1487" extrusionOk="0">
                    <a:moveTo>
                      <a:pt x="1553" y="1"/>
                    </a:moveTo>
                    <a:lnTo>
                      <a:pt x="0" y="1258"/>
                    </a:lnTo>
                    <a:cubicBezTo>
                      <a:pt x="119" y="1412"/>
                      <a:pt x="288" y="1486"/>
                      <a:pt x="455" y="1486"/>
                    </a:cubicBezTo>
                    <a:cubicBezTo>
                      <a:pt x="634" y="1486"/>
                      <a:pt x="810" y="1400"/>
                      <a:pt x="912" y="1233"/>
                    </a:cubicBezTo>
                    <a:cubicBezTo>
                      <a:pt x="1134" y="814"/>
                      <a:pt x="1355" y="420"/>
                      <a:pt x="1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928;p49">
                <a:extLst>
                  <a:ext uri="{FF2B5EF4-FFF2-40B4-BE49-F238E27FC236}">
                    <a16:creationId xmlns:a16="http://schemas.microsoft.com/office/drawing/2014/main" id="{940161C4-0713-09E1-3EFA-5CBD3C059E35}"/>
                  </a:ext>
                </a:extLst>
              </p:cNvPr>
              <p:cNvSpPr/>
              <p:nvPr/>
            </p:nvSpPr>
            <p:spPr>
              <a:xfrm>
                <a:off x="3779475" y="3269550"/>
                <a:ext cx="2916675" cy="2194400"/>
              </a:xfrm>
              <a:custGeom>
                <a:avLst/>
                <a:gdLst/>
                <a:ahLst/>
                <a:cxnLst/>
                <a:rect l="l" t="t" r="r" b="b"/>
                <a:pathLst>
                  <a:path w="116667" h="87776" extrusionOk="0">
                    <a:moveTo>
                      <a:pt x="99070" y="53520"/>
                    </a:moveTo>
                    <a:cubicBezTo>
                      <a:pt x="99933" y="54284"/>
                      <a:pt x="100475" y="55319"/>
                      <a:pt x="100623" y="56453"/>
                    </a:cubicBezTo>
                    <a:cubicBezTo>
                      <a:pt x="100697" y="57438"/>
                      <a:pt x="100253" y="58128"/>
                      <a:pt x="99440" y="58326"/>
                    </a:cubicBezTo>
                    <a:cubicBezTo>
                      <a:pt x="99342" y="58350"/>
                      <a:pt x="99218" y="58375"/>
                      <a:pt x="99120" y="58375"/>
                    </a:cubicBezTo>
                    <a:cubicBezTo>
                      <a:pt x="99040" y="58382"/>
                      <a:pt x="98963" y="58385"/>
                      <a:pt x="98887" y="58385"/>
                    </a:cubicBezTo>
                    <a:cubicBezTo>
                      <a:pt x="98702" y="58385"/>
                      <a:pt x="98523" y="58368"/>
                      <a:pt x="98331" y="58350"/>
                    </a:cubicBezTo>
                    <a:lnTo>
                      <a:pt x="98085" y="58350"/>
                    </a:lnTo>
                    <a:cubicBezTo>
                      <a:pt x="98025" y="58344"/>
                      <a:pt x="97968" y="58341"/>
                      <a:pt x="97911" y="58341"/>
                    </a:cubicBezTo>
                    <a:cubicBezTo>
                      <a:pt x="97757" y="58341"/>
                      <a:pt x="97613" y="58363"/>
                      <a:pt x="97469" y="58400"/>
                    </a:cubicBezTo>
                    <a:cubicBezTo>
                      <a:pt x="97370" y="58424"/>
                      <a:pt x="97271" y="58449"/>
                      <a:pt x="97173" y="58498"/>
                    </a:cubicBezTo>
                    <a:cubicBezTo>
                      <a:pt x="98011" y="56921"/>
                      <a:pt x="98652" y="55245"/>
                      <a:pt x="99070" y="53520"/>
                    </a:cubicBezTo>
                    <a:close/>
                    <a:moveTo>
                      <a:pt x="81277" y="75577"/>
                    </a:moveTo>
                    <a:lnTo>
                      <a:pt x="81080" y="75798"/>
                    </a:lnTo>
                    <a:lnTo>
                      <a:pt x="80858" y="76020"/>
                    </a:lnTo>
                    <a:lnTo>
                      <a:pt x="80686" y="76242"/>
                    </a:lnTo>
                    <a:cubicBezTo>
                      <a:pt x="80735" y="76094"/>
                      <a:pt x="80834" y="75971"/>
                      <a:pt x="80932" y="75848"/>
                    </a:cubicBezTo>
                    <a:cubicBezTo>
                      <a:pt x="81031" y="75749"/>
                      <a:pt x="81129" y="75651"/>
                      <a:pt x="81277" y="75577"/>
                    </a:cubicBezTo>
                    <a:close/>
                    <a:moveTo>
                      <a:pt x="96483" y="59681"/>
                    </a:moveTo>
                    <a:cubicBezTo>
                      <a:pt x="96532" y="60470"/>
                      <a:pt x="96877" y="61209"/>
                      <a:pt x="97469" y="61727"/>
                    </a:cubicBezTo>
                    <a:cubicBezTo>
                      <a:pt x="98972" y="63008"/>
                      <a:pt x="100475" y="64339"/>
                      <a:pt x="101929" y="65620"/>
                    </a:cubicBezTo>
                    <a:lnTo>
                      <a:pt x="102348" y="65990"/>
                    </a:lnTo>
                    <a:cubicBezTo>
                      <a:pt x="102792" y="66384"/>
                      <a:pt x="102841" y="66532"/>
                      <a:pt x="102841" y="66532"/>
                    </a:cubicBezTo>
                    <a:cubicBezTo>
                      <a:pt x="102841" y="66557"/>
                      <a:pt x="102816" y="66705"/>
                      <a:pt x="102397" y="67148"/>
                    </a:cubicBezTo>
                    <a:lnTo>
                      <a:pt x="100796" y="68972"/>
                    </a:lnTo>
                    <a:lnTo>
                      <a:pt x="100253" y="69563"/>
                    </a:lnTo>
                    <a:lnTo>
                      <a:pt x="99785" y="70106"/>
                    </a:lnTo>
                    <a:lnTo>
                      <a:pt x="99760" y="70130"/>
                    </a:lnTo>
                    <a:cubicBezTo>
                      <a:pt x="97592" y="72545"/>
                      <a:pt x="97370" y="72792"/>
                      <a:pt x="97395" y="73802"/>
                    </a:cubicBezTo>
                    <a:cubicBezTo>
                      <a:pt x="97395" y="74197"/>
                      <a:pt x="97543" y="74591"/>
                      <a:pt x="97838" y="74887"/>
                    </a:cubicBezTo>
                    <a:cubicBezTo>
                      <a:pt x="98076" y="75085"/>
                      <a:pt x="98379" y="75204"/>
                      <a:pt x="98706" y="75204"/>
                    </a:cubicBezTo>
                    <a:cubicBezTo>
                      <a:pt x="98785" y="75204"/>
                      <a:pt x="98866" y="75197"/>
                      <a:pt x="98947" y="75182"/>
                    </a:cubicBezTo>
                    <a:cubicBezTo>
                      <a:pt x="99120" y="75158"/>
                      <a:pt x="99268" y="75133"/>
                      <a:pt x="99440" y="75108"/>
                    </a:cubicBezTo>
                    <a:lnTo>
                      <a:pt x="99465" y="75108"/>
                    </a:lnTo>
                    <a:cubicBezTo>
                      <a:pt x="99588" y="75084"/>
                      <a:pt x="99711" y="75059"/>
                      <a:pt x="99810" y="75034"/>
                    </a:cubicBezTo>
                    <a:cubicBezTo>
                      <a:pt x="99936" y="75015"/>
                      <a:pt x="100081" y="75001"/>
                      <a:pt x="100234" y="75001"/>
                    </a:cubicBezTo>
                    <a:cubicBezTo>
                      <a:pt x="100856" y="75001"/>
                      <a:pt x="101618" y="75228"/>
                      <a:pt x="101855" y="76217"/>
                    </a:cubicBezTo>
                    <a:cubicBezTo>
                      <a:pt x="102274" y="77893"/>
                      <a:pt x="100943" y="80579"/>
                      <a:pt x="98652" y="81393"/>
                    </a:cubicBezTo>
                    <a:cubicBezTo>
                      <a:pt x="98479" y="81442"/>
                      <a:pt x="98306" y="81516"/>
                      <a:pt x="98134" y="81540"/>
                    </a:cubicBezTo>
                    <a:cubicBezTo>
                      <a:pt x="97845" y="81613"/>
                      <a:pt x="97590" y="81643"/>
                      <a:pt x="97366" y="81643"/>
                    </a:cubicBezTo>
                    <a:cubicBezTo>
                      <a:pt x="96825" y="81643"/>
                      <a:pt x="96463" y="81468"/>
                      <a:pt x="96236" y="81294"/>
                    </a:cubicBezTo>
                    <a:cubicBezTo>
                      <a:pt x="95867" y="80974"/>
                      <a:pt x="95645" y="80505"/>
                      <a:pt x="95670" y="80013"/>
                    </a:cubicBezTo>
                    <a:cubicBezTo>
                      <a:pt x="95670" y="79815"/>
                      <a:pt x="95670" y="79643"/>
                      <a:pt x="95694" y="79446"/>
                    </a:cubicBezTo>
                    <a:cubicBezTo>
                      <a:pt x="95719" y="79249"/>
                      <a:pt x="95694" y="79125"/>
                      <a:pt x="95694" y="78977"/>
                    </a:cubicBezTo>
                    <a:cubicBezTo>
                      <a:pt x="95743" y="78534"/>
                      <a:pt x="95571" y="78090"/>
                      <a:pt x="95226" y="77795"/>
                    </a:cubicBezTo>
                    <a:cubicBezTo>
                      <a:pt x="94980" y="77597"/>
                      <a:pt x="94667" y="77499"/>
                      <a:pt x="94355" y="77499"/>
                    </a:cubicBezTo>
                    <a:cubicBezTo>
                      <a:pt x="94199" y="77499"/>
                      <a:pt x="94043" y="77523"/>
                      <a:pt x="93895" y="77573"/>
                    </a:cubicBezTo>
                    <a:cubicBezTo>
                      <a:pt x="93353" y="77696"/>
                      <a:pt x="92885" y="77992"/>
                      <a:pt x="92515" y="78411"/>
                    </a:cubicBezTo>
                    <a:lnTo>
                      <a:pt x="90470" y="80777"/>
                    </a:lnTo>
                    <a:lnTo>
                      <a:pt x="90346" y="80924"/>
                    </a:lnTo>
                    <a:cubicBezTo>
                      <a:pt x="88572" y="82994"/>
                      <a:pt x="87882" y="83783"/>
                      <a:pt x="87611" y="83857"/>
                    </a:cubicBezTo>
                    <a:cubicBezTo>
                      <a:pt x="87562" y="83857"/>
                      <a:pt x="87537" y="83857"/>
                      <a:pt x="87364" y="83709"/>
                    </a:cubicBezTo>
                    <a:lnTo>
                      <a:pt x="87291" y="83635"/>
                    </a:lnTo>
                    <a:lnTo>
                      <a:pt x="85442" y="82033"/>
                    </a:lnTo>
                    <a:lnTo>
                      <a:pt x="84481" y="81195"/>
                    </a:lnTo>
                    <a:lnTo>
                      <a:pt x="83840" y="80629"/>
                    </a:lnTo>
                    <a:lnTo>
                      <a:pt x="83126" y="80013"/>
                    </a:lnTo>
                    <a:lnTo>
                      <a:pt x="82362" y="79347"/>
                    </a:lnTo>
                    <a:lnTo>
                      <a:pt x="82066" y="79051"/>
                    </a:lnTo>
                    <a:cubicBezTo>
                      <a:pt x="81499" y="78608"/>
                      <a:pt x="81179" y="77918"/>
                      <a:pt x="81179" y="77203"/>
                    </a:cubicBezTo>
                    <a:cubicBezTo>
                      <a:pt x="81154" y="76217"/>
                      <a:pt x="81746" y="76069"/>
                      <a:pt x="81943" y="76045"/>
                    </a:cubicBezTo>
                    <a:cubicBezTo>
                      <a:pt x="82165" y="75996"/>
                      <a:pt x="82362" y="75971"/>
                      <a:pt x="82559" y="75971"/>
                    </a:cubicBezTo>
                    <a:cubicBezTo>
                      <a:pt x="82731" y="75971"/>
                      <a:pt x="82879" y="75971"/>
                      <a:pt x="83027" y="75996"/>
                    </a:cubicBezTo>
                    <a:lnTo>
                      <a:pt x="83372" y="75996"/>
                    </a:lnTo>
                    <a:cubicBezTo>
                      <a:pt x="83594" y="75996"/>
                      <a:pt x="83791" y="75971"/>
                      <a:pt x="83988" y="75922"/>
                    </a:cubicBezTo>
                    <a:cubicBezTo>
                      <a:pt x="84580" y="75798"/>
                      <a:pt x="85048" y="75404"/>
                      <a:pt x="85220" y="74837"/>
                    </a:cubicBezTo>
                    <a:cubicBezTo>
                      <a:pt x="85541" y="73975"/>
                      <a:pt x="85220" y="72767"/>
                      <a:pt x="84432" y="71757"/>
                    </a:cubicBezTo>
                    <a:cubicBezTo>
                      <a:pt x="83202" y="70199"/>
                      <a:pt x="81682" y="69562"/>
                      <a:pt x="80510" y="69562"/>
                    </a:cubicBezTo>
                    <a:cubicBezTo>
                      <a:pt x="80274" y="69562"/>
                      <a:pt x="80051" y="69588"/>
                      <a:pt x="79848" y="69637"/>
                    </a:cubicBezTo>
                    <a:cubicBezTo>
                      <a:pt x="78911" y="69859"/>
                      <a:pt x="78394" y="70549"/>
                      <a:pt x="78517" y="71436"/>
                    </a:cubicBezTo>
                    <a:cubicBezTo>
                      <a:pt x="78517" y="71584"/>
                      <a:pt x="78542" y="71732"/>
                      <a:pt x="78566" y="71880"/>
                    </a:cubicBezTo>
                    <a:lnTo>
                      <a:pt x="78566" y="71929"/>
                    </a:lnTo>
                    <a:cubicBezTo>
                      <a:pt x="78788" y="73161"/>
                      <a:pt x="78739" y="73827"/>
                      <a:pt x="77901" y="74024"/>
                    </a:cubicBezTo>
                    <a:cubicBezTo>
                      <a:pt x="77802" y="74049"/>
                      <a:pt x="77729" y="74049"/>
                      <a:pt x="77630" y="74073"/>
                    </a:cubicBezTo>
                    <a:cubicBezTo>
                      <a:pt x="77475" y="74089"/>
                      <a:pt x="77336" y="74099"/>
                      <a:pt x="77205" y="74099"/>
                    </a:cubicBezTo>
                    <a:cubicBezTo>
                      <a:pt x="76314" y="74099"/>
                      <a:pt x="75794" y="73630"/>
                      <a:pt x="73194" y="71288"/>
                    </a:cubicBezTo>
                    <a:lnTo>
                      <a:pt x="73169" y="71264"/>
                    </a:lnTo>
                    <a:cubicBezTo>
                      <a:pt x="72479" y="70648"/>
                      <a:pt x="71617" y="69884"/>
                      <a:pt x="70606" y="68997"/>
                    </a:cubicBezTo>
                    <a:cubicBezTo>
                      <a:pt x="70532" y="68923"/>
                      <a:pt x="70483" y="68873"/>
                      <a:pt x="70409" y="68824"/>
                    </a:cubicBezTo>
                    <a:cubicBezTo>
                      <a:pt x="70286" y="68750"/>
                      <a:pt x="70237" y="68701"/>
                      <a:pt x="70237" y="68652"/>
                    </a:cubicBezTo>
                    <a:cubicBezTo>
                      <a:pt x="70212" y="68454"/>
                      <a:pt x="70804" y="67814"/>
                      <a:pt x="72085" y="66360"/>
                    </a:cubicBezTo>
                    <a:cubicBezTo>
                      <a:pt x="72775" y="65571"/>
                      <a:pt x="73736" y="64511"/>
                      <a:pt x="74993" y="63057"/>
                    </a:cubicBezTo>
                    <a:cubicBezTo>
                      <a:pt x="75338" y="62663"/>
                      <a:pt x="75806" y="62392"/>
                      <a:pt x="76324" y="62269"/>
                    </a:cubicBezTo>
                    <a:cubicBezTo>
                      <a:pt x="76478" y="62217"/>
                      <a:pt x="76637" y="62193"/>
                      <a:pt x="76797" y="62193"/>
                    </a:cubicBezTo>
                    <a:cubicBezTo>
                      <a:pt x="77097" y="62193"/>
                      <a:pt x="77397" y="62280"/>
                      <a:pt x="77655" y="62441"/>
                    </a:cubicBezTo>
                    <a:cubicBezTo>
                      <a:pt x="77926" y="62663"/>
                      <a:pt x="78074" y="62983"/>
                      <a:pt x="78074" y="63328"/>
                    </a:cubicBezTo>
                    <a:cubicBezTo>
                      <a:pt x="78098" y="63624"/>
                      <a:pt x="78098" y="63944"/>
                      <a:pt x="78074" y="64240"/>
                    </a:cubicBezTo>
                    <a:lnTo>
                      <a:pt x="78074" y="64585"/>
                    </a:lnTo>
                    <a:cubicBezTo>
                      <a:pt x="78024" y="65103"/>
                      <a:pt x="78221" y="65620"/>
                      <a:pt x="78616" y="65941"/>
                    </a:cubicBezTo>
                    <a:cubicBezTo>
                      <a:pt x="78953" y="66211"/>
                      <a:pt x="79418" y="66354"/>
                      <a:pt x="79946" y="66354"/>
                    </a:cubicBezTo>
                    <a:cubicBezTo>
                      <a:pt x="80189" y="66354"/>
                      <a:pt x="80446" y="66323"/>
                      <a:pt x="80710" y="66261"/>
                    </a:cubicBezTo>
                    <a:cubicBezTo>
                      <a:pt x="81351" y="66089"/>
                      <a:pt x="81943" y="65793"/>
                      <a:pt x="82436" y="65349"/>
                    </a:cubicBezTo>
                    <a:cubicBezTo>
                      <a:pt x="83594" y="64339"/>
                      <a:pt x="84210" y="63254"/>
                      <a:pt x="84432" y="62318"/>
                    </a:cubicBezTo>
                    <a:cubicBezTo>
                      <a:pt x="84752" y="62145"/>
                      <a:pt x="85073" y="61973"/>
                      <a:pt x="85368" y="61751"/>
                    </a:cubicBezTo>
                    <a:cubicBezTo>
                      <a:pt x="85442" y="61702"/>
                      <a:pt x="85541" y="61653"/>
                      <a:pt x="85615" y="61603"/>
                    </a:cubicBezTo>
                    <a:lnTo>
                      <a:pt x="85615" y="61603"/>
                    </a:lnTo>
                    <a:cubicBezTo>
                      <a:pt x="85516" y="63772"/>
                      <a:pt x="86403" y="64733"/>
                      <a:pt x="87167" y="65152"/>
                    </a:cubicBezTo>
                    <a:cubicBezTo>
                      <a:pt x="87607" y="65392"/>
                      <a:pt x="88125" y="65507"/>
                      <a:pt x="88688" y="65507"/>
                    </a:cubicBezTo>
                    <a:cubicBezTo>
                      <a:pt x="89859" y="65507"/>
                      <a:pt x="91225" y="65008"/>
                      <a:pt x="92490" y="64092"/>
                    </a:cubicBezTo>
                    <a:cubicBezTo>
                      <a:pt x="93205" y="63550"/>
                      <a:pt x="93846" y="62959"/>
                      <a:pt x="94462" y="62318"/>
                    </a:cubicBezTo>
                    <a:cubicBezTo>
                      <a:pt x="95226" y="61505"/>
                      <a:pt x="95916" y="60618"/>
                      <a:pt x="96483" y="59681"/>
                    </a:cubicBezTo>
                    <a:close/>
                    <a:moveTo>
                      <a:pt x="63329" y="1273"/>
                    </a:moveTo>
                    <a:cubicBezTo>
                      <a:pt x="64564" y="1273"/>
                      <a:pt x="65806" y="1468"/>
                      <a:pt x="67008" y="1866"/>
                    </a:cubicBezTo>
                    <a:cubicBezTo>
                      <a:pt x="70557" y="2975"/>
                      <a:pt x="73169" y="5513"/>
                      <a:pt x="74204" y="8815"/>
                    </a:cubicBezTo>
                    <a:cubicBezTo>
                      <a:pt x="74278" y="9037"/>
                      <a:pt x="74328" y="9284"/>
                      <a:pt x="74402" y="9530"/>
                    </a:cubicBezTo>
                    <a:cubicBezTo>
                      <a:pt x="74426" y="9653"/>
                      <a:pt x="74451" y="9776"/>
                      <a:pt x="74500" y="9924"/>
                    </a:cubicBezTo>
                    <a:cubicBezTo>
                      <a:pt x="74549" y="10220"/>
                      <a:pt x="74771" y="10491"/>
                      <a:pt x="75067" y="10590"/>
                    </a:cubicBezTo>
                    <a:cubicBezTo>
                      <a:pt x="75150" y="10614"/>
                      <a:pt x="75228" y="10626"/>
                      <a:pt x="75304" y="10626"/>
                    </a:cubicBezTo>
                    <a:cubicBezTo>
                      <a:pt x="75681" y="10626"/>
                      <a:pt x="75996" y="10339"/>
                      <a:pt x="76447" y="9949"/>
                    </a:cubicBezTo>
                    <a:cubicBezTo>
                      <a:pt x="77655" y="8815"/>
                      <a:pt x="79109" y="7953"/>
                      <a:pt x="80661" y="7411"/>
                    </a:cubicBezTo>
                    <a:cubicBezTo>
                      <a:pt x="82148" y="6893"/>
                      <a:pt x="83666" y="6640"/>
                      <a:pt x="85159" y="6640"/>
                    </a:cubicBezTo>
                    <a:cubicBezTo>
                      <a:pt x="88566" y="6640"/>
                      <a:pt x="91839" y="7957"/>
                      <a:pt x="94289" y="10442"/>
                    </a:cubicBezTo>
                    <a:cubicBezTo>
                      <a:pt x="97567" y="13744"/>
                      <a:pt x="98652" y="18205"/>
                      <a:pt x="97148" y="22419"/>
                    </a:cubicBezTo>
                    <a:cubicBezTo>
                      <a:pt x="97099" y="22542"/>
                      <a:pt x="97050" y="22665"/>
                      <a:pt x="97025" y="22764"/>
                    </a:cubicBezTo>
                    <a:cubicBezTo>
                      <a:pt x="96828" y="23281"/>
                      <a:pt x="96655" y="23700"/>
                      <a:pt x="96951" y="24095"/>
                    </a:cubicBezTo>
                    <a:cubicBezTo>
                      <a:pt x="97140" y="24305"/>
                      <a:pt x="97402" y="24426"/>
                      <a:pt x="97689" y="24426"/>
                    </a:cubicBezTo>
                    <a:cubicBezTo>
                      <a:pt x="97738" y="24426"/>
                      <a:pt x="97788" y="24422"/>
                      <a:pt x="97838" y="24415"/>
                    </a:cubicBezTo>
                    <a:cubicBezTo>
                      <a:pt x="98035" y="24390"/>
                      <a:pt x="98282" y="24341"/>
                      <a:pt x="98578" y="24267"/>
                    </a:cubicBezTo>
                    <a:cubicBezTo>
                      <a:pt x="99264" y="24141"/>
                      <a:pt x="100267" y="23941"/>
                      <a:pt x="101493" y="23941"/>
                    </a:cubicBezTo>
                    <a:cubicBezTo>
                      <a:pt x="103126" y="23941"/>
                      <a:pt x="105154" y="24295"/>
                      <a:pt x="107351" y="25647"/>
                    </a:cubicBezTo>
                    <a:cubicBezTo>
                      <a:pt x="110727" y="27717"/>
                      <a:pt x="112822" y="31365"/>
                      <a:pt x="112896" y="35333"/>
                    </a:cubicBezTo>
                    <a:cubicBezTo>
                      <a:pt x="113044" y="39522"/>
                      <a:pt x="111097" y="43564"/>
                      <a:pt x="107844" y="45880"/>
                    </a:cubicBezTo>
                    <a:lnTo>
                      <a:pt x="107795" y="45930"/>
                    </a:lnTo>
                    <a:cubicBezTo>
                      <a:pt x="107425" y="46176"/>
                      <a:pt x="107104" y="46398"/>
                      <a:pt x="107104" y="46841"/>
                    </a:cubicBezTo>
                    <a:cubicBezTo>
                      <a:pt x="107104" y="47162"/>
                      <a:pt x="107277" y="47457"/>
                      <a:pt x="107523" y="47605"/>
                    </a:cubicBezTo>
                    <a:cubicBezTo>
                      <a:pt x="107622" y="47704"/>
                      <a:pt x="107745" y="47778"/>
                      <a:pt x="107868" y="47876"/>
                    </a:cubicBezTo>
                    <a:cubicBezTo>
                      <a:pt x="109470" y="48961"/>
                      <a:pt x="110727" y="50464"/>
                      <a:pt x="111516" y="52238"/>
                    </a:cubicBezTo>
                    <a:cubicBezTo>
                      <a:pt x="113438" y="56206"/>
                      <a:pt x="112945" y="60913"/>
                      <a:pt x="110259" y="64388"/>
                    </a:cubicBezTo>
                    <a:cubicBezTo>
                      <a:pt x="108386" y="66877"/>
                      <a:pt x="105601" y="68504"/>
                      <a:pt x="102496" y="68898"/>
                    </a:cubicBezTo>
                    <a:lnTo>
                      <a:pt x="103309" y="67986"/>
                    </a:lnTo>
                    <a:cubicBezTo>
                      <a:pt x="104344" y="66803"/>
                      <a:pt x="104320" y="66089"/>
                      <a:pt x="103137" y="65053"/>
                    </a:cubicBezTo>
                    <a:lnTo>
                      <a:pt x="102742" y="64708"/>
                    </a:lnTo>
                    <a:cubicBezTo>
                      <a:pt x="101264" y="63402"/>
                      <a:pt x="99760" y="62072"/>
                      <a:pt x="98282" y="60790"/>
                    </a:cubicBezTo>
                    <a:cubicBezTo>
                      <a:pt x="97912" y="60494"/>
                      <a:pt x="97715" y="60051"/>
                      <a:pt x="97715" y="59607"/>
                    </a:cubicBezTo>
                    <a:lnTo>
                      <a:pt x="97740" y="59607"/>
                    </a:lnTo>
                    <a:cubicBezTo>
                      <a:pt x="97838" y="59582"/>
                      <a:pt x="97912" y="59582"/>
                      <a:pt x="98011" y="59582"/>
                    </a:cubicBezTo>
                    <a:lnTo>
                      <a:pt x="98257" y="59582"/>
                    </a:lnTo>
                    <a:cubicBezTo>
                      <a:pt x="98405" y="59595"/>
                      <a:pt x="98559" y="59601"/>
                      <a:pt x="98716" y="59601"/>
                    </a:cubicBezTo>
                    <a:cubicBezTo>
                      <a:pt x="98873" y="59601"/>
                      <a:pt x="99033" y="59595"/>
                      <a:pt x="99194" y="59582"/>
                    </a:cubicBezTo>
                    <a:cubicBezTo>
                      <a:pt x="99366" y="59582"/>
                      <a:pt x="99539" y="59533"/>
                      <a:pt x="99711" y="59509"/>
                    </a:cubicBezTo>
                    <a:cubicBezTo>
                      <a:pt x="101116" y="59164"/>
                      <a:pt x="101954" y="57907"/>
                      <a:pt x="101831" y="56329"/>
                    </a:cubicBezTo>
                    <a:cubicBezTo>
                      <a:pt x="101707" y="54851"/>
                      <a:pt x="100820" y="53249"/>
                      <a:pt x="99366" y="52165"/>
                    </a:cubicBezTo>
                    <a:cubicBezTo>
                      <a:pt x="99687" y="50513"/>
                      <a:pt x="99859" y="48838"/>
                      <a:pt x="99859" y="47137"/>
                    </a:cubicBezTo>
                    <a:cubicBezTo>
                      <a:pt x="99908" y="40877"/>
                      <a:pt x="97715" y="35283"/>
                      <a:pt x="94142" y="32548"/>
                    </a:cubicBezTo>
                    <a:cubicBezTo>
                      <a:pt x="94092" y="32523"/>
                      <a:pt x="94043" y="32474"/>
                      <a:pt x="93994" y="32425"/>
                    </a:cubicBezTo>
                    <a:cubicBezTo>
                      <a:pt x="93478" y="32003"/>
                      <a:pt x="92896" y="31558"/>
                      <a:pt x="92479" y="31558"/>
                    </a:cubicBezTo>
                    <a:cubicBezTo>
                      <a:pt x="92458" y="31558"/>
                      <a:pt x="92437" y="31560"/>
                      <a:pt x="92417" y="31562"/>
                    </a:cubicBezTo>
                    <a:cubicBezTo>
                      <a:pt x="92293" y="31587"/>
                      <a:pt x="92170" y="31636"/>
                      <a:pt x="92096" y="31734"/>
                    </a:cubicBezTo>
                    <a:cubicBezTo>
                      <a:pt x="91998" y="31858"/>
                      <a:pt x="91998" y="32030"/>
                      <a:pt x="92071" y="32178"/>
                    </a:cubicBezTo>
                    <a:cubicBezTo>
                      <a:pt x="92293" y="32498"/>
                      <a:pt x="92589" y="32745"/>
                      <a:pt x="92909" y="32967"/>
                    </a:cubicBezTo>
                    <a:cubicBezTo>
                      <a:pt x="94610" y="34273"/>
                      <a:pt x="98109" y="36984"/>
                      <a:pt x="98750" y="44845"/>
                    </a:cubicBezTo>
                    <a:cubicBezTo>
                      <a:pt x="98923" y="47088"/>
                      <a:pt x="98799" y="49355"/>
                      <a:pt x="98380" y="51573"/>
                    </a:cubicBezTo>
                    <a:cubicBezTo>
                      <a:pt x="98356" y="51770"/>
                      <a:pt x="98306" y="51992"/>
                      <a:pt x="98257" y="52189"/>
                    </a:cubicBezTo>
                    <a:cubicBezTo>
                      <a:pt x="98208" y="52362"/>
                      <a:pt x="98183" y="52583"/>
                      <a:pt x="98134" y="52805"/>
                    </a:cubicBezTo>
                    <a:cubicBezTo>
                      <a:pt x="97838" y="53964"/>
                      <a:pt x="97469" y="55122"/>
                      <a:pt x="97000" y="56231"/>
                    </a:cubicBezTo>
                    <a:cubicBezTo>
                      <a:pt x="95793" y="59164"/>
                      <a:pt x="94142" y="61431"/>
                      <a:pt x="92071" y="62983"/>
                    </a:cubicBezTo>
                    <a:cubicBezTo>
                      <a:pt x="90820" y="63918"/>
                      <a:pt x="89659" y="64400"/>
                      <a:pt x="88711" y="64400"/>
                    </a:cubicBezTo>
                    <a:cubicBezTo>
                      <a:pt x="88258" y="64400"/>
                      <a:pt x="87855" y="64291"/>
                      <a:pt x="87512" y="64068"/>
                    </a:cubicBezTo>
                    <a:cubicBezTo>
                      <a:pt x="86724" y="63550"/>
                      <a:pt x="86403" y="62466"/>
                      <a:pt x="86699" y="61184"/>
                    </a:cubicBezTo>
                    <a:cubicBezTo>
                      <a:pt x="86724" y="61036"/>
                      <a:pt x="86798" y="60790"/>
                      <a:pt x="86847" y="60568"/>
                    </a:cubicBezTo>
                    <a:cubicBezTo>
                      <a:pt x="86945" y="60223"/>
                      <a:pt x="87019" y="60001"/>
                      <a:pt x="87019" y="59903"/>
                    </a:cubicBezTo>
                    <a:cubicBezTo>
                      <a:pt x="87044" y="59706"/>
                      <a:pt x="86945" y="59484"/>
                      <a:pt x="86748" y="59385"/>
                    </a:cubicBezTo>
                    <a:cubicBezTo>
                      <a:pt x="86711" y="59367"/>
                      <a:pt x="86644" y="59344"/>
                      <a:pt x="86558" y="59344"/>
                    </a:cubicBezTo>
                    <a:cubicBezTo>
                      <a:pt x="86417" y="59344"/>
                      <a:pt x="86222" y="59403"/>
                      <a:pt x="86009" y="59632"/>
                    </a:cubicBezTo>
                    <a:cubicBezTo>
                      <a:pt x="85516" y="60125"/>
                      <a:pt x="84999" y="60568"/>
                      <a:pt x="84432" y="60938"/>
                    </a:cubicBezTo>
                    <a:cubicBezTo>
                      <a:pt x="84235" y="61061"/>
                      <a:pt x="84062" y="61184"/>
                      <a:pt x="83865" y="61283"/>
                    </a:cubicBezTo>
                    <a:cubicBezTo>
                      <a:pt x="83668" y="61381"/>
                      <a:pt x="83446" y="61455"/>
                      <a:pt x="83249" y="61529"/>
                    </a:cubicBezTo>
                    <a:cubicBezTo>
                      <a:pt x="82964" y="61638"/>
                      <a:pt x="82657" y="61694"/>
                      <a:pt x="82353" y="61694"/>
                    </a:cubicBezTo>
                    <a:cubicBezTo>
                      <a:pt x="82103" y="61694"/>
                      <a:pt x="81855" y="61656"/>
                      <a:pt x="81622" y="61579"/>
                    </a:cubicBezTo>
                    <a:cubicBezTo>
                      <a:pt x="81277" y="61455"/>
                      <a:pt x="81006" y="61209"/>
                      <a:pt x="80834" y="60913"/>
                    </a:cubicBezTo>
                    <a:cubicBezTo>
                      <a:pt x="80710" y="60741"/>
                      <a:pt x="80637" y="60544"/>
                      <a:pt x="80587" y="60322"/>
                    </a:cubicBezTo>
                    <a:cubicBezTo>
                      <a:pt x="80587" y="60297"/>
                      <a:pt x="80587" y="60297"/>
                      <a:pt x="80587" y="60273"/>
                    </a:cubicBezTo>
                    <a:cubicBezTo>
                      <a:pt x="80587" y="60199"/>
                      <a:pt x="80563" y="60125"/>
                      <a:pt x="80563" y="60075"/>
                    </a:cubicBezTo>
                    <a:cubicBezTo>
                      <a:pt x="80563" y="59927"/>
                      <a:pt x="80563" y="59780"/>
                      <a:pt x="80563" y="59632"/>
                    </a:cubicBezTo>
                    <a:cubicBezTo>
                      <a:pt x="80587" y="59484"/>
                      <a:pt x="80587" y="59361"/>
                      <a:pt x="80637" y="59213"/>
                    </a:cubicBezTo>
                    <a:cubicBezTo>
                      <a:pt x="80710" y="58868"/>
                      <a:pt x="80834" y="58547"/>
                      <a:pt x="81006" y="58227"/>
                    </a:cubicBezTo>
                    <a:cubicBezTo>
                      <a:pt x="81056" y="58079"/>
                      <a:pt x="81129" y="57931"/>
                      <a:pt x="81179" y="57783"/>
                    </a:cubicBezTo>
                    <a:cubicBezTo>
                      <a:pt x="81253" y="57611"/>
                      <a:pt x="81203" y="57414"/>
                      <a:pt x="81056" y="57266"/>
                    </a:cubicBezTo>
                    <a:cubicBezTo>
                      <a:pt x="80952" y="57177"/>
                      <a:pt x="80831" y="57133"/>
                      <a:pt x="80708" y="57133"/>
                    </a:cubicBezTo>
                    <a:cubicBezTo>
                      <a:pt x="80626" y="57133"/>
                      <a:pt x="80543" y="57153"/>
                      <a:pt x="80464" y="57192"/>
                    </a:cubicBezTo>
                    <a:cubicBezTo>
                      <a:pt x="80316" y="57266"/>
                      <a:pt x="80168" y="57389"/>
                      <a:pt x="80045" y="57512"/>
                    </a:cubicBezTo>
                    <a:cubicBezTo>
                      <a:pt x="79996" y="57562"/>
                      <a:pt x="79922" y="57636"/>
                      <a:pt x="79873" y="57710"/>
                    </a:cubicBezTo>
                    <a:cubicBezTo>
                      <a:pt x="79700" y="57907"/>
                      <a:pt x="79552" y="58104"/>
                      <a:pt x="79355" y="58276"/>
                    </a:cubicBezTo>
                    <a:cubicBezTo>
                      <a:pt x="79183" y="58424"/>
                      <a:pt x="78961" y="58547"/>
                      <a:pt x="78739" y="58646"/>
                    </a:cubicBezTo>
                    <a:lnTo>
                      <a:pt x="78517" y="58769"/>
                    </a:lnTo>
                    <a:cubicBezTo>
                      <a:pt x="78192" y="58922"/>
                      <a:pt x="77848" y="58997"/>
                      <a:pt x="77507" y="58997"/>
                    </a:cubicBezTo>
                    <a:cubicBezTo>
                      <a:pt x="76970" y="58997"/>
                      <a:pt x="76441" y="58811"/>
                      <a:pt x="76003" y="58449"/>
                    </a:cubicBezTo>
                    <a:cubicBezTo>
                      <a:pt x="75116" y="57660"/>
                      <a:pt x="74894" y="56132"/>
                      <a:pt x="75387" y="54259"/>
                    </a:cubicBezTo>
                    <a:cubicBezTo>
                      <a:pt x="76546" y="50242"/>
                      <a:pt x="79306" y="46866"/>
                      <a:pt x="83027" y="44968"/>
                    </a:cubicBezTo>
                    <a:cubicBezTo>
                      <a:pt x="83298" y="44845"/>
                      <a:pt x="83520" y="44599"/>
                      <a:pt x="83569" y="44303"/>
                    </a:cubicBezTo>
                    <a:cubicBezTo>
                      <a:pt x="83569" y="44155"/>
                      <a:pt x="83495" y="44007"/>
                      <a:pt x="83372" y="43909"/>
                    </a:cubicBezTo>
                    <a:cubicBezTo>
                      <a:pt x="83273" y="43884"/>
                      <a:pt x="83200" y="43859"/>
                      <a:pt x="83101" y="43835"/>
                    </a:cubicBezTo>
                    <a:cubicBezTo>
                      <a:pt x="82879" y="43835"/>
                      <a:pt x="82682" y="43884"/>
                      <a:pt x="82510" y="43983"/>
                    </a:cubicBezTo>
                    <a:cubicBezTo>
                      <a:pt x="76151" y="47285"/>
                      <a:pt x="73317" y="54284"/>
                      <a:pt x="74204" y="57488"/>
                    </a:cubicBezTo>
                    <a:cubicBezTo>
                      <a:pt x="74500" y="58572"/>
                      <a:pt x="75289" y="59459"/>
                      <a:pt x="76324" y="59903"/>
                    </a:cubicBezTo>
                    <a:cubicBezTo>
                      <a:pt x="76637" y="60021"/>
                      <a:pt x="76958" y="60070"/>
                      <a:pt x="77276" y="60070"/>
                    </a:cubicBezTo>
                    <a:cubicBezTo>
                      <a:pt x="77883" y="60070"/>
                      <a:pt x="78475" y="59891"/>
                      <a:pt x="78961" y="59681"/>
                    </a:cubicBezTo>
                    <a:cubicBezTo>
                      <a:pt x="79084" y="59977"/>
                      <a:pt x="79281" y="60248"/>
                      <a:pt x="79528" y="60445"/>
                    </a:cubicBezTo>
                    <a:cubicBezTo>
                      <a:pt x="79651" y="61603"/>
                      <a:pt x="80513" y="62515"/>
                      <a:pt x="81647" y="62712"/>
                    </a:cubicBezTo>
                    <a:cubicBezTo>
                      <a:pt x="81918" y="62760"/>
                      <a:pt x="82198" y="62787"/>
                      <a:pt x="82476" y="62787"/>
                    </a:cubicBezTo>
                    <a:cubicBezTo>
                      <a:pt x="82629" y="62787"/>
                      <a:pt x="82780" y="62779"/>
                      <a:pt x="82928" y="62762"/>
                    </a:cubicBezTo>
                    <a:lnTo>
                      <a:pt x="82928" y="62762"/>
                    </a:lnTo>
                    <a:cubicBezTo>
                      <a:pt x="82583" y="63402"/>
                      <a:pt x="82140" y="63944"/>
                      <a:pt x="81598" y="64413"/>
                    </a:cubicBezTo>
                    <a:cubicBezTo>
                      <a:pt x="81253" y="64708"/>
                      <a:pt x="80834" y="64930"/>
                      <a:pt x="80390" y="65029"/>
                    </a:cubicBezTo>
                    <a:cubicBezTo>
                      <a:pt x="80257" y="65080"/>
                      <a:pt x="80115" y="65106"/>
                      <a:pt x="79971" y="65106"/>
                    </a:cubicBezTo>
                    <a:cubicBezTo>
                      <a:pt x="79770" y="65106"/>
                      <a:pt x="79567" y="65056"/>
                      <a:pt x="79380" y="64955"/>
                    </a:cubicBezTo>
                    <a:cubicBezTo>
                      <a:pt x="79281" y="64856"/>
                      <a:pt x="79256" y="64733"/>
                      <a:pt x="79281" y="64610"/>
                    </a:cubicBezTo>
                    <a:lnTo>
                      <a:pt x="79281" y="64290"/>
                    </a:lnTo>
                    <a:cubicBezTo>
                      <a:pt x="79281" y="63944"/>
                      <a:pt x="79281" y="63599"/>
                      <a:pt x="79281" y="63254"/>
                    </a:cubicBezTo>
                    <a:cubicBezTo>
                      <a:pt x="79256" y="62540"/>
                      <a:pt x="78911" y="61874"/>
                      <a:pt x="78345" y="61455"/>
                    </a:cubicBezTo>
                    <a:cubicBezTo>
                      <a:pt x="77866" y="61131"/>
                      <a:pt x="77304" y="60960"/>
                      <a:pt x="76742" y="60960"/>
                    </a:cubicBezTo>
                    <a:cubicBezTo>
                      <a:pt x="76493" y="60960"/>
                      <a:pt x="76245" y="60993"/>
                      <a:pt x="76003" y="61061"/>
                    </a:cubicBezTo>
                    <a:cubicBezTo>
                      <a:pt x="75239" y="61258"/>
                      <a:pt x="74549" y="61653"/>
                      <a:pt x="74032" y="62244"/>
                    </a:cubicBezTo>
                    <a:cubicBezTo>
                      <a:pt x="72800" y="63673"/>
                      <a:pt x="71814" y="64758"/>
                      <a:pt x="71099" y="65546"/>
                    </a:cubicBezTo>
                    <a:cubicBezTo>
                      <a:pt x="69177" y="67715"/>
                      <a:pt x="68881" y="68035"/>
                      <a:pt x="68955" y="68775"/>
                    </a:cubicBezTo>
                    <a:cubicBezTo>
                      <a:pt x="69004" y="69218"/>
                      <a:pt x="69251" y="69588"/>
                      <a:pt x="69621" y="69834"/>
                    </a:cubicBezTo>
                    <a:cubicBezTo>
                      <a:pt x="69670" y="69859"/>
                      <a:pt x="69695" y="69884"/>
                      <a:pt x="69744" y="69908"/>
                    </a:cubicBezTo>
                    <a:cubicBezTo>
                      <a:pt x="70754" y="70820"/>
                      <a:pt x="71592" y="71560"/>
                      <a:pt x="72282" y="72176"/>
                    </a:cubicBezTo>
                    <a:lnTo>
                      <a:pt x="72307" y="72200"/>
                    </a:lnTo>
                    <a:cubicBezTo>
                      <a:pt x="74994" y="74601"/>
                      <a:pt x="75772" y="75309"/>
                      <a:pt x="77174" y="75309"/>
                    </a:cubicBezTo>
                    <a:cubicBezTo>
                      <a:pt x="77340" y="75309"/>
                      <a:pt x="77516" y="75299"/>
                      <a:pt x="77704" y="75281"/>
                    </a:cubicBezTo>
                    <a:cubicBezTo>
                      <a:pt x="77852" y="75281"/>
                      <a:pt x="78000" y="75256"/>
                      <a:pt x="78123" y="75207"/>
                    </a:cubicBezTo>
                    <a:cubicBezTo>
                      <a:pt x="80267" y="74689"/>
                      <a:pt x="79873" y="72521"/>
                      <a:pt x="79749" y="71707"/>
                    </a:cubicBezTo>
                    <a:lnTo>
                      <a:pt x="79749" y="71683"/>
                    </a:lnTo>
                    <a:cubicBezTo>
                      <a:pt x="79725" y="71535"/>
                      <a:pt x="79700" y="71412"/>
                      <a:pt x="79675" y="71288"/>
                    </a:cubicBezTo>
                    <a:cubicBezTo>
                      <a:pt x="79651" y="71165"/>
                      <a:pt x="79626" y="70919"/>
                      <a:pt x="80070" y="70820"/>
                    </a:cubicBezTo>
                    <a:cubicBezTo>
                      <a:pt x="80178" y="70793"/>
                      <a:pt x="80305" y="70778"/>
                      <a:pt x="80446" y="70778"/>
                    </a:cubicBezTo>
                    <a:cubicBezTo>
                      <a:pt x="81203" y="70778"/>
                      <a:pt x="82379" y="71208"/>
                      <a:pt x="83397" y="72496"/>
                    </a:cubicBezTo>
                    <a:cubicBezTo>
                      <a:pt x="83988" y="73260"/>
                      <a:pt x="84136" y="74049"/>
                      <a:pt x="84013" y="74443"/>
                    </a:cubicBezTo>
                    <a:cubicBezTo>
                      <a:pt x="83988" y="74542"/>
                      <a:pt x="83914" y="74640"/>
                      <a:pt x="83668" y="74714"/>
                    </a:cubicBezTo>
                    <a:cubicBezTo>
                      <a:pt x="83581" y="74731"/>
                      <a:pt x="83506" y="74749"/>
                      <a:pt x="83426" y="74749"/>
                    </a:cubicBezTo>
                    <a:cubicBezTo>
                      <a:pt x="83393" y="74749"/>
                      <a:pt x="83359" y="74746"/>
                      <a:pt x="83323" y="74739"/>
                    </a:cubicBezTo>
                    <a:lnTo>
                      <a:pt x="83002" y="74739"/>
                    </a:lnTo>
                    <a:cubicBezTo>
                      <a:pt x="82892" y="74733"/>
                      <a:pt x="82781" y="74730"/>
                      <a:pt x="82671" y="74730"/>
                    </a:cubicBezTo>
                    <a:cubicBezTo>
                      <a:pt x="82314" y="74730"/>
                      <a:pt x="81961" y="74762"/>
                      <a:pt x="81622" y="74837"/>
                    </a:cubicBezTo>
                    <a:cubicBezTo>
                      <a:pt x="80513" y="75108"/>
                      <a:pt x="79873" y="75996"/>
                      <a:pt x="79897" y="77252"/>
                    </a:cubicBezTo>
                    <a:cubicBezTo>
                      <a:pt x="79922" y="77844"/>
                      <a:pt x="80070" y="78411"/>
                      <a:pt x="80341" y="78928"/>
                    </a:cubicBezTo>
                    <a:cubicBezTo>
                      <a:pt x="76324" y="77770"/>
                      <a:pt x="74130" y="75133"/>
                      <a:pt x="73169" y="73999"/>
                    </a:cubicBezTo>
                    <a:cubicBezTo>
                      <a:pt x="72771" y="73508"/>
                      <a:pt x="72573" y="73283"/>
                      <a:pt x="72216" y="73283"/>
                    </a:cubicBezTo>
                    <a:cubicBezTo>
                      <a:pt x="72198" y="73283"/>
                      <a:pt x="72179" y="73283"/>
                      <a:pt x="72159" y="73285"/>
                    </a:cubicBezTo>
                    <a:cubicBezTo>
                      <a:pt x="71543" y="73334"/>
                      <a:pt x="71444" y="73950"/>
                      <a:pt x="71346" y="74591"/>
                    </a:cubicBezTo>
                    <a:cubicBezTo>
                      <a:pt x="71124" y="76957"/>
                      <a:pt x="70015" y="79125"/>
                      <a:pt x="68290" y="80727"/>
                    </a:cubicBezTo>
                    <a:cubicBezTo>
                      <a:pt x="66724" y="82274"/>
                      <a:pt x="64625" y="83111"/>
                      <a:pt x="62464" y="83111"/>
                    </a:cubicBezTo>
                    <a:cubicBezTo>
                      <a:pt x="61836" y="83111"/>
                      <a:pt x="61203" y="83040"/>
                      <a:pt x="60576" y="82896"/>
                    </a:cubicBezTo>
                    <a:cubicBezTo>
                      <a:pt x="57446" y="82206"/>
                      <a:pt x="54883" y="80013"/>
                      <a:pt x="53700" y="77031"/>
                    </a:cubicBezTo>
                    <a:cubicBezTo>
                      <a:pt x="53626" y="76710"/>
                      <a:pt x="53331" y="76464"/>
                      <a:pt x="52986" y="76464"/>
                    </a:cubicBezTo>
                    <a:cubicBezTo>
                      <a:pt x="52444" y="76464"/>
                      <a:pt x="52271" y="76932"/>
                      <a:pt x="51975" y="77696"/>
                    </a:cubicBezTo>
                    <a:cubicBezTo>
                      <a:pt x="51532" y="78928"/>
                      <a:pt x="50940" y="80086"/>
                      <a:pt x="50201" y="81171"/>
                    </a:cubicBezTo>
                    <a:cubicBezTo>
                      <a:pt x="47743" y="84668"/>
                      <a:pt x="44281" y="86560"/>
                      <a:pt x="40603" y="86560"/>
                    </a:cubicBezTo>
                    <a:cubicBezTo>
                      <a:pt x="39744" y="86560"/>
                      <a:pt x="38874" y="86457"/>
                      <a:pt x="38002" y="86248"/>
                    </a:cubicBezTo>
                    <a:cubicBezTo>
                      <a:pt x="33073" y="85065"/>
                      <a:pt x="30535" y="81195"/>
                      <a:pt x="29697" y="79914"/>
                    </a:cubicBezTo>
                    <a:cubicBezTo>
                      <a:pt x="29598" y="79741"/>
                      <a:pt x="29475" y="79594"/>
                      <a:pt x="29352" y="79446"/>
                    </a:cubicBezTo>
                    <a:cubicBezTo>
                      <a:pt x="29204" y="79273"/>
                      <a:pt x="28982" y="79175"/>
                      <a:pt x="28760" y="79175"/>
                    </a:cubicBezTo>
                    <a:cubicBezTo>
                      <a:pt x="28391" y="79224"/>
                      <a:pt x="28070" y="79396"/>
                      <a:pt x="27799" y="79668"/>
                    </a:cubicBezTo>
                    <a:lnTo>
                      <a:pt x="27578" y="79865"/>
                    </a:lnTo>
                    <a:cubicBezTo>
                      <a:pt x="25510" y="81597"/>
                      <a:pt x="22937" y="82526"/>
                      <a:pt x="20303" y="82526"/>
                    </a:cubicBezTo>
                    <a:cubicBezTo>
                      <a:pt x="19451" y="82526"/>
                      <a:pt x="18593" y="82429"/>
                      <a:pt x="17744" y="82231"/>
                    </a:cubicBezTo>
                    <a:cubicBezTo>
                      <a:pt x="13875" y="81343"/>
                      <a:pt x="10696" y="78559"/>
                      <a:pt x="9316" y="74813"/>
                    </a:cubicBezTo>
                    <a:cubicBezTo>
                      <a:pt x="7911" y="71264"/>
                      <a:pt x="8404" y="67222"/>
                      <a:pt x="10647" y="64117"/>
                    </a:cubicBezTo>
                    <a:lnTo>
                      <a:pt x="10746" y="63969"/>
                    </a:lnTo>
                    <a:cubicBezTo>
                      <a:pt x="10992" y="63649"/>
                      <a:pt x="11214" y="63353"/>
                      <a:pt x="11091" y="62959"/>
                    </a:cubicBezTo>
                    <a:cubicBezTo>
                      <a:pt x="10967" y="62564"/>
                      <a:pt x="10598" y="62441"/>
                      <a:pt x="10105" y="62293"/>
                    </a:cubicBezTo>
                    <a:lnTo>
                      <a:pt x="10006" y="62269"/>
                    </a:lnTo>
                    <a:cubicBezTo>
                      <a:pt x="4165" y="60445"/>
                      <a:pt x="1430" y="55122"/>
                      <a:pt x="1307" y="50637"/>
                    </a:cubicBezTo>
                    <a:cubicBezTo>
                      <a:pt x="1208" y="46595"/>
                      <a:pt x="3180" y="41518"/>
                      <a:pt x="9045" y="39374"/>
                    </a:cubicBezTo>
                    <a:cubicBezTo>
                      <a:pt x="9686" y="39152"/>
                      <a:pt x="10351" y="39005"/>
                      <a:pt x="11017" y="38931"/>
                    </a:cubicBezTo>
                    <a:cubicBezTo>
                      <a:pt x="11460" y="38857"/>
                      <a:pt x="11953" y="38783"/>
                      <a:pt x="12569" y="38684"/>
                    </a:cubicBezTo>
                    <a:cubicBezTo>
                      <a:pt x="13284" y="38660"/>
                      <a:pt x="13604" y="37772"/>
                      <a:pt x="13062" y="37304"/>
                    </a:cubicBezTo>
                    <a:cubicBezTo>
                      <a:pt x="11854" y="35924"/>
                      <a:pt x="10992" y="34297"/>
                      <a:pt x="10524" y="32523"/>
                    </a:cubicBezTo>
                    <a:cubicBezTo>
                      <a:pt x="10499" y="32375"/>
                      <a:pt x="10450" y="32203"/>
                      <a:pt x="10400" y="32079"/>
                    </a:cubicBezTo>
                    <a:cubicBezTo>
                      <a:pt x="10327" y="31858"/>
                      <a:pt x="10277" y="31661"/>
                      <a:pt x="10253" y="31463"/>
                    </a:cubicBezTo>
                    <a:cubicBezTo>
                      <a:pt x="9661" y="26830"/>
                      <a:pt x="11386" y="22591"/>
                      <a:pt x="14984" y="19782"/>
                    </a:cubicBezTo>
                    <a:cubicBezTo>
                      <a:pt x="17318" y="17969"/>
                      <a:pt x="20145" y="17033"/>
                      <a:pt x="23003" y="17033"/>
                    </a:cubicBezTo>
                    <a:cubicBezTo>
                      <a:pt x="24612" y="17033"/>
                      <a:pt x="26230" y="17330"/>
                      <a:pt x="27775" y="17934"/>
                    </a:cubicBezTo>
                    <a:cubicBezTo>
                      <a:pt x="27923" y="18008"/>
                      <a:pt x="28046" y="18057"/>
                      <a:pt x="28194" y="18131"/>
                    </a:cubicBezTo>
                    <a:cubicBezTo>
                      <a:pt x="28341" y="18205"/>
                      <a:pt x="28489" y="18279"/>
                      <a:pt x="28662" y="18328"/>
                    </a:cubicBezTo>
                    <a:cubicBezTo>
                      <a:pt x="28782" y="18393"/>
                      <a:pt x="28911" y="18425"/>
                      <a:pt x="29040" y="18425"/>
                    </a:cubicBezTo>
                    <a:cubicBezTo>
                      <a:pt x="29202" y="18425"/>
                      <a:pt x="29362" y="18375"/>
                      <a:pt x="29500" y="18279"/>
                    </a:cubicBezTo>
                    <a:cubicBezTo>
                      <a:pt x="29894" y="17983"/>
                      <a:pt x="29845" y="17515"/>
                      <a:pt x="29820" y="16874"/>
                    </a:cubicBezTo>
                    <a:cubicBezTo>
                      <a:pt x="29623" y="14755"/>
                      <a:pt x="30116" y="12660"/>
                      <a:pt x="31200" y="10836"/>
                    </a:cubicBezTo>
                    <a:cubicBezTo>
                      <a:pt x="33321" y="7179"/>
                      <a:pt x="37203" y="4945"/>
                      <a:pt x="41413" y="4945"/>
                    </a:cubicBezTo>
                    <a:cubicBezTo>
                      <a:pt x="41459" y="4945"/>
                      <a:pt x="41505" y="4946"/>
                      <a:pt x="41551" y="4946"/>
                    </a:cubicBezTo>
                    <a:cubicBezTo>
                      <a:pt x="45420" y="4946"/>
                      <a:pt x="48772" y="6819"/>
                      <a:pt x="50546" y="9949"/>
                    </a:cubicBezTo>
                    <a:cubicBezTo>
                      <a:pt x="50846" y="10434"/>
                      <a:pt x="51125" y="10942"/>
                      <a:pt x="51606" y="10942"/>
                    </a:cubicBezTo>
                    <a:cubicBezTo>
                      <a:pt x="51638" y="10942"/>
                      <a:pt x="51671" y="10939"/>
                      <a:pt x="51704" y="10935"/>
                    </a:cubicBezTo>
                    <a:cubicBezTo>
                      <a:pt x="52271" y="10836"/>
                      <a:pt x="52370" y="10343"/>
                      <a:pt x="52493" y="9703"/>
                    </a:cubicBezTo>
                    <a:cubicBezTo>
                      <a:pt x="52936" y="7263"/>
                      <a:pt x="54267" y="5094"/>
                      <a:pt x="56263" y="3615"/>
                    </a:cubicBezTo>
                    <a:cubicBezTo>
                      <a:pt x="58329" y="2079"/>
                      <a:pt x="60815" y="1273"/>
                      <a:pt x="63329" y="1273"/>
                    </a:cubicBezTo>
                    <a:close/>
                    <a:moveTo>
                      <a:pt x="63382" y="1"/>
                    </a:moveTo>
                    <a:cubicBezTo>
                      <a:pt x="60610" y="1"/>
                      <a:pt x="57872" y="883"/>
                      <a:pt x="55598" y="2580"/>
                    </a:cubicBezTo>
                    <a:cubicBezTo>
                      <a:pt x="53503" y="4133"/>
                      <a:pt x="52025" y="6376"/>
                      <a:pt x="51482" y="8939"/>
                    </a:cubicBezTo>
                    <a:cubicBezTo>
                      <a:pt x="49437" y="5636"/>
                      <a:pt x="45790" y="3689"/>
                      <a:pt x="41625" y="3665"/>
                    </a:cubicBezTo>
                    <a:cubicBezTo>
                      <a:pt x="41602" y="3665"/>
                      <a:pt x="41579" y="3664"/>
                      <a:pt x="41555" y="3664"/>
                    </a:cubicBezTo>
                    <a:cubicBezTo>
                      <a:pt x="36875" y="3664"/>
                      <a:pt x="32519" y="6149"/>
                      <a:pt x="30165" y="10220"/>
                    </a:cubicBezTo>
                    <a:cubicBezTo>
                      <a:pt x="28982" y="12241"/>
                      <a:pt x="28440" y="14582"/>
                      <a:pt x="28637" y="16923"/>
                    </a:cubicBezTo>
                    <a:cubicBezTo>
                      <a:pt x="28514" y="16874"/>
                      <a:pt x="28391" y="16825"/>
                      <a:pt x="28292" y="16775"/>
                    </a:cubicBezTo>
                    <a:cubicBezTo>
                      <a:pt x="26595" y="16109"/>
                      <a:pt x="24818" y="15782"/>
                      <a:pt x="23053" y="15782"/>
                    </a:cubicBezTo>
                    <a:cubicBezTo>
                      <a:pt x="19923" y="15782"/>
                      <a:pt x="16832" y="16811"/>
                      <a:pt x="14294" y="18796"/>
                    </a:cubicBezTo>
                    <a:cubicBezTo>
                      <a:pt x="10302" y="21852"/>
                      <a:pt x="8429" y="26535"/>
                      <a:pt x="9070" y="31587"/>
                    </a:cubicBezTo>
                    <a:cubicBezTo>
                      <a:pt x="9119" y="31858"/>
                      <a:pt x="9193" y="32129"/>
                      <a:pt x="9267" y="32400"/>
                    </a:cubicBezTo>
                    <a:cubicBezTo>
                      <a:pt x="9316" y="32523"/>
                      <a:pt x="9341" y="32646"/>
                      <a:pt x="9365" y="32770"/>
                    </a:cubicBezTo>
                    <a:cubicBezTo>
                      <a:pt x="9809" y="34519"/>
                      <a:pt x="10622" y="36146"/>
                      <a:pt x="11756" y="37551"/>
                    </a:cubicBezTo>
                    <a:cubicBezTo>
                      <a:pt x="11460" y="37600"/>
                      <a:pt x="11140" y="37649"/>
                      <a:pt x="10893" y="37698"/>
                    </a:cubicBezTo>
                    <a:cubicBezTo>
                      <a:pt x="10129" y="37772"/>
                      <a:pt x="9390" y="37945"/>
                      <a:pt x="8675" y="38191"/>
                    </a:cubicBezTo>
                    <a:cubicBezTo>
                      <a:pt x="3254" y="40187"/>
                      <a:pt x="1" y="44944"/>
                      <a:pt x="148" y="50637"/>
                    </a:cubicBezTo>
                    <a:cubicBezTo>
                      <a:pt x="247" y="56502"/>
                      <a:pt x="4092" y="61653"/>
                      <a:pt x="9686" y="63402"/>
                    </a:cubicBezTo>
                    <a:cubicBezTo>
                      <a:pt x="7271" y="66853"/>
                      <a:pt x="6704" y="71288"/>
                      <a:pt x="8232" y="75232"/>
                    </a:cubicBezTo>
                    <a:cubicBezTo>
                      <a:pt x="9760" y="79347"/>
                      <a:pt x="13259" y="82428"/>
                      <a:pt x="17523" y="83413"/>
                    </a:cubicBezTo>
                    <a:cubicBezTo>
                      <a:pt x="18462" y="83630"/>
                      <a:pt x="19413" y="83737"/>
                      <a:pt x="20359" y="83737"/>
                    </a:cubicBezTo>
                    <a:cubicBezTo>
                      <a:pt x="23282" y="83737"/>
                      <a:pt x="26150" y="82719"/>
                      <a:pt x="28440" y="80801"/>
                    </a:cubicBezTo>
                    <a:lnTo>
                      <a:pt x="28711" y="80555"/>
                    </a:lnTo>
                    <a:cubicBezTo>
                      <a:pt x="28711" y="80579"/>
                      <a:pt x="28711" y="80579"/>
                      <a:pt x="28711" y="80579"/>
                    </a:cubicBezTo>
                    <a:cubicBezTo>
                      <a:pt x="29623" y="81959"/>
                      <a:pt x="32359" y="86124"/>
                      <a:pt x="37756" y="87455"/>
                    </a:cubicBezTo>
                    <a:cubicBezTo>
                      <a:pt x="38667" y="87677"/>
                      <a:pt x="39629" y="87775"/>
                      <a:pt x="40565" y="87775"/>
                    </a:cubicBezTo>
                    <a:cubicBezTo>
                      <a:pt x="44656" y="87775"/>
                      <a:pt x="48574" y="85656"/>
                      <a:pt x="51261" y="81861"/>
                    </a:cubicBezTo>
                    <a:cubicBezTo>
                      <a:pt x="51975" y="80826"/>
                      <a:pt x="52591" y="79692"/>
                      <a:pt x="53035" y="78485"/>
                    </a:cubicBezTo>
                    <a:cubicBezTo>
                      <a:pt x="54514" y="81368"/>
                      <a:pt x="57200" y="83438"/>
                      <a:pt x="60354" y="84128"/>
                    </a:cubicBezTo>
                    <a:cubicBezTo>
                      <a:pt x="61066" y="84288"/>
                      <a:pt x="61785" y="84367"/>
                      <a:pt x="62499" y="84367"/>
                    </a:cubicBezTo>
                    <a:cubicBezTo>
                      <a:pt x="64974" y="84367"/>
                      <a:pt x="67385" y="83423"/>
                      <a:pt x="69202" y="81664"/>
                    </a:cubicBezTo>
                    <a:cubicBezTo>
                      <a:pt x="71025" y="79963"/>
                      <a:pt x="72233" y="77671"/>
                      <a:pt x="72553" y="75182"/>
                    </a:cubicBezTo>
                    <a:cubicBezTo>
                      <a:pt x="74525" y="77573"/>
                      <a:pt x="77186" y="79298"/>
                      <a:pt x="80144" y="80136"/>
                    </a:cubicBezTo>
                    <a:cubicBezTo>
                      <a:pt x="80710" y="80308"/>
                      <a:pt x="81277" y="80407"/>
                      <a:pt x="81844" y="80505"/>
                    </a:cubicBezTo>
                    <a:lnTo>
                      <a:pt x="83668" y="82107"/>
                    </a:lnTo>
                    <a:lnTo>
                      <a:pt x="84654" y="82970"/>
                    </a:lnTo>
                    <a:cubicBezTo>
                      <a:pt x="85319" y="83561"/>
                      <a:pt x="85984" y="84128"/>
                      <a:pt x="86502" y="84572"/>
                    </a:cubicBezTo>
                    <a:lnTo>
                      <a:pt x="86551" y="84621"/>
                    </a:lnTo>
                    <a:cubicBezTo>
                      <a:pt x="86847" y="84892"/>
                      <a:pt x="87217" y="85065"/>
                      <a:pt x="87586" y="85065"/>
                    </a:cubicBezTo>
                    <a:cubicBezTo>
                      <a:pt x="87709" y="85065"/>
                      <a:pt x="87808" y="85065"/>
                      <a:pt x="87907" y="85040"/>
                    </a:cubicBezTo>
                    <a:cubicBezTo>
                      <a:pt x="88572" y="84867"/>
                      <a:pt x="88868" y="84522"/>
                      <a:pt x="91283" y="81713"/>
                    </a:cubicBezTo>
                    <a:lnTo>
                      <a:pt x="91406" y="81590"/>
                    </a:lnTo>
                    <a:cubicBezTo>
                      <a:pt x="91973" y="80924"/>
                      <a:pt x="92638" y="80136"/>
                      <a:pt x="93452" y="79224"/>
                    </a:cubicBezTo>
                    <a:cubicBezTo>
                      <a:pt x="93649" y="78977"/>
                      <a:pt x="93895" y="78830"/>
                      <a:pt x="94191" y="78756"/>
                    </a:cubicBezTo>
                    <a:cubicBezTo>
                      <a:pt x="94265" y="78731"/>
                      <a:pt x="94363" y="78731"/>
                      <a:pt x="94462" y="78731"/>
                    </a:cubicBezTo>
                    <a:cubicBezTo>
                      <a:pt x="94462" y="78805"/>
                      <a:pt x="94487" y="78879"/>
                      <a:pt x="94487" y="78953"/>
                    </a:cubicBezTo>
                    <a:cubicBezTo>
                      <a:pt x="94487" y="79076"/>
                      <a:pt x="94487" y="79224"/>
                      <a:pt x="94462" y="79396"/>
                    </a:cubicBezTo>
                    <a:cubicBezTo>
                      <a:pt x="94462" y="79594"/>
                      <a:pt x="94437" y="79791"/>
                      <a:pt x="94437" y="80013"/>
                    </a:cubicBezTo>
                    <a:cubicBezTo>
                      <a:pt x="94413" y="80875"/>
                      <a:pt x="94807" y="81713"/>
                      <a:pt x="95497" y="82255"/>
                    </a:cubicBezTo>
                    <a:cubicBezTo>
                      <a:pt x="95874" y="82561"/>
                      <a:pt x="96474" y="82866"/>
                      <a:pt x="97344" y="82866"/>
                    </a:cubicBezTo>
                    <a:cubicBezTo>
                      <a:pt x="97668" y="82866"/>
                      <a:pt x="98029" y="82824"/>
                      <a:pt x="98430" y="82723"/>
                    </a:cubicBezTo>
                    <a:cubicBezTo>
                      <a:pt x="98627" y="82674"/>
                      <a:pt x="98849" y="82600"/>
                      <a:pt x="99046" y="82526"/>
                    </a:cubicBezTo>
                    <a:cubicBezTo>
                      <a:pt x="102003" y="81467"/>
                      <a:pt x="103605" y="78164"/>
                      <a:pt x="103063" y="75897"/>
                    </a:cubicBezTo>
                    <a:cubicBezTo>
                      <a:pt x="102715" y="74550"/>
                      <a:pt x="101659" y="73759"/>
                      <a:pt x="100232" y="73759"/>
                    </a:cubicBezTo>
                    <a:cubicBezTo>
                      <a:pt x="100040" y="73759"/>
                      <a:pt x="99842" y="73773"/>
                      <a:pt x="99637" y="73802"/>
                    </a:cubicBezTo>
                    <a:cubicBezTo>
                      <a:pt x="99489" y="73827"/>
                      <a:pt x="99342" y="73851"/>
                      <a:pt x="99218" y="73876"/>
                    </a:cubicBezTo>
                    <a:lnTo>
                      <a:pt x="99169" y="73876"/>
                    </a:lnTo>
                    <a:cubicBezTo>
                      <a:pt x="99046" y="73901"/>
                      <a:pt x="98923" y="73925"/>
                      <a:pt x="98799" y="73950"/>
                    </a:cubicBezTo>
                    <a:lnTo>
                      <a:pt x="98652" y="73950"/>
                    </a:lnTo>
                    <a:cubicBezTo>
                      <a:pt x="98627" y="73876"/>
                      <a:pt x="98627" y="73827"/>
                      <a:pt x="98627" y="73753"/>
                    </a:cubicBezTo>
                    <a:cubicBezTo>
                      <a:pt x="98627" y="73285"/>
                      <a:pt x="98627" y="73260"/>
                      <a:pt x="100697" y="70919"/>
                    </a:cubicBezTo>
                    <a:lnTo>
                      <a:pt x="101338" y="70204"/>
                    </a:lnTo>
                    <a:cubicBezTo>
                      <a:pt x="110678" y="69884"/>
                      <a:pt x="116666" y="60125"/>
                      <a:pt x="112699" y="51672"/>
                    </a:cubicBezTo>
                    <a:cubicBezTo>
                      <a:pt x="111812" y="49725"/>
                      <a:pt x="110431" y="48049"/>
                      <a:pt x="108682" y="46841"/>
                    </a:cubicBezTo>
                    <a:cubicBezTo>
                      <a:pt x="112255" y="44254"/>
                      <a:pt x="114375" y="39842"/>
                      <a:pt x="114227" y="35259"/>
                    </a:cubicBezTo>
                    <a:cubicBezTo>
                      <a:pt x="114128" y="30872"/>
                      <a:pt x="111812" y="26855"/>
                      <a:pt x="108066" y="24563"/>
                    </a:cubicBezTo>
                    <a:cubicBezTo>
                      <a:pt x="105620" y="23065"/>
                      <a:pt x="103378" y="22669"/>
                      <a:pt x="101580" y="22669"/>
                    </a:cubicBezTo>
                    <a:cubicBezTo>
                      <a:pt x="100243" y="22669"/>
                      <a:pt x="99151" y="22888"/>
                      <a:pt x="98405" y="23035"/>
                    </a:cubicBezTo>
                    <a:lnTo>
                      <a:pt x="98282" y="23060"/>
                    </a:lnTo>
                    <a:cubicBezTo>
                      <a:pt x="98331" y="22961"/>
                      <a:pt x="98356" y="22887"/>
                      <a:pt x="98380" y="22813"/>
                    </a:cubicBezTo>
                    <a:cubicBezTo>
                      <a:pt x="100007" y="18229"/>
                      <a:pt x="98799" y="13128"/>
                      <a:pt x="95251" y="9555"/>
                    </a:cubicBezTo>
                    <a:cubicBezTo>
                      <a:pt x="92547" y="6833"/>
                      <a:pt x="88940" y="5376"/>
                      <a:pt x="85196" y="5376"/>
                    </a:cubicBezTo>
                    <a:cubicBezTo>
                      <a:pt x="83582" y="5376"/>
                      <a:pt x="81944" y="5646"/>
                      <a:pt x="80341" y="6203"/>
                    </a:cubicBezTo>
                    <a:cubicBezTo>
                      <a:pt x="78616" y="6794"/>
                      <a:pt x="77039" y="7756"/>
                      <a:pt x="75708" y="8988"/>
                    </a:cubicBezTo>
                    <a:lnTo>
                      <a:pt x="75634" y="9062"/>
                    </a:lnTo>
                    <a:cubicBezTo>
                      <a:pt x="75584" y="8840"/>
                      <a:pt x="75535" y="8618"/>
                      <a:pt x="75461" y="8396"/>
                    </a:cubicBezTo>
                    <a:cubicBezTo>
                      <a:pt x="74303" y="4700"/>
                      <a:pt x="71395" y="1890"/>
                      <a:pt x="67477" y="658"/>
                    </a:cubicBezTo>
                    <a:cubicBezTo>
                      <a:pt x="66138" y="217"/>
                      <a:pt x="64756" y="1"/>
                      <a:pt x="633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929;p49">
                <a:extLst>
                  <a:ext uri="{FF2B5EF4-FFF2-40B4-BE49-F238E27FC236}">
                    <a16:creationId xmlns:a16="http://schemas.microsoft.com/office/drawing/2014/main" id="{840A22C7-7802-6925-56FB-CDB37995EFEA}"/>
                  </a:ext>
                </a:extLst>
              </p:cNvPr>
              <p:cNvSpPr/>
              <p:nvPr/>
            </p:nvSpPr>
            <p:spPr>
              <a:xfrm>
                <a:off x="5030175" y="3960525"/>
                <a:ext cx="263725" cy="182700"/>
              </a:xfrm>
              <a:custGeom>
                <a:avLst/>
                <a:gdLst/>
                <a:ahLst/>
                <a:cxnLst/>
                <a:rect l="l" t="t" r="r" b="b"/>
                <a:pathLst>
                  <a:path w="10549" h="7308" extrusionOk="0">
                    <a:moveTo>
                      <a:pt x="5296" y="1"/>
                    </a:moveTo>
                    <a:cubicBezTo>
                      <a:pt x="4884" y="1"/>
                      <a:pt x="4470" y="58"/>
                      <a:pt x="4067" y="177"/>
                    </a:cubicBezTo>
                    <a:cubicBezTo>
                      <a:pt x="1085" y="1015"/>
                      <a:pt x="0" y="4293"/>
                      <a:pt x="493" y="6930"/>
                    </a:cubicBezTo>
                    <a:cubicBezTo>
                      <a:pt x="537" y="7148"/>
                      <a:pt x="735" y="7308"/>
                      <a:pt x="950" y="7308"/>
                    </a:cubicBezTo>
                    <a:cubicBezTo>
                      <a:pt x="979" y="7308"/>
                      <a:pt x="1007" y="7305"/>
                      <a:pt x="1035" y="7299"/>
                    </a:cubicBezTo>
                    <a:cubicBezTo>
                      <a:pt x="1282" y="7250"/>
                      <a:pt x="1454" y="7003"/>
                      <a:pt x="1405" y="6757"/>
                    </a:cubicBezTo>
                    <a:cubicBezTo>
                      <a:pt x="1011" y="4514"/>
                      <a:pt x="1873" y="1779"/>
                      <a:pt x="4313" y="1089"/>
                    </a:cubicBezTo>
                    <a:cubicBezTo>
                      <a:pt x="4637" y="1002"/>
                      <a:pt x="4966" y="958"/>
                      <a:pt x="5292" y="958"/>
                    </a:cubicBezTo>
                    <a:cubicBezTo>
                      <a:pt x="5983" y="958"/>
                      <a:pt x="6660" y="1155"/>
                      <a:pt x="7246" y="1557"/>
                    </a:cubicBezTo>
                    <a:cubicBezTo>
                      <a:pt x="8503" y="2420"/>
                      <a:pt x="9341" y="3775"/>
                      <a:pt x="9562" y="5278"/>
                    </a:cubicBezTo>
                    <a:cubicBezTo>
                      <a:pt x="9609" y="5532"/>
                      <a:pt x="9828" y="5700"/>
                      <a:pt x="10058" y="5700"/>
                    </a:cubicBezTo>
                    <a:cubicBezTo>
                      <a:pt x="10073" y="5700"/>
                      <a:pt x="10089" y="5699"/>
                      <a:pt x="10105" y="5697"/>
                    </a:cubicBezTo>
                    <a:lnTo>
                      <a:pt x="10154" y="5697"/>
                    </a:lnTo>
                    <a:cubicBezTo>
                      <a:pt x="10400" y="5623"/>
                      <a:pt x="10548" y="5402"/>
                      <a:pt x="10524" y="5155"/>
                    </a:cubicBezTo>
                    <a:cubicBezTo>
                      <a:pt x="10252" y="3381"/>
                      <a:pt x="9267" y="1779"/>
                      <a:pt x="7763" y="744"/>
                    </a:cubicBezTo>
                    <a:cubicBezTo>
                      <a:pt x="7027" y="259"/>
                      <a:pt x="6166" y="1"/>
                      <a:pt x="52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930;p49">
                <a:extLst>
                  <a:ext uri="{FF2B5EF4-FFF2-40B4-BE49-F238E27FC236}">
                    <a16:creationId xmlns:a16="http://schemas.microsoft.com/office/drawing/2014/main" id="{4AA56711-4FDF-7AA5-A2E8-D16187FA5CB7}"/>
                  </a:ext>
                </a:extLst>
              </p:cNvPr>
              <p:cNvSpPr/>
              <p:nvPr/>
            </p:nvSpPr>
            <p:spPr>
              <a:xfrm>
                <a:off x="4772025" y="3927575"/>
                <a:ext cx="167600" cy="153475"/>
              </a:xfrm>
              <a:custGeom>
                <a:avLst/>
                <a:gdLst/>
                <a:ahLst/>
                <a:cxnLst/>
                <a:rect l="l" t="t" r="r" b="b"/>
                <a:pathLst>
                  <a:path w="6704" h="6139" extrusionOk="0">
                    <a:moveTo>
                      <a:pt x="3405" y="1"/>
                    </a:moveTo>
                    <a:cubicBezTo>
                      <a:pt x="3241" y="1"/>
                      <a:pt x="3075" y="14"/>
                      <a:pt x="2909" y="41"/>
                    </a:cubicBezTo>
                    <a:cubicBezTo>
                      <a:pt x="1282" y="263"/>
                      <a:pt x="0" y="2136"/>
                      <a:pt x="444" y="3590"/>
                    </a:cubicBezTo>
                    <a:cubicBezTo>
                      <a:pt x="600" y="5106"/>
                      <a:pt x="2028" y="6138"/>
                      <a:pt x="3430" y="6138"/>
                    </a:cubicBezTo>
                    <a:cubicBezTo>
                      <a:pt x="3577" y="6138"/>
                      <a:pt x="3724" y="6127"/>
                      <a:pt x="3870" y="6104"/>
                    </a:cubicBezTo>
                    <a:cubicBezTo>
                      <a:pt x="5545" y="5857"/>
                      <a:pt x="6704" y="4280"/>
                      <a:pt x="6433" y="2579"/>
                    </a:cubicBezTo>
                    <a:cubicBezTo>
                      <a:pt x="6189" y="1070"/>
                      <a:pt x="4885" y="1"/>
                      <a:pt x="34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931;p49">
                <a:extLst>
                  <a:ext uri="{FF2B5EF4-FFF2-40B4-BE49-F238E27FC236}">
                    <a16:creationId xmlns:a16="http://schemas.microsoft.com/office/drawing/2014/main" id="{D941B8E0-88D7-BF4B-19C8-B9A4A4C475CC}"/>
                  </a:ext>
                </a:extLst>
              </p:cNvPr>
              <p:cNvSpPr/>
              <p:nvPr/>
            </p:nvSpPr>
            <p:spPr>
              <a:xfrm>
                <a:off x="5337000" y="3827575"/>
                <a:ext cx="168825" cy="153575"/>
              </a:xfrm>
              <a:custGeom>
                <a:avLst/>
                <a:gdLst/>
                <a:ahLst/>
                <a:cxnLst/>
                <a:rect l="l" t="t" r="r" b="b"/>
                <a:pathLst>
                  <a:path w="6753" h="6143" extrusionOk="0">
                    <a:moveTo>
                      <a:pt x="3355" y="0"/>
                    </a:moveTo>
                    <a:cubicBezTo>
                      <a:pt x="3175" y="0"/>
                      <a:pt x="2993" y="16"/>
                      <a:pt x="2810" y="49"/>
                    </a:cubicBezTo>
                    <a:cubicBezTo>
                      <a:pt x="1109" y="369"/>
                      <a:pt x="0" y="2020"/>
                      <a:pt x="345" y="3696"/>
                    </a:cubicBezTo>
                    <a:cubicBezTo>
                      <a:pt x="581" y="5003"/>
                      <a:pt x="1878" y="6142"/>
                      <a:pt x="3298" y="6142"/>
                    </a:cubicBezTo>
                    <a:cubicBezTo>
                      <a:pt x="3512" y="6142"/>
                      <a:pt x="3728" y="6117"/>
                      <a:pt x="3943" y="6062"/>
                    </a:cubicBezTo>
                    <a:cubicBezTo>
                      <a:pt x="5397" y="5939"/>
                      <a:pt x="6753" y="4164"/>
                      <a:pt x="6408" y="2464"/>
                    </a:cubicBezTo>
                    <a:cubicBezTo>
                      <a:pt x="6101" y="1018"/>
                      <a:pt x="4801" y="0"/>
                      <a:pt x="33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932;p49">
                <a:extLst>
                  <a:ext uri="{FF2B5EF4-FFF2-40B4-BE49-F238E27FC236}">
                    <a16:creationId xmlns:a16="http://schemas.microsoft.com/office/drawing/2014/main" id="{03EFA9C7-1008-0598-5D9E-53E4C310D2A8}"/>
                  </a:ext>
                </a:extLst>
              </p:cNvPr>
              <p:cNvSpPr/>
              <p:nvPr/>
            </p:nvSpPr>
            <p:spPr>
              <a:xfrm>
                <a:off x="4154075" y="4476950"/>
                <a:ext cx="1204500" cy="856375"/>
              </a:xfrm>
              <a:custGeom>
                <a:avLst/>
                <a:gdLst/>
                <a:ahLst/>
                <a:cxnLst/>
                <a:rect l="l" t="t" r="r" b="b"/>
                <a:pathLst>
                  <a:path w="48180" h="34255" extrusionOk="0">
                    <a:moveTo>
                      <a:pt x="34157" y="1823"/>
                    </a:moveTo>
                    <a:cubicBezTo>
                      <a:pt x="34231" y="1872"/>
                      <a:pt x="34404" y="2168"/>
                      <a:pt x="34478" y="2316"/>
                    </a:cubicBezTo>
                    <a:cubicBezTo>
                      <a:pt x="35143" y="3573"/>
                      <a:pt x="35685" y="4608"/>
                      <a:pt x="36104" y="5446"/>
                    </a:cubicBezTo>
                    <a:cubicBezTo>
                      <a:pt x="37755" y="8600"/>
                      <a:pt x="37952" y="8995"/>
                      <a:pt x="39012" y="9438"/>
                    </a:cubicBezTo>
                    <a:cubicBezTo>
                      <a:pt x="39234" y="9549"/>
                      <a:pt x="39483" y="9604"/>
                      <a:pt x="39740" y="9604"/>
                    </a:cubicBezTo>
                    <a:cubicBezTo>
                      <a:pt x="39825" y="9604"/>
                      <a:pt x="39912" y="9598"/>
                      <a:pt x="39998" y="9586"/>
                    </a:cubicBezTo>
                    <a:cubicBezTo>
                      <a:pt x="40787" y="9389"/>
                      <a:pt x="40984" y="8378"/>
                      <a:pt x="41082" y="7762"/>
                    </a:cubicBezTo>
                    <a:cubicBezTo>
                      <a:pt x="41107" y="7614"/>
                      <a:pt x="41132" y="7491"/>
                      <a:pt x="41156" y="7393"/>
                    </a:cubicBezTo>
                    <a:cubicBezTo>
                      <a:pt x="41279" y="6826"/>
                      <a:pt x="41723" y="6358"/>
                      <a:pt x="42265" y="6185"/>
                    </a:cubicBezTo>
                    <a:cubicBezTo>
                      <a:pt x="42385" y="6158"/>
                      <a:pt x="42511" y="6145"/>
                      <a:pt x="42642" y="6145"/>
                    </a:cubicBezTo>
                    <a:cubicBezTo>
                      <a:pt x="43586" y="6145"/>
                      <a:pt x="44767" y="6828"/>
                      <a:pt x="45568" y="7910"/>
                    </a:cubicBezTo>
                    <a:cubicBezTo>
                      <a:pt x="46553" y="9192"/>
                      <a:pt x="46874" y="10868"/>
                      <a:pt x="46405" y="12174"/>
                    </a:cubicBezTo>
                    <a:cubicBezTo>
                      <a:pt x="46258" y="12740"/>
                      <a:pt x="45839" y="13184"/>
                      <a:pt x="45272" y="13357"/>
                    </a:cubicBezTo>
                    <a:cubicBezTo>
                      <a:pt x="45158" y="13388"/>
                      <a:pt x="45045" y="13401"/>
                      <a:pt x="44931" y="13401"/>
                    </a:cubicBezTo>
                    <a:cubicBezTo>
                      <a:pt x="44774" y="13401"/>
                      <a:pt x="44616" y="13375"/>
                      <a:pt x="44459" y="13332"/>
                    </a:cubicBezTo>
                    <a:cubicBezTo>
                      <a:pt x="44064" y="13184"/>
                      <a:pt x="43695" y="13036"/>
                      <a:pt x="43325" y="12864"/>
                    </a:cubicBezTo>
                    <a:cubicBezTo>
                      <a:pt x="43121" y="12762"/>
                      <a:pt x="42905" y="12707"/>
                      <a:pt x="42685" y="12707"/>
                    </a:cubicBezTo>
                    <a:cubicBezTo>
                      <a:pt x="42587" y="12707"/>
                      <a:pt x="42488" y="12718"/>
                      <a:pt x="42388" y="12740"/>
                    </a:cubicBezTo>
                    <a:cubicBezTo>
                      <a:pt x="41994" y="12839"/>
                      <a:pt x="41674" y="13135"/>
                      <a:pt x="41526" y="13529"/>
                    </a:cubicBezTo>
                    <a:cubicBezTo>
                      <a:pt x="41230" y="14293"/>
                      <a:pt x="41279" y="15131"/>
                      <a:pt x="41674" y="15870"/>
                    </a:cubicBezTo>
                    <a:cubicBezTo>
                      <a:pt x="42117" y="16684"/>
                      <a:pt x="42487" y="17398"/>
                      <a:pt x="42832" y="18014"/>
                    </a:cubicBezTo>
                    <a:lnTo>
                      <a:pt x="42980" y="18310"/>
                    </a:lnTo>
                    <a:cubicBezTo>
                      <a:pt x="44237" y="20676"/>
                      <a:pt x="44631" y="21440"/>
                      <a:pt x="44754" y="21686"/>
                    </a:cubicBezTo>
                    <a:lnTo>
                      <a:pt x="44804" y="21785"/>
                    </a:lnTo>
                    <a:cubicBezTo>
                      <a:pt x="44828" y="21810"/>
                      <a:pt x="44853" y="21834"/>
                      <a:pt x="44853" y="21883"/>
                    </a:cubicBezTo>
                    <a:cubicBezTo>
                      <a:pt x="44976" y="22081"/>
                      <a:pt x="44951" y="22155"/>
                      <a:pt x="44951" y="22204"/>
                    </a:cubicBezTo>
                    <a:cubicBezTo>
                      <a:pt x="44927" y="22302"/>
                      <a:pt x="44730" y="22401"/>
                      <a:pt x="44459" y="22549"/>
                    </a:cubicBezTo>
                    <a:lnTo>
                      <a:pt x="25211" y="32752"/>
                    </a:lnTo>
                    <a:cubicBezTo>
                      <a:pt x="25039" y="32850"/>
                      <a:pt x="24866" y="32949"/>
                      <a:pt x="24669" y="32998"/>
                    </a:cubicBezTo>
                    <a:cubicBezTo>
                      <a:pt x="24647" y="33004"/>
                      <a:pt x="24628" y="33009"/>
                      <a:pt x="24608" y="33009"/>
                    </a:cubicBezTo>
                    <a:cubicBezTo>
                      <a:pt x="24539" y="33009"/>
                      <a:pt x="24466" y="32943"/>
                      <a:pt x="24275" y="32579"/>
                    </a:cubicBezTo>
                    <a:cubicBezTo>
                      <a:pt x="21860" y="28020"/>
                      <a:pt x="20011" y="24520"/>
                      <a:pt x="18582" y="21834"/>
                    </a:cubicBezTo>
                    <a:lnTo>
                      <a:pt x="18582" y="21834"/>
                    </a:lnTo>
                    <a:cubicBezTo>
                      <a:pt x="19645" y="22047"/>
                      <a:pt x="20728" y="22152"/>
                      <a:pt x="21810" y="22152"/>
                    </a:cubicBezTo>
                    <a:cubicBezTo>
                      <a:pt x="22859" y="22152"/>
                      <a:pt x="23909" y="22053"/>
                      <a:pt x="24940" y="21859"/>
                    </a:cubicBezTo>
                    <a:cubicBezTo>
                      <a:pt x="25236" y="21785"/>
                      <a:pt x="25532" y="21711"/>
                      <a:pt x="25827" y="21637"/>
                    </a:cubicBezTo>
                    <a:cubicBezTo>
                      <a:pt x="27676" y="21046"/>
                      <a:pt x="28982" y="19912"/>
                      <a:pt x="29302" y="18606"/>
                    </a:cubicBezTo>
                    <a:cubicBezTo>
                      <a:pt x="29499" y="17743"/>
                      <a:pt x="29376" y="16462"/>
                      <a:pt x="27700" y="15082"/>
                    </a:cubicBezTo>
                    <a:lnTo>
                      <a:pt x="27972" y="15008"/>
                    </a:lnTo>
                    <a:cubicBezTo>
                      <a:pt x="28785" y="14786"/>
                      <a:pt x="30288" y="14392"/>
                      <a:pt x="31151" y="12888"/>
                    </a:cubicBezTo>
                    <a:cubicBezTo>
                      <a:pt x="31890" y="11631"/>
                      <a:pt x="31594" y="10301"/>
                      <a:pt x="30387" y="9340"/>
                    </a:cubicBezTo>
                    <a:cubicBezTo>
                      <a:pt x="30313" y="9290"/>
                      <a:pt x="30263" y="9241"/>
                      <a:pt x="30190" y="9192"/>
                    </a:cubicBezTo>
                    <a:lnTo>
                      <a:pt x="30091" y="9142"/>
                    </a:lnTo>
                    <a:cubicBezTo>
                      <a:pt x="30880" y="8847"/>
                      <a:pt x="32161" y="8231"/>
                      <a:pt x="32629" y="7072"/>
                    </a:cubicBezTo>
                    <a:cubicBezTo>
                      <a:pt x="32974" y="5988"/>
                      <a:pt x="32851" y="4830"/>
                      <a:pt x="32235" y="3869"/>
                    </a:cubicBezTo>
                    <a:cubicBezTo>
                      <a:pt x="32038" y="3597"/>
                      <a:pt x="31841" y="3326"/>
                      <a:pt x="31619" y="3105"/>
                    </a:cubicBezTo>
                    <a:lnTo>
                      <a:pt x="33664" y="2020"/>
                    </a:lnTo>
                    <a:cubicBezTo>
                      <a:pt x="33812" y="1946"/>
                      <a:pt x="33935" y="1872"/>
                      <a:pt x="34083" y="1823"/>
                    </a:cubicBezTo>
                    <a:close/>
                    <a:moveTo>
                      <a:pt x="22382" y="1"/>
                    </a:moveTo>
                    <a:cubicBezTo>
                      <a:pt x="20524" y="1"/>
                      <a:pt x="18562" y="306"/>
                      <a:pt x="16635" y="1034"/>
                    </a:cubicBezTo>
                    <a:cubicBezTo>
                      <a:pt x="16438" y="1108"/>
                      <a:pt x="16266" y="1232"/>
                      <a:pt x="16118" y="1379"/>
                    </a:cubicBezTo>
                    <a:cubicBezTo>
                      <a:pt x="16068" y="1453"/>
                      <a:pt x="16019" y="1552"/>
                      <a:pt x="15994" y="1626"/>
                    </a:cubicBezTo>
                    <a:cubicBezTo>
                      <a:pt x="15970" y="1774"/>
                      <a:pt x="16044" y="1946"/>
                      <a:pt x="16142" y="2020"/>
                    </a:cubicBezTo>
                    <a:cubicBezTo>
                      <a:pt x="16289" y="2114"/>
                      <a:pt x="16451" y="2157"/>
                      <a:pt x="16611" y="2157"/>
                    </a:cubicBezTo>
                    <a:cubicBezTo>
                      <a:pt x="16746" y="2157"/>
                      <a:pt x="16881" y="2126"/>
                      <a:pt x="17005" y="2070"/>
                    </a:cubicBezTo>
                    <a:cubicBezTo>
                      <a:pt x="18759" y="1407"/>
                      <a:pt x="20598" y="1076"/>
                      <a:pt x="22430" y="1076"/>
                    </a:cubicBezTo>
                    <a:cubicBezTo>
                      <a:pt x="24689" y="1076"/>
                      <a:pt x="26938" y="1580"/>
                      <a:pt x="29007" y="2587"/>
                    </a:cubicBezTo>
                    <a:cubicBezTo>
                      <a:pt x="29154" y="2661"/>
                      <a:pt x="29302" y="2735"/>
                      <a:pt x="29426" y="2809"/>
                    </a:cubicBezTo>
                    <a:cubicBezTo>
                      <a:pt x="29647" y="2932"/>
                      <a:pt x="29844" y="3055"/>
                      <a:pt x="30042" y="3203"/>
                    </a:cubicBezTo>
                    <a:cubicBezTo>
                      <a:pt x="30239" y="3326"/>
                      <a:pt x="30411" y="3474"/>
                      <a:pt x="30584" y="3622"/>
                    </a:cubicBezTo>
                    <a:cubicBezTo>
                      <a:pt x="31348" y="4287"/>
                      <a:pt x="31742" y="5076"/>
                      <a:pt x="31742" y="5840"/>
                    </a:cubicBezTo>
                    <a:cubicBezTo>
                      <a:pt x="31717" y="6752"/>
                      <a:pt x="31151" y="7565"/>
                      <a:pt x="30313" y="7910"/>
                    </a:cubicBezTo>
                    <a:cubicBezTo>
                      <a:pt x="29839" y="8136"/>
                      <a:pt x="29302" y="8258"/>
                      <a:pt x="28780" y="8258"/>
                    </a:cubicBezTo>
                    <a:cubicBezTo>
                      <a:pt x="28732" y="8258"/>
                      <a:pt x="28684" y="8257"/>
                      <a:pt x="28637" y="8255"/>
                    </a:cubicBezTo>
                    <a:cubicBezTo>
                      <a:pt x="28366" y="8255"/>
                      <a:pt x="28095" y="8280"/>
                      <a:pt x="27824" y="8378"/>
                    </a:cubicBezTo>
                    <a:lnTo>
                      <a:pt x="27799" y="8378"/>
                    </a:lnTo>
                    <a:cubicBezTo>
                      <a:pt x="27602" y="8477"/>
                      <a:pt x="27503" y="8650"/>
                      <a:pt x="27479" y="8847"/>
                    </a:cubicBezTo>
                    <a:cubicBezTo>
                      <a:pt x="27479" y="8871"/>
                      <a:pt x="27503" y="8921"/>
                      <a:pt x="27503" y="8945"/>
                    </a:cubicBezTo>
                    <a:cubicBezTo>
                      <a:pt x="27553" y="9118"/>
                      <a:pt x="27651" y="9241"/>
                      <a:pt x="27799" y="9290"/>
                    </a:cubicBezTo>
                    <a:cubicBezTo>
                      <a:pt x="27922" y="9340"/>
                      <a:pt x="28070" y="9389"/>
                      <a:pt x="28218" y="9438"/>
                    </a:cubicBezTo>
                    <a:cubicBezTo>
                      <a:pt x="28538" y="9537"/>
                      <a:pt x="28834" y="9635"/>
                      <a:pt x="29130" y="9783"/>
                    </a:cubicBezTo>
                    <a:cubicBezTo>
                      <a:pt x="29352" y="9906"/>
                      <a:pt x="29573" y="10054"/>
                      <a:pt x="29771" y="10227"/>
                    </a:cubicBezTo>
                    <a:cubicBezTo>
                      <a:pt x="29820" y="10276"/>
                      <a:pt x="29869" y="10301"/>
                      <a:pt x="29894" y="10350"/>
                    </a:cubicBezTo>
                    <a:cubicBezTo>
                      <a:pt x="30387" y="10818"/>
                      <a:pt x="30559" y="11508"/>
                      <a:pt x="30313" y="12149"/>
                    </a:cubicBezTo>
                    <a:cubicBezTo>
                      <a:pt x="30017" y="12888"/>
                      <a:pt x="29228" y="13455"/>
                      <a:pt x="28045" y="13800"/>
                    </a:cubicBezTo>
                    <a:cubicBezTo>
                      <a:pt x="27355" y="13973"/>
                      <a:pt x="26641" y="14071"/>
                      <a:pt x="25926" y="14096"/>
                    </a:cubicBezTo>
                    <a:cubicBezTo>
                      <a:pt x="25433" y="14121"/>
                      <a:pt x="25285" y="14392"/>
                      <a:pt x="25261" y="14490"/>
                    </a:cubicBezTo>
                    <a:cubicBezTo>
                      <a:pt x="25211" y="14712"/>
                      <a:pt x="25285" y="14934"/>
                      <a:pt x="25482" y="15057"/>
                    </a:cubicBezTo>
                    <a:cubicBezTo>
                      <a:pt x="25655" y="15156"/>
                      <a:pt x="25852" y="15254"/>
                      <a:pt x="26074" y="15353"/>
                    </a:cubicBezTo>
                    <a:cubicBezTo>
                      <a:pt x="26296" y="15476"/>
                      <a:pt x="26518" y="15575"/>
                      <a:pt x="26641" y="15673"/>
                    </a:cubicBezTo>
                    <a:cubicBezTo>
                      <a:pt x="27799" y="16314"/>
                      <a:pt x="28390" y="17275"/>
                      <a:pt x="28243" y="18211"/>
                    </a:cubicBezTo>
                    <a:cubicBezTo>
                      <a:pt x="28045" y="19444"/>
                      <a:pt x="26641" y="20429"/>
                      <a:pt x="24373" y="20873"/>
                    </a:cubicBezTo>
                    <a:cubicBezTo>
                      <a:pt x="23490" y="21036"/>
                      <a:pt x="22598" y="21119"/>
                      <a:pt x="21706" y="21119"/>
                    </a:cubicBezTo>
                    <a:cubicBezTo>
                      <a:pt x="20434" y="21119"/>
                      <a:pt x="19163" y="20950"/>
                      <a:pt x="17917" y="20602"/>
                    </a:cubicBezTo>
                    <a:cubicBezTo>
                      <a:pt x="17646" y="20553"/>
                      <a:pt x="17375" y="20479"/>
                      <a:pt x="17103" y="20380"/>
                    </a:cubicBezTo>
                    <a:cubicBezTo>
                      <a:pt x="16832" y="20306"/>
                      <a:pt x="16537" y="20208"/>
                      <a:pt x="16266" y="20109"/>
                    </a:cubicBezTo>
                    <a:lnTo>
                      <a:pt x="16093" y="20060"/>
                    </a:lnTo>
                    <a:cubicBezTo>
                      <a:pt x="12421" y="18729"/>
                      <a:pt x="9094" y="16560"/>
                      <a:pt x="6432" y="13726"/>
                    </a:cubicBezTo>
                    <a:cubicBezTo>
                      <a:pt x="986" y="7984"/>
                      <a:pt x="1306" y="3597"/>
                      <a:pt x="1479" y="1478"/>
                    </a:cubicBezTo>
                    <a:cubicBezTo>
                      <a:pt x="1528" y="1084"/>
                      <a:pt x="1528" y="689"/>
                      <a:pt x="1454" y="320"/>
                    </a:cubicBezTo>
                    <a:cubicBezTo>
                      <a:pt x="1405" y="147"/>
                      <a:pt x="1257" y="49"/>
                      <a:pt x="1109" y="49"/>
                    </a:cubicBezTo>
                    <a:cubicBezTo>
                      <a:pt x="1087" y="44"/>
                      <a:pt x="1066" y="42"/>
                      <a:pt x="1044" y="42"/>
                    </a:cubicBezTo>
                    <a:cubicBezTo>
                      <a:pt x="943" y="42"/>
                      <a:pt x="845" y="86"/>
                      <a:pt x="764" y="147"/>
                    </a:cubicBezTo>
                    <a:cubicBezTo>
                      <a:pt x="469" y="443"/>
                      <a:pt x="395" y="1207"/>
                      <a:pt x="370" y="1897"/>
                    </a:cubicBezTo>
                    <a:lnTo>
                      <a:pt x="370" y="2094"/>
                    </a:lnTo>
                    <a:cubicBezTo>
                      <a:pt x="0" y="6579"/>
                      <a:pt x="2711" y="11927"/>
                      <a:pt x="7418" y="16092"/>
                    </a:cubicBezTo>
                    <a:cubicBezTo>
                      <a:pt x="10154" y="18581"/>
                      <a:pt x="13431" y="20405"/>
                      <a:pt x="16980" y="21465"/>
                    </a:cubicBezTo>
                    <a:cubicBezTo>
                      <a:pt x="18459" y="24274"/>
                      <a:pt x="20480" y="28069"/>
                      <a:pt x="23191" y="33171"/>
                    </a:cubicBezTo>
                    <a:cubicBezTo>
                      <a:pt x="23363" y="33516"/>
                      <a:pt x="23757" y="34255"/>
                      <a:pt x="24595" y="34255"/>
                    </a:cubicBezTo>
                    <a:cubicBezTo>
                      <a:pt x="24718" y="34255"/>
                      <a:pt x="24817" y="34255"/>
                      <a:pt x="24940" y="34206"/>
                    </a:cubicBezTo>
                    <a:cubicBezTo>
                      <a:pt x="25236" y="34132"/>
                      <a:pt x="25507" y="34008"/>
                      <a:pt x="25778" y="33861"/>
                    </a:cubicBezTo>
                    <a:lnTo>
                      <a:pt x="44804" y="23756"/>
                    </a:lnTo>
                    <a:lnTo>
                      <a:pt x="45001" y="23658"/>
                    </a:lnTo>
                    <a:cubicBezTo>
                      <a:pt x="45420" y="23461"/>
                      <a:pt x="45913" y="23190"/>
                      <a:pt x="46110" y="22549"/>
                    </a:cubicBezTo>
                    <a:cubicBezTo>
                      <a:pt x="46233" y="22105"/>
                      <a:pt x="46159" y="21637"/>
                      <a:pt x="45913" y="21267"/>
                    </a:cubicBezTo>
                    <a:lnTo>
                      <a:pt x="45839" y="21144"/>
                    </a:lnTo>
                    <a:cubicBezTo>
                      <a:pt x="45641" y="20750"/>
                      <a:pt x="45050" y="19616"/>
                      <a:pt x="44040" y="17768"/>
                    </a:cubicBezTo>
                    <a:lnTo>
                      <a:pt x="43892" y="17472"/>
                    </a:lnTo>
                    <a:cubicBezTo>
                      <a:pt x="43571" y="16856"/>
                      <a:pt x="43177" y="16141"/>
                      <a:pt x="42733" y="15328"/>
                    </a:cubicBezTo>
                    <a:cubicBezTo>
                      <a:pt x="42536" y="14934"/>
                      <a:pt x="42487" y="14490"/>
                      <a:pt x="42635" y="14071"/>
                    </a:cubicBezTo>
                    <a:cubicBezTo>
                      <a:pt x="42635" y="14047"/>
                      <a:pt x="42659" y="13997"/>
                      <a:pt x="42684" y="13973"/>
                    </a:cubicBezTo>
                    <a:cubicBezTo>
                      <a:pt x="42709" y="13997"/>
                      <a:pt x="42733" y="13997"/>
                      <a:pt x="42783" y="14022"/>
                    </a:cubicBezTo>
                    <a:cubicBezTo>
                      <a:pt x="43202" y="14219"/>
                      <a:pt x="43621" y="14392"/>
                      <a:pt x="44064" y="14540"/>
                    </a:cubicBezTo>
                    <a:cubicBezTo>
                      <a:pt x="44360" y="14628"/>
                      <a:pt x="44665" y="14673"/>
                      <a:pt x="44967" y="14673"/>
                    </a:cubicBezTo>
                    <a:cubicBezTo>
                      <a:pt x="45169" y="14673"/>
                      <a:pt x="45370" y="14653"/>
                      <a:pt x="45568" y="14613"/>
                    </a:cubicBezTo>
                    <a:cubicBezTo>
                      <a:pt x="46479" y="14392"/>
                      <a:pt x="47194" y="13677"/>
                      <a:pt x="47564" y="12617"/>
                    </a:cubicBezTo>
                    <a:cubicBezTo>
                      <a:pt x="48180" y="10941"/>
                      <a:pt x="47761" y="8797"/>
                      <a:pt x="46553" y="7171"/>
                    </a:cubicBezTo>
                    <a:cubicBezTo>
                      <a:pt x="45502" y="5783"/>
                      <a:pt x="43983" y="4897"/>
                      <a:pt x="42642" y="4897"/>
                    </a:cubicBezTo>
                    <a:cubicBezTo>
                      <a:pt x="42411" y="4897"/>
                      <a:pt x="42186" y="4923"/>
                      <a:pt x="41969" y="4978"/>
                    </a:cubicBezTo>
                    <a:cubicBezTo>
                      <a:pt x="40984" y="5199"/>
                      <a:pt x="40269" y="5939"/>
                      <a:pt x="39973" y="7023"/>
                    </a:cubicBezTo>
                    <a:cubicBezTo>
                      <a:pt x="39924" y="7146"/>
                      <a:pt x="39899" y="7319"/>
                      <a:pt x="39875" y="7516"/>
                    </a:cubicBezTo>
                    <a:cubicBezTo>
                      <a:pt x="39825" y="7787"/>
                      <a:pt x="39751" y="8083"/>
                      <a:pt x="39653" y="8354"/>
                    </a:cubicBezTo>
                    <a:cubicBezTo>
                      <a:pt x="39579" y="8329"/>
                      <a:pt x="39530" y="8305"/>
                      <a:pt x="39480" y="8280"/>
                    </a:cubicBezTo>
                    <a:cubicBezTo>
                      <a:pt x="38889" y="8033"/>
                      <a:pt x="38790" y="7935"/>
                      <a:pt x="37188" y="4854"/>
                    </a:cubicBezTo>
                    <a:cubicBezTo>
                      <a:pt x="36745" y="4016"/>
                      <a:pt x="36227" y="2981"/>
                      <a:pt x="35537" y="1700"/>
                    </a:cubicBezTo>
                    <a:cubicBezTo>
                      <a:pt x="35321" y="1288"/>
                      <a:pt x="34933" y="572"/>
                      <a:pt x="34139" y="572"/>
                    </a:cubicBezTo>
                    <a:cubicBezTo>
                      <a:pt x="34030" y="572"/>
                      <a:pt x="33913" y="586"/>
                      <a:pt x="33788" y="616"/>
                    </a:cubicBezTo>
                    <a:cubicBezTo>
                      <a:pt x="33516" y="689"/>
                      <a:pt x="33295" y="788"/>
                      <a:pt x="33073" y="936"/>
                    </a:cubicBezTo>
                    <a:cubicBezTo>
                      <a:pt x="32087" y="1453"/>
                      <a:pt x="31249" y="1872"/>
                      <a:pt x="30535" y="2242"/>
                    </a:cubicBezTo>
                    <a:cubicBezTo>
                      <a:pt x="28658" y="965"/>
                      <a:pt x="25683" y="1"/>
                      <a:pt x="223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 name="Google Shape;933;p49">
              <a:extLst>
                <a:ext uri="{FF2B5EF4-FFF2-40B4-BE49-F238E27FC236}">
                  <a16:creationId xmlns:a16="http://schemas.microsoft.com/office/drawing/2014/main" id="{90BAE7DE-DE87-7569-6917-0EFD85F818EF}"/>
                </a:ext>
              </a:extLst>
            </p:cNvPr>
            <p:cNvGrpSpPr/>
            <p:nvPr/>
          </p:nvGrpSpPr>
          <p:grpSpPr>
            <a:xfrm rot="-9141534" flipH="1">
              <a:off x="7264057" y="3310605"/>
              <a:ext cx="690387" cy="956404"/>
              <a:chOff x="225675" y="2827425"/>
              <a:chExt cx="480775" cy="666025"/>
            </a:xfrm>
          </p:grpSpPr>
          <p:sp>
            <p:nvSpPr>
              <p:cNvPr id="37" name="Google Shape;934;p49">
                <a:extLst>
                  <a:ext uri="{FF2B5EF4-FFF2-40B4-BE49-F238E27FC236}">
                    <a16:creationId xmlns:a16="http://schemas.microsoft.com/office/drawing/2014/main" id="{D252B267-4CD5-F0C0-07BC-636FCDF8050E}"/>
                  </a:ext>
                </a:extLst>
              </p:cNvPr>
              <p:cNvSpPr/>
              <p:nvPr/>
            </p:nvSpPr>
            <p:spPr>
              <a:xfrm>
                <a:off x="274750" y="3074425"/>
                <a:ext cx="107275" cy="50525"/>
              </a:xfrm>
              <a:custGeom>
                <a:avLst/>
                <a:gdLst/>
                <a:ahLst/>
                <a:cxnLst/>
                <a:rect l="l" t="t" r="r" b="b"/>
                <a:pathLst>
                  <a:path w="4291" h="2021" extrusionOk="0">
                    <a:moveTo>
                      <a:pt x="308" y="0"/>
                    </a:moveTo>
                    <a:cubicBezTo>
                      <a:pt x="254" y="0"/>
                      <a:pt x="214" y="26"/>
                      <a:pt x="181" y="83"/>
                    </a:cubicBezTo>
                    <a:cubicBezTo>
                      <a:pt x="0" y="422"/>
                      <a:pt x="1759" y="2020"/>
                      <a:pt x="3458" y="2020"/>
                    </a:cubicBezTo>
                    <a:cubicBezTo>
                      <a:pt x="3678" y="2020"/>
                      <a:pt x="3897" y="1993"/>
                      <a:pt x="4111" y="1933"/>
                    </a:cubicBezTo>
                    <a:cubicBezTo>
                      <a:pt x="4290" y="1882"/>
                      <a:pt x="4277" y="1614"/>
                      <a:pt x="4086" y="1576"/>
                    </a:cubicBezTo>
                    <a:cubicBezTo>
                      <a:pt x="3435" y="1474"/>
                      <a:pt x="2810" y="1269"/>
                      <a:pt x="2210" y="976"/>
                    </a:cubicBezTo>
                    <a:cubicBezTo>
                      <a:pt x="975" y="415"/>
                      <a:pt x="524" y="0"/>
                      <a:pt x="30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935;p49">
                <a:extLst>
                  <a:ext uri="{FF2B5EF4-FFF2-40B4-BE49-F238E27FC236}">
                    <a16:creationId xmlns:a16="http://schemas.microsoft.com/office/drawing/2014/main" id="{31781010-3684-8993-75B0-7A22DE4461B8}"/>
                  </a:ext>
                </a:extLst>
              </p:cNvPr>
              <p:cNvSpPr/>
              <p:nvPr/>
            </p:nvSpPr>
            <p:spPr>
              <a:xfrm>
                <a:off x="439275" y="2950675"/>
                <a:ext cx="41625" cy="138075"/>
              </a:xfrm>
              <a:custGeom>
                <a:avLst/>
                <a:gdLst/>
                <a:ahLst/>
                <a:cxnLst/>
                <a:rect l="l" t="t" r="r" b="b"/>
                <a:pathLst>
                  <a:path w="1665" h="5523" extrusionOk="0">
                    <a:moveTo>
                      <a:pt x="387" y="0"/>
                    </a:moveTo>
                    <a:cubicBezTo>
                      <a:pt x="285" y="0"/>
                      <a:pt x="188" y="99"/>
                      <a:pt x="223" y="222"/>
                    </a:cubicBezTo>
                    <a:cubicBezTo>
                      <a:pt x="414" y="949"/>
                      <a:pt x="542" y="1689"/>
                      <a:pt x="606" y="2430"/>
                    </a:cubicBezTo>
                    <a:lnTo>
                      <a:pt x="593" y="2749"/>
                    </a:lnTo>
                    <a:cubicBezTo>
                      <a:pt x="606" y="3648"/>
                      <a:pt x="53" y="5275"/>
                      <a:pt x="44" y="5275"/>
                    </a:cubicBezTo>
                    <a:cubicBezTo>
                      <a:pt x="44" y="5275"/>
                      <a:pt x="44" y="5275"/>
                      <a:pt x="44" y="5275"/>
                    </a:cubicBezTo>
                    <a:lnTo>
                      <a:pt x="44" y="5275"/>
                    </a:lnTo>
                    <a:cubicBezTo>
                      <a:pt x="1" y="5414"/>
                      <a:pt x="110" y="5523"/>
                      <a:pt x="225" y="5523"/>
                    </a:cubicBezTo>
                    <a:cubicBezTo>
                      <a:pt x="280" y="5523"/>
                      <a:pt x="335" y="5498"/>
                      <a:pt x="376" y="5441"/>
                    </a:cubicBezTo>
                    <a:cubicBezTo>
                      <a:pt x="1665" y="3616"/>
                      <a:pt x="1563" y="1358"/>
                      <a:pt x="516" y="69"/>
                    </a:cubicBezTo>
                    <a:cubicBezTo>
                      <a:pt x="481" y="21"/>
                      <a:pt x="433" y="0"/>
                      <a:pt x="3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936;p49">
                <a:extLst>
                  <a:ext uri="{FF2B5EF4-FFF2-40B4-BE49-F238E27FC236}">
                    <a16:creationId xmlns:a16="http://schemas.microsoft.com/office/drawing/2014/main" id="{DD301E7C-B3B2-5DC5-FAFE-C1CA369DF9C0}"/>
                  </a:ext>
                </a:extLst>
              </p:cNvPr>
              <p:cNvSpPr/>
              <p:nvPr/>
            </p:nvSpPr>
            <p:spPr>
              <a:xfrm>
                <a:off x="351650" y="3307125"/>
                <a:ext cx="184375" cy="53850"/>
              </a:xfrm>
              <a:custGeom>
                <a:avLst/>
                <a:gdLst/>
                <a:ahLst/>
                <a:cxnLst/>
                <a:rect l="l" t="t" r="r" b="b"/>
                <a:pathLst>
                  <a:path w="7375" h="2154" extrusionOk="0">
                    <a:moveTo>
                      <a:pt x="243" y="1"/>
                    </a:moveTo>
                    <a:cubicBezTo>
                      <a:pt x="103" y="1"/>
                      <a:pt x="1" y="178"/>
                      <a:pt x="117" y="294"/>
                    </a:cubicBezTo>
                    <a:lnTo>
                      <a:pt x="117" y="307"/>
                    </a:lnTo>
                    <a:cubicBezTo>
                      <a:pt x="1223" y="1395"/>
                      <a:pt x="2934" y="2153"/>
                      <a:pt x="4770" y="2153"/>
                    </a:cubicBezTo>
                    <a:cubicBezTo>
                      <a:pt x="5561" y="2153"/>
                      <a:pt x="6375" y="2013"/>
                      <a:pt x="7173" y="1698"/>
                    </a:cubicBezTo>
                    <a:cubicBezTo>
                      <a:pt x="7374" y="1615"/>
                      <a:pt x="7312" y="1335"/>
                      <a:pt x="7119" y="1335"/>
                    </a:cubicBezTo>
                    <a:cubicBezTo>
                      <a:pt x="7104" y="1335"/>
                      <a:pt x="7088" y="1337"/>
                      <a:pt x="7071" y="1341"/>
                    </a:cubicBezTo>
                    <a:cubicBezTo>
                      <a:pt x="6261" y="1444"/>
                      <a:pt x="5931" y="1488"/>
                      <a:pt x="5495" y="1488"/>
                    </a:cubicBezTo>
                    <a:cubicBezTo>
                      <a:pt x="5231" y="1488"/>
                      <a:pt x="4928" y="1472"/>
                      <a:pt x="4455" y="1443"/>
                    </a:cubicBezTo>
                    <a:cubicBezTo>
                      <a:pt x="4162" y="1404"/>
                      <a:pt x="3881" y="1379"/>
                      <a:pt x="3600" y="1302"/>
                    </a:cubicBezTo>
                    <a:cubicBezTo>
                      <a:pt x="2439" y="1060"/>
                      <a:pt x="1342" y="626"/>
                      <a:pt x="334" y="26"/>
                    </a:cubicBezTo>
                    <a:cubicBezTo>
                      <a:pt x="303" y="9"/>
                      <a:pt x="272" y="1"/>
                      <a:pt x="2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937;p49">
                <a:extLst>
                  <a:ext uri="{FF2B5EF4-FFF2-40B4-BE49-F238E27FC236}">
                    <a16:creationId xmlns:a16="http://schemas.microsoft.com/office/drawing/2014/main" id="{6A503DC8-3AA1-8C10-9E86-8CB0A0F7C32F}"/>
                  </a:ext>
                </a:extLst>
              </p:cNvPr>
              <p:cNvSpPr/>
              <p:nvPr/>
            </p:nvSpPr>
            <p:spPr>
              <a:xfrm>
                <a:off x="603250" y="3121150"/>
                <a:ext cx="71950" cy="178200"/>
              </a:xfrm>
              <a:custGeom>
                <a:avLst/>
                <a:gdLst/>
                <a:ahLst/>
                <a:cxnLst/>
                <a:rect l="l" t="t" r="r" b="b"/>
                <a:pathLst>
                  <a:path w="2878" h="7128" extrusionOk="0">
                    <a:moveTo>
                      <a:pt x="1727" y="0"/>
                    </a:moveTo>
                    <a:cubicBezTo>
                      <a:pt x="1707" y="0"/>
                      <a:pt x="1685" y="4"/>
                      <a:pt x="1665" y="13"/>
                    </a:cubicBezTo>
                    <a:cubicBezTo>
                      <a:pt x="1576" y="38"/>
                      <a:pt x="1525" y="128"/>
                      <a:pt x="1537" y="217"/>
                    </a:cubicBezTo>
                    <a:cubicBezTo>
                      <a:pt x="1627" y="791"/>
                      <a:pt x="1652" y="1378"/>
                      <a:pt x="1639" y="1953"/>
                    </a:cubicBezTo>
                    <a:cubicBezTo>
                      <a:pt x="1663" y="4331"/>
                      <a:pt x="109" y="6821"/>
                      <a:pt x="48" y="6886"/>
                    </a:cubicBezTo>
                    <a:lnTo>
                      <a:pt x="48" y="6886"/>
                    </a:lnTo>
                    <a:cubicBezTo>
                      <a:pt x="51" y="6879"/>
                      <a:pt x="54" y="6872"/>
                      <a:pt x="57" y="6865"/>
                    </a:cubicBezTo>
                    <a:lnTo>
                      <a:pt x="57" y="6865"/>
                    </a:lnTo>
                    <a:cubicBezTo>
                      <a:pt x="49" y="6880"/>
                      <a:pt x="45" y="6888"/>
                      <a:pt x="46" y="6888"/>
                    </a:cubicBezTo>
                    <a:cubicBezTo>
                      <a:pt x="47" y="6888"/>
                      <a:pt x="47" y="6887"/>
                      <a:pt x="48" y="6886"/>
                    </a:cubicBezTo>
                    <a:lnTo>
                      <a:pt x="48" y="6886"/>
                    </a:lnTo>
                    <a:cubicBezTo>
                      <a:pt x="1" y="7013"/>
                      <a:pt x="102" y="7127"/>
                      <a:pt x="213" y="7127"/>
                    </a:cubicBezTo>
                    <a:cubicBezTo>
                      <a:pt x="251" y="7127"/>
                      <a:pt x="290" y="7114"/>
                      <a:pt x="325" y="7082"/>
                    </a:cubicBezTo>
                    <a:cubicBezTo>
                      <a:pt x="1920" y="5538"/>
                      <a:pt x="2877" y="2718"/>
                      <a:pt x="1895" y="115"/>
                    </a:cubicBezTo>
                    <a:cubicBezTo>
                      <a:pt x="1865" y="46"/>
                      <a:pt x="1798" y="0"/>
                      <a:pt x="17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938;p49">
                <a:extLst>
                  <a:ext uri="{FF2B5EF4-FFF2-40B4-BE49-F238E27FC236}">
                    <a16:creationId xmlns:a16="http://schemas.microsoft.com/office/drawing/2014/main" id="{38F5B6A0-E44E-3DDA-7A3F-BA3A52FB308D}"/>
                  </a:ext>
                </a:extLst>
              </p:cNvPr>
              <p:cNvSpPr/>
              <p:nvPr/>
            </p:nvSpPr>
            <p:spPr>
              <a:xfrm>
                <a:off x="369225" y="3226625"/>
                <a:ext cx="107950" cy="38250"/>
              </a:xfrm>
              <a:custGeom>
                <a:avLst/>
                <a:gdLst/>
                <a:ahLst/>
                <a:cxnLst/>
                <a:rect l="l" t="t" r="r" b="b"/>
                <a:pathLst>
                  <a:path w="4318" h="1530" extrusionOk="0">
                    <a:moveTo>
                      <a:pt x="154" y="0"/>
                    </a:moveTo>
                    <a:cubicBezTo>
                      <a:pt x="88" y="0"/>
                      <a:pt x="53" y="33"/>
                      <a:pt x="26" y="107"/>
                    </a:cubicBezTo>
                    <a:cubicBezTo>
                      <a:pt x="1" y="171"/>
                      <a:pt x="13" y="247"/>
                      <a:pt x="64" y="298"/>
                    </a:cubicBezTo>
                    <a:cubicBezTo>
                      <a:pt x="946" y="1209"/>
                      <a:pt x="2248" y="1529"/>
                      <a:pt x="3162" y="1529"/>
                    </a:cubicBezTo>
                    <a:cubicBezTo>
                      <a:pt x="3849" y="1529"/>
                      <a:pt x="4317" y="1349"/>
                      <a:pt x="4224" y="1102"/>
                    </a:cubicBezTo>
                    <a:cubicBezTo>
                      <a:pt x="4135" y="860"/>
                      <a:pt x="3714" y="1064"/>
                      <a:pt x="2604" y="783"/>
                    </a:cubicBezTo>
                    <a:cubicBezTo>
                      <a:pt x="927" y="362"/>
                      <a:pt x="373" y="0"/>
                      <a:pt x="1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939;p49">
                <a:extLst>
                  <a:ext uri="{FF2B5EF4-FFF2-40B4-BE49-F238E27FC236}">
                    <a16:creationId xmlns:a16="http://schemas.microsoft.com/office/drawing/2014/main" id="{C38F051E-60AF-DEF9-9E4B-64EADDF0E19B}"/>
                  </a:ext>
                </a:extLst>
              </p:cNvPr>
              <p:cNvSpPr/>
              <p:nvPr/>
            </p:nvSpPr>
            <p:spPr>
              <a:xfrm>
                <a:off x="532350" y="3097825"/>
                <a:ext cx="31825" cy="114575"/>
              </a:xfrm>
              <a:custGeom>
                <a:avLst/>
                <a:gdLst/>
                <a:ahLst/>
                <a:cxnLst/>
                <a:rect l="l" t="t" r="r" b="b"/>
                <a:pathLst>
                  <a:path w="1273" h="4583" extrusionOk="0">
                    <a:moveTo>
                      <a:pt x="651" y="0"/>
                    </a:moveTo>
                    <a:cubicBezTo>
                      <a:pt x="570" y="0"/>
                      <a:pt x="488" y="56"/>
                      <a:pt x="481" y="155"/>
                    </a:cubicBezTo>
                    <a:cubicBezTo>
                      <a:pt x="443" y="563"/>
                      <a:pt x="405" y="1686"/>
                      <a:pt x="354" y="2286"/>
                    </a:cubicBezTo>
                    <a:cubicBezTo>
                      <a:pt x="303" y="2975"/>
                      <a:pt x="201" y="3677"/>
                      <a:pt x="35" y="4353"/>
                    </a:cubicBezTo>
                    <a:cubicBezTo>
                      <a:pt x="0" y="4483"/>
                      <a:pt x="106" y="4583"/>
                      <a:pt x="217" y="4583"/>
                    </a:cubicBezTo>
                    <a:cubicBezTo>
                      <a:pt x="270" y="4583"/>
                      <a:pt x="325" y="4560"/>
                      <a:pt x="366" y="4506"/>
                    </a:cubicBezTo>
                    <a:cubicBezTo>
                      <a:pt x="1221" y="3383"/>
                      <a:pt x="1272" y="1354"/>
                      <a:pt x="813" y="117"/>
                    </a:cubicBezTo>
                    <a:cubicBezTo>
                      <a:pt x="785" y="37"/>
                      <a:pt x="718" y="0"/>
                      <a:pt x="6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940;p49">
                <a:extLst>
                  <a:ext uri="{FF2B5EF4-FFF2-40B4-BE49-F238E27FC236}">
                    <a16:creationId xmlns:a16="http://schemas.microsoft.com/office/drawing/2014/main" id="{BB43F3FC-12AF-77A1-679D-C1026D6142BA}"/>
                  </a:ext>
                </a:extLst>
              </p:cNvPr>
              <p:cNvSpPr/>
              <p:nvPr/>
            </p:nvSpPr>
            <p:spPr>
              <a:xfrm>
                <a:off x="266500" y="2989975"/>
                <a:ext cx="62875" cy="35800"/>
              </a:xfrm>
              <a:custGeom>
                <a:avLst/>
                <a:gdLst/>
                <a:ahLst/>
                <a:cxnLst/>
                <a:rect l="l" t="t" r="r" b="b"/>
                <a:pathLst>
                  <a:path w="2515" h="1432" extrusionOk="0">
                    <a:moveTo>
                      <a:pt x="243" y="1"/>
                    </a:moveTo>
                    <a:cubicBezTo>
                      <a:pt x="150" y="1"/>
                      <a:pt x="63" y="62"/>
                      <a:pt x="52" y="156"/>
                    </a:cubicBezTo>
                    <a:cubicBezTo>
                      <a:pt x="1" y="524"/>
                      <a:pt x="1610" y="1431"/>
                      <a:pt x="2254" y="1431"/>
                    </a:cubicBezTo>
                    <a:cubicBezTo>
                      <a:pt x="2414" y="1431"/>
                      <a:pt x="2515" y="1375"/>
                      <a:pt x="2515" y="1240"/>
                    </a:cubicBezTo>
                    <a:cubicBezTo>
                      <a:pt x="2515" y="972"/>
                      <a:pt x="1149" y="117"/>
                      <a:pt x="269" y="3"/>
                    </a:cubicBezTo>
                    <a:cubicBezTo>
                      <a:pt x="260" y="1"/>
                      <a:pt x="251" y="1"/>
                      <a:pt x="2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941;p49">
                <a:extLst>
                  <a:ext uri="{FF2B5EF4-FFF2-40B4-BE49-F238E27FC236}">
                    <a16:creationId xmlns:a16="http://schemas.microsoft.com/office/drawing/2014/main" id="{1292FC7F-FA3F-C4CE-A0A0-0DE20ED7CC1C}"/>
                  </a:ext>
                </a:extLst>
              </p:cNvPr>
              <p:cNvSpPr/>
              <p:nvPr/>
            </p:nvSpPr>
            <p:spPr>
              <a:xfrm>
                <a:off x="368275" y="2910900"/>
                <a:ext cx="31525" cy="85550"/>
              </a:xfrm>
              <a:custGeom>
                <a:avLst/>
                <a:gdLst/>
                <a:ahLst/>
                <a:cxnLst/>
                <a:rect l="l" t="t" r="r" b="b"/>
                <a:pathLst>
                  <a:path w="1261" h="3422" extrusionOk="0">
                    <a:moveTo>
                      <a:pt x="531" y="1"/>
                    </a:moveTo>
                    <a:cubicBezTo>
                      <a:pt x="443" y="1"/>
                      <a:pt x="354" y="60"/>
                      <a:pt x="332" y="167"/>
                    </a:cubicBezTo>
                    <a:cubicBezTo>
                      <a:pt x="282" y="480"/>
                      <a:pt x="11" y="3245"/>
                      <a:pt x="1" y="3245"/>
                    </a:cubicBezTo>
                    <a:cubicBezTo>
                      <a:pt x="0" y="3245"/>
                      <a:pt x="0" y="3244"/>
                      <a:pt x="0" y="3242"/>
                    </a:cubicBezTo>
                    <a:lnTo>
                      <a:pt x="0" y="3242"/>
                    </a:lnTo>
                    <a:cubicBezTo>
                      <a:pt x="0" y="3344"/>
                      <a:pt x="77" y="3421"/>
                      <a:pt x="166" y="3421"/>
                    </a:cubicBezTo>
                    <a:cubicBezTo>
                      <a:pt x="169" y="3421"/>
                      <a:pt x="171" y="3421"/>
                      <a:pt x="174" y="3421"/>
                    </a:cubicBezTo>
                    <a:cubicBezTo>
                      <a:pt x="571" y="3421"/>
                      <a:pt x="1260" y="1460"/>
                      <a:pt x="702" y="116"/>
                    </a:cubicBezTo>
                    <a:cubicBezTo>
                      <a:pt x="668" y="37"/>
                      <a:pt x="600" y="1"/>
                      <a:pt x="5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942;p49">
                <a:extLst>
                  <a:ext uri="{FF2B5EF4-FFF2-40B4-BE49-F238E27FC236}">
                    <a16:creationId xmlns:a16="http://schemas.microsoft.com/office/drawing/2014/main" id="{C9DF32E2-DED9-6EE4-C830-166AF7CCF39C}"/>
                  </a:ext>
                </a:extLst>
              </p:cNvPr>
              <p:cNvSpPr/>
              <p:nvPr/>
            </p:nvSpPr>
            <p:spPr>
              <a:xfrm>
                <a:off x="225675" y="2827425"/>
                <a:ext cx="480775" cy="666025"/>
              </a:xfrm>
              <a:custGeom>
                <a:avLst/>
                <a:gdLst/>
                <a:ahLst/>
                <a:cxnLst/>
                <a:rect l="l" t="t" r="r" b="b"/>
                <a:pathLst>
                  <a:path w="19231" h="26641" extrusionOk="0">
                    <a:moveTo>
                      <a:pt x="1787" y="724"/>
                    </a:moveTo>
                    <a:cubicBezTo>
                      <a:pt x="1863" y="775"/>
                      <a:pt x="1953" y="852"/>
                      <a:pt x="2029" y="903"/>
                    </a:cubicBezTo>
                    <a:cubicBezTo>
                      <a:pt x="2655" y="1439"/>
                      <a:pt x="3369" y="1834"/>
                      <a:pt x="4135" y="2102"/>
                    </a:cubicBezTo>
                    <a:cubicBezTo>
                      <a:pt x="4824" y="2332"/>
                      <a:pt x="5462" y="2510"/>
                      <a:pt x="6087" y="2676"/>
                    </a:cubicBezTo>
                    <a:cubicBezTo>
                      <a:pt x="7172" y="2970"/>
                      <a:pt x="8193" y="3251"/>
                      <a:pt x="9163" y="3735"/>
                    </a:cubicBezTo>
                    <a:cubicBezTo>
                      <a:pt x="11727" y="5037"/>
                      <a:pt x="11447" y="6594"/>
                      <a:pt x="11191" y="7972"/>
                    </a:cubicBezTo>
                    <a:cubicBezTo>
                      <a:pt x="11051" y="8763"/>
                      <a:pt x="10898" y="9567"/>
                      <a:pt x="11587" y="9988"/>
                    </a:cubicBezTo>
                    <a:cubicBezTo>
                      <a:pt x="11838" y="10145"/>
                      <a:pt x="12102" y="10197"/>
                      <a:pt x="12365" y="10197"/>
                    </a:cubicBezTo>
                    <a:cubicBezTo>
                      <a:pt x="12635" y="10197"/>
                      <a:pt x="12904" y="10142"/>
                      <a:pt x="13157" y="10090"/>
                    </a:cubicBezTo>
                    <a:cubicBezTo>
                      <a:pt x="13322" y="10065"/>
                      <a:pt x="13463" y="10039"/>
                      <a:pt x="13590" y="10027"/>
                    </a:cubicBezTo>
                    <a:cubicBezTo>
                      <a:pt x="13774" y="10006"/>
                      <a:pt x="14021" y="9987"/>
                      <a:pt x="14306" y="9987"/>
                    </a:cubicBezTo>
                    <a:cubicBezTo>
                      <a:pt x="15248" y="9987"/>
                      <a:pt x="16605" y="10191"/>
                      <a:pt x="17457" y="11200"/>
                    </a:cubicBezTo>
                    <a:cubicBezTo>
                      <a:pt x="18210" y="12107"/>
                      <a:pt x="18567" y="13446"/>
                      <a:pt x="18414" y="14876"/>
                    </a:cubicBezTo>
                    <a:cubicBezTo>
                      <a:pt x="18159" y="17377"/>
                      <a:pt x="16691" y="19852"/>
                      <a:pt x="14675" y="21205"/>
                    </a:cubicBezTo>
                    <a:cubicBezTo>
                      <a:pt x="13833" y="18589"/>
                      <a:pt x="12161" y="16649"/>
                      <a:pt x="10553" y="14773"/>
                    </a:cubicBezTo>
                    <a:cubicBezTo>
                      <a:pt x="9673" y="13804"/>
                      <a:pt x="8856" y="12770"/>
                      <a:pt x="8103" y="11711"/>
                    </a:cubicBezTo>
                    <a:cubicBezTo>
                      <a:pt x="6215" y="8942"/>
                      <a:pt x="4467" y="5713"/>
                      <a:pt x="2604" y="1528"/>
                    </a:cubicBezTo>
                    <a:cubicBezTo>
                      <a:pt x="2565" y="1464"/>
                      <a:pt x="2501" y="1400"/>
                      <a:pt x="2425" y="1375"/>
                    </a:cubicBezTo>
                    <a:lnTo>
                      <a:pt x="2425" y="1388"/>
                    </a:lnTo>
                    <a:cubicBezTo>
                      <a:pt x="2387" y="1368"/>
                      <a:pt x="2345" y="1359"/>
                      <a:pt x="2305" y="1359"/>
                    </a:cubicBezTo>
                    <a:cubicBezTo>
                      <a:pt x="2265" y="1359"/>
                      <a:pt x="2227" y="1368"/>
                      <a:pt x="2195" y="1388"/>
                    </a:cubicBezTo>
                    <a:cubicBezTo>
                      <a:pt x="2119" y="1413"/>
                      <a:pt x="2055" y="1477"/>
                      <a:pt x="2029" y="1553"/>
                    </a:cubicBezTo>
                    <a:cubicBezTo>
                      <a:pt x="2004" y="1630"/>
                      <a:pt x="2004" y="1719"/>
                      <a:pt x="2029" y="1796"/>
                    </a:cubicBezTo>
                    <a:cubicBezTo>
                      <a:pt x="3918" y="6007"/>
                      <a:pt x="5679" y="9274"/>
                      <a:pt x="7593" y="12068"/>
                    </a:cubicBezTo>
                    <a:cubicBezTo>
                      <a:pt x="8359" y="13153"/>
                      <a:pt x="9188" y="14199"/>
                      <a:pt x="10081" y="15195"/>
                    </a:cubicBezTo>
                    <a:cubicBezTo>
                      <a:pt x="11766" y="17147"/>
                      <a:pt x="13361" y="19010"/>
                      <a:pt x="14139" y="21549"/>
                    </a:cubicBezTo>
                    <a:cubicBezTo>
                      <a:pt x="13858" y="21715"/>
                      <a:pt x="13552" y="21843"/>
                      <a:pt x="13246" y="21958"/>
                    </a:cubicBezTo>
                    <a:cubicBezTo>
                      <a:pt x="12054" y="22382"/>
                      <a:pt x="10914" y="22565"/>
                      <a:pt x="9864" y="22565"/>
                    </a:cubicBezTo>
                    <a:cubicBezTo>
                      <a:pt x="7442" y="22565"/>
                      <a:pt x="5498" y="21591"/>
                      <a:pt x="4492" y="20363"/>
                    </a:cubicBezTo>
                    <a:cubicBezTo>
                      <a:pt x="3165" y="18780"/>
                      <a:pt x="3777" y="17147"/>
                      <a:pt x="4454" y="15896"/>
                    </a:cubicBezTo>
                    <a:cubicBezTo>
                      <a:pt x="4620" y="15577"/>
                      <a:pt x="4798" y="15284"/>
                      <a:pt x="4964" y="15016"/>
                    </a:cubicBezTo>
                    <a:cubicBezTo>
                      <a:pt x="5270" y="14531"/>
                      <a:pt x="5500" y="14148"/>
                      <a:pt x="5551" y="13842"/>
                    </a:cubicBezTo>
                    <a:cubicBezTo>
                      <a:pt x="5717" y="12898"/>
                      <a:pt x="4888" y="12668"/>
                      <a:pt x="4084" y="12451"/>
                    </a:cubicBezTo>
                    <a:cubicBezTo>
                      <a:pt x="3382" y="12260"/>
                      <a:pt x="2514" y="12017"/>
                      <a:pt x="1914" y="11303"/>
                    </a:cubicBezTo>
                    <a:cubicBezTo>
                      <a:pt x="664" y="9784"/>
                      <a:pt x="1174" y="7385"/>
                      <a:pt x="1621" y="5254"/>
                    </a:cubicBezTo>
                    <a:cubicBezTo>
                      <a:pt x="1863" y="4144"/>
                      <a:pt x="2080" y="3072"/>
                      <a:pt x="2017" y="2268"/>
                    </a:cubicBezTo>
                    <a:cubicBezTo>
                      <a:pt x="1978" y="1809"/>
                      <a:pt x="1914" y="1362"/>
                      <a:pt x="1812" y="915"/>
                    </a:cubicBezTo>
                    <a:cubicBezTo>
                      <a:pt x="1800" y="852"/>
                      <a:pt x="1787" y="775"/>
                      <a:pt x="1787" y="724"/>
                    </a:cubicBezTo>
                    <a:close/>
                    <a:moveTo>
                      <a:pt x="1633" y="0"/>
                    </a:moveTo>
                    <a:cubicBezTo>
                      <a:pt x="1587" y="0"/>
                      <a:pt x="1540" y="7"/>
                      <a:pt x="1493" y="22"/>
                    </a:cubicBezTo>
                    <a:cubicBezTo>
                      <a:pt x="1327" y="86"/>
                      <a:pt x="1213" y="239"/>
                      <a:pt x="1174" y="418"/>
                    </a:cubicBezTo>
                    <a:cubicBezTo>
                      <a:pt x="1136" y="622"/>
                      <a:pt x="1149" y="852"/>
                      <a:pt x="1213" y="1056"/>
                    </a:cubicBezTo>
                    <a:cubicBezTo>
                      <a:pt x="1302" y="1477"/>
                      <a:pt x="1366" y="1898"/>
                      <a:pt x="1404" y="2332"/>
                    </a:cubicBezTo>
                    <a:cubicBezTo>
                      <a:pt x="1468" y="3046"/>
                      <a:pt x="1238" y="4067"/>
                      <a:pt x="1021" y="5139"/>
                    </a:cubicBezTo>
                    <a:cubicBezTo>
                      <a:pt x="549" y="7398"/>
                      <a:pt x="0" y="9963"/>
                      <a:pt x="1442" y="11711"/>
                    </a:cubicBezTo>
                    <a:cubicBezTo>
                      <a:pt x="2170" y="12579"/>
                      <a:pt x="3152" y="12847"/>
                      <a:pt x="3931" y="13064"/>
                    </a:cubicBezTo>
                    <a:cubicBezTo>
                      <a:pt x="4849" y="13319"/>
                      <a:pt x="5003" y="13421"/>
                      <a:pt x="4951" y="13740"/>
                    </a:cubicBezTo>
                    <a:cubicBezTo>
                      <a:pt x="4913" y="13931"/>
                      <a:pt x="4684" y="14301"/>
                      <a:pt x="4441" y="14697"/>
                    </a:cubicBezTo>
                    <a:cubicBezTo>
                      <a:pt x="3586" y="16113"/>
                      <a:pt x="2131" y="18500"/>
                      <a:pt x="4020" y="20758"/>
                    </a:cubicBezTo>
                    <a:cubicBezTo>
                      <a:pt x="5447" y="22484"/>
                      <a:pt x="7658" y="23160"/>
                      <a:pt x="9840" y="23160"/>
                    </a:cubicBezTo>
                    <a:cubicBezTo>
                      <a:pt x="11112" y="23160"/>
                      <a:pt x="12373" y="22930"/>
                      <a:pt x="13463" y="22545"/>
                    </a:cubicBezTo>
                    <a:cubicBezTo>
                      <a:pt x="13756" y="22443"/>
                      <a:pt x="14050" y="22302"/>
                      <a:pt x="14318" y="22162"/>
                    </a:cubicBezTo>
                    <a:cubicBezTo>
                      <a:pt x="14637" y="23515"/>
                      <a:pt x="14726" y="24918"/>
                      <a:pt x="14586" y="26309"/>
                    </a:cubicBezTo>
                    <a:cubicBezTo>
                      <a:pt x="14573" y="26475"/>
                      <a:pt x="14688" y="26628"/>
                      <a:pt x="14867" y="26641"/>
                    </a:cubicBezTo>
                    <a:lnTo>
                      <a:pt x="14892" y="26641"/>
                    </a:lnTo>
                    <a:cubicBezTo>
                      <a:pt x="15007" y="26641"/>
                      <a:pt x="15109" y="26577"/>
                      <a:pt x="15173" y="26488"/>
                    </a:cubicBezTo>
                    <a:cubicBezTo>
                      <a:pt x="15186" y="26450"/>
                      <a:pt x="15198" y="26411"/>
                      <a:pt x="15211" y="26360"/>
                    </a:cubicBezTo>
                    <a:cubicBezTo>
                      <a:pt x="15364" y="24854"/>
                      <a:pt x="15249" y="23323"/>
                      <a:pt x="14892" y="21856"/>
                    </a:cubicBezTo>
                    <a:cubicBezTo>
                      <a:pt x="16168" y="21001"/>
                      <a:pt x="17214" y="19839"/>
                      <a:pt x="17942" y="18487"/>
                    </a:cubicBezTo>
                    <a:cubicBezTo>
                      <a:pt x="18542" y="17389"/>
                      <a:pt x="18924" y="16190"/>
                      <a:pt x="19065" y="14952"/>
                    </a:cubicBezTo>
                    <a:cubicBezTo>
                      <a:pt x="19231" y="13357"/>
                      <a:pt x="18822" y="11851"/>
                      <a:pt x="17942" y="10805"/>
                    </a:cubicBezTo>
                    <a:lnTo>
                      <a:pt x="17929" y="10818"/>
                    </a:lnTo>
                    <a:cubicBezTo>
                      <a:pt x="16909" y="9607"/>
                      <a:pt x="15332" y="9377"/>
                      <a:pt x="14274" y="9377"/>
                    </a:cubicBezTo>
                    <a:cubicBezTo>
                      <a:pt x="13982" y="9377"/>
                      <a:pt x="13730" y="9395"/>
                      <a:pt x="13539" y="9414"/>
                    </a:cubicBezTo>
                    <a:cubicBezTo>
                      <a:pt x="13374" y="9427"/>
                      <a:pt x="13195" y="9465"/>
                      <a:pt x="13042" y="9491"/>
                    </a:cubicBezTo>
                    <a:cubicBezTo>
                      <a:pt x="12814" y="9540"/>
                      <a:pt x="12587" y="9586"/>
                      <a:pt x="12377" y="9586"/>
                    </a:cubicBezTo>
                    <a:cubicBezTo>
                      <a:pt x="12210" y="9586"/>
                      <a:pt x="12055" y="9557"/>
                      <a:pt x="11919" y="9478"/>
                    </a:cubicBezTo>
                    <a:cubicBezTo>
                      <a:pt x="11625" y="9299"/>
                      <a:pt x="11664" y="8916"/>
                      <a:pt x="11817" y="8100"/>
                    </a:cubicBezTo>
                    <a:cubicBezTo>
                      <a:pt x="12072" y="6658"/>
                      <a:pt x="12429" y="4705"/>
                      <a:pt x="9443" y="3200"/>
                    </a:cubicBezTo>
                    <a:cubicBezTo>
                      <a:pt x="8422" y="2676"/>
                      <a:pt x="7376" y="2396"/>
                      <a:pt x="6253" y="2089"/>
                    </a:cubicBezTo>
                    <a:cubicBezTo>
                      <a:pt x="5653" y="1923"/>
                      <a:pt x="5015" y="1745"/>
                      <a:pt x="4339" y="1528"/>
                    </a:cubicBezTo>
                    <a:cubicBezTo>
                      <a:pt x="3637" y="1285"/>
                      <a:pt x="2986" y="903"/>
                      <a:pt x="2412" y="430"/>
                    </a:cubicBezTo>
                    <a:cubicBezTo>
                      <a:pt x="2093" y="175"/>
                      <a:pt x="1863" y="0"/>
                      <a:pt x="16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 name="Google Shape;943;p49">
              <a:extLst>
                <a:ext uri="{FF2B5EF4-FFF2-40B4-BE49-F238E27FC236}">
                  <a16:creationId xmlns:a16="http://schemas.microsoft.com/office/drawing/2014/main" id="{7923B47C-633A-3F77-11E0-FE21486FBF35}"/>
                </a:ext>
              </a:extLst>
            </p:cNvPr>
            <p:cNvGrpSpPr/>
            <p:nvPr/>
          </p:nvGrpSpPr>
          <p:grpSpPr>
            <a:xfrm rot="-2700000" flipH="1">
              <a:off x="5128346" y="3174814"/>
              <a:ext cx="869094" cy="1342275"/>
              <a:chOff x="1882000" y="2598050"/>
              <a:chExt cx="654325" cy="1010575"/>
            </a:xfrm>
          </p:grpSpPr>
          <p:sp>
            <p:nvSpPr>
              <p:cNvPr id="16" name="Google Shape;944;p49">
                <a:extLst>
                  <a:ext uri="{FF2B5EF4-FFF2-40B4-BE49-F238E27FC236}">
                    <a16:creationId xmlns:a16="http://schemas.microsoft.com/office/drawing/2014/main" id="{53323772-021B-7474-DEAD-25804EC1EA6C}"/>
                  </a:ext>
                </a:extLst>
              </p:cNvPr>
              <p:cNvSpPr/>
              <p:nvPr/>
            </p:nvSpPr>
            <p:spPr>
              <a:xfrm>
                <a:off x="2111700" y="3108150"/>
                <a:ext cx="340425" cy="195450"/>
              </a:xfrm>
              <a:custGeom>
                <a:avLst/>
                <a:gdLst/>
                <a:ahLst/>
                <a:cxnLst/>
                <a:rect l="l" t="t" r="r" b="b"/>
                <a:pathLst>
                  <a:path w="13617" h="7818" extrusionOk="0">
                    <a:moveTo>
                      <a:pt x="497" y="1"/>
                    </a:moveTo>
                    <a:cubicBezTo>
                      <a:pt x="468" y="1"/>
                      <a:pt x="439" y="4"/>
                      <a:pt x="409" y="10"/>
                    </a:cubicBezTo>
                    <a:cubicBezTo>
                      <a:pt x="115" y="61"/>
                      <a:pt x="1" y="367"/>
                      <a:pt x="13" y="648"/>
                    </a:cubicBezTo>
                    <a:cubicBezTo>
                      <a:pt x="115" y="2434"/>
                      <a:pt x="536" y="4004"/>
                      <a:pt x="1761" y="5293"/>
                    </a:cubicBezTo>
                    <a:cubicBezTo>
                      <a:pt x="3347" y="6973"/>
                      <a:pt x="5600" y="7817"/>
                      <a:pt x="7853" y="7817"/>
                    </a:cubicBezTo>
                    <a:cubicBezTo>
                      <a:pt x="9262" y="7817"/>
                      <a:pt x="10672" y="7487"/>
                      <a:pt x="11919" y="6824"/>
                    </a:cubicBezTo>
                    <a:cubicBezTo>
                      <a:pt x="12200" y="6671"/>
                      <a:pt x="13616" y="5969"/>
                      <a:pt x="13565" y="5599"/>
                    </a:cubicBezTo>
                    <a:cubicBezTo>
                      <a:pt x="13514" y="5254"/>
                      <a:pt x="13042" y="5152"/>
                      <a:pt x="12697" y="5101"/>
                    </a:cubicBezTo>
                    <a:cubicBezTo>
                      <a:pt x="11881" y="4948"/>
                      <a:pt x="11166" y="4553"/>
                      <a:pt x="10413" y="4234"/>
                    </a:cubicBezTo>
                    <a:cubicBezTo>
                      <a:pt x="9668" y="3917"/>
                      <a:pt x="8892" y="3791"/>
                      <a:pt x="8212" y="3791"/>
                    </a:cubicBezTo>
                    <a:cubicBezTo>
                      <a:pt x="7577" y="3791"/>
                      <a:pt x="7025" y="3901"/>
                      <a:pt x="6662" y="4068"/>
                    </a:cubicBezTo>
                    <a:cubicBezTo>
                      <a:pt x="6521" y="4131"/>
                      <a:pt x="5477" y="4679"/>
                      <a:pt x="5500" y="4795"/>
                    </a:cubicBezTo>
                    <a:lnTo>
                      <a:pt x="5500" y="4795"/>
                    </a:lnTo>
                    <a:cubicBezTo>
                      <a:pt x="5334" y="4016"/>
                      <a:pt x="5003" y="3289"/>
                      <a:pt x="4531" y="2651"/>
                    </a:cubicBezTo>
                    <a:cubicBezTo>
                      <a:pt x="4071" y="2026"/>
                      <a:pt x="3484" y="1720"/>
                      <a:pt x="2795" y="1375"/>
                    </a:cubicBezTo>
                    <a:cubicBezTo>
                      <a:pt x="1139" y="577"/>
                      <a:pt x="896" y="1"/>
                      <a:pt x="4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945;p49">
                <a:extLst>
                  <a:ext uri="{FF2B5EF4-FFF2-40B4-BE49-F238E27FC236}">
                    <a16:creationId xmlns:a16="http://schemas.microsoft.com/office/drawing/2014/main" id="{C11B12D9-6F86-50D5-F472-A12AACA81722}"/>
                  </a:ext>
                </a:extLst>
              </p:cNvPr>
              <p:cNvSpPr/>
              <p:nvPr/>
            </p:nvSpPr>
            <p:spPr>
              <a:xfrm>
                <a:off x="2172675" y="3003600"/>
                <a:ext cx="339225" cy="162525"/>
              </a:xfrm>
              <a:custGeom>
                <a:avLst/>
                <a:gdLst/>
                <a:ahLst/>
                <a:cxnLst/>
                <a:rect l="l" t="t" r="r" b="b"/>
                <a:pathLst>
                  <a:path w="13569" h="6501" extrusionOk="0">
                    <a:moveTo>
                      <a:pt x="553" y="1"/>
                    </a:moveTo>
                    <a:cubicBezTo>
                      <a:pt x="0" y="1"/>
                      <a:pt x="242" y="1397"/>
                      <a:pt x="331" y="1729"/>
                    </a:cubicBezTo>
                    <a:cubicBezTo>
                      <a:pt x="1151" y="4815"/>
                      <a:pt x="4071" y="6500"/>
                      <a:pt x="7074" y="6500"/>
                    </a:cubicBezTo>
                    <a:cubicBezTo>
                      <a:pt x="9349" y="6500"/>
                      <a:pt x="11672" y="5534"/>
                      <a:pt x="13168" y="3477"/>
                    </a:cubicBezTo>
                    <a:cubicBezTo>
                      <a:pt x="13569" y="2939"/>
                      <a:pt x="13497" y="2596"/>
                      <a:pt x="12887" y="2596"/>
                    </a:cubicBezTo>
                    <a:cubicBezTo>
                      <a:pt x="12818" y="2596"/>
                      <a:pt x="12741" y="2600"/>
                      <a:pt x="12657" y="2609"/>
                    </a:cubicBezTo>
                    <a:lnTo>
                      <a:pt x="12645" y="2622"/>
                    </a:lnTo>
                    <a:cubicBezTo>
                      <a:pt x="12494" y="2638"/>
                      <a:pt x="12341" y="2645"/>
                      <a:pt x="12188" y="2645"/>
                    </a:cubicBezTo>
                    <a:cubicBezTo>
                      <a:pt x="11098" y="2645"/>
                      <a:pt x="9960" y="2294"/>
                      <a:pt x="8866" y="2294"/>
                    </a:cubicBezTo>
                    <a:cubicBezTo>
                      <a:pt x="8374" y="2294"/>
                      <a:pt x="7891" y="2365"/>
                      <a:pt x="7426" y="2571"/>
                    </a:cubicBezTo>
                    <a:cubicBezTo>
                      <a:pt x="6813" y="2852"/>
                      <a:pt x="6405" y="3324"/>
                      <a:pt x="5881" y="3720"/>
                    </a:cubicBezTo>
                    <a:cubicBezTo>
                      <a:pt x="5894" y="3694"/>
                      <a:pt x="5894" y="3643"/>
                      <a:pt x="5881" y="3618"/>
                    </a:cubicBezTo>
                    <a:cubicBezTo>
                      <a:pt x="5307" y="1959"/>
                      <a:pt x="2717" y="1219"/>
                      <a:pt x="867" y="108"/>
                    </a:cubicBezTo>
                    <a:cubicBezTo>
                      <a:pt x="741" y="34"/>
                      <a:pt x="637" y="1"/>
                      <a:pt x="5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946;p49">
                <a:extLst>
                  <a:ext uri="{FF2B5EF4-FFF2-40B4-BE49-F238E27FC236}">
                    <a16:creationId xmlns:a16="http://schemas.microsoft.com/office/drawing/2014/main" id="{DFF4663B-B587-70A8-E593-A90BC58F5334}"/>
                  </a:ext>
                </a:extLst>
              </p:cNvPr>
              <p:cNvSpPr/>
              <p:nvPr/>
            </p:nvSpPr>
            <p:spPr>
              <a:xfrm>
                <a:off x="2191125" y="2900300"/>
                <a:ext cx="340750" cy="136600"/>
              </a:xfrm>
              <a:custGeom>
                <a:avLst/>
                <a:gdLst/>
                <a:ahLst/>
                <a:cxnLst/>
                <a:rect l="l" t="t" r="r" b="b"/>
                <a:pathLst>
                  <a:path w="13630" h="5464" extrusionOk="0">
                    <a:moveTo>
                      <a:pt x="241" y="1"/>
                    </a:moveTo>
                    <a:cubicBezTo>
                      <a:pt x="102" y="1"/>
                      <a:pt x="1" y="73"/>
                      <a:pt x="1" y="285"/>
                    </a:cubicBezTo>
                    <a:cubicBezTo>
                      <a:pt x="12" y="2366"/>
                      <a:pt x="3011" y="5463"/>
                      <a:pt x="6820" y="5463"/>
                    </a:cubicBezTo>
                    <a:cubicBezTo>
                      <a:pt x="7471" y="5463"/>
                      <a:pt x="8145" y="5373"/>
                      <a:pt x="8831" y="5172"/>
                    </a:cubicBezTo>
                    <a:lnTo>
                      <a:pt x="8844" y="5172"/>
                    </a:lnTo>
                    <a:cubicBezTo>
                      <a:pt x="10350" y="4725"/>
                      <a:pt x="11256" y="3806"/>
                      <a:pt x="13361" y="2237"/>
                    </a:cubicBezTo>
                    <a:cubicBezTo>
                      <a:pt x="13629" y="2046"/>
                      <a:pt x="13489" y="1573"/>
                      <a:pt x="13055" y="1522"/>
                    </a:cubicBezTo>
                    <a:cubicBezTo>
                      <a:pt x="12206" y="1443"/>
                      <a:pt x="11352" y="1323"/>
                      <a:pt x="10503" y="1323"/>
                    </a:cubicBezTo>
                    <a:cubicBezTo>
                      <a:pt x="9848" y="1323"/>
                      <a:pt x="9196" y="1395"/>
                      <a:pt x="8551" y="1612"/>
                    </a:cubicBezTo>
                    <a:cubicBezTo>
                      <a:pt x="6879" y="2173"/>
                      <a:pt x="6994" y="2786"/>
                      <a:pt x="6483" y="2798"/>
                    </a:cubicBezTo>
                    <a:cubicBezTo>
                      <a:pt x="6479" y="2799"/>
                      <a:pt x="6475" y="2799"/>
                      <a:pt x="6471" y="2799"/>
                    </a:cubicBezTo>
                    <a:cubicBezTo>
                      <a:pt x="6156" y="2799"/>
                      <a:pt x="5856" y="2336"/>
                      <a:pt x="5667" y="2135"/>
                    </a:cubicBezTo>
                    <a:cubicBezTo>
                      <a:pt x="4301" y="616"/>
                      <a:pt x="2502" y="1216"/>
                      <a:pt x="983" y="310"/>
                    </a:cubicBezTo>
                    <a:cubicBezTo>
                      <a:pt x="853" y="228"/>
                      <a:pt x="487" y="1"/>
                      <a:pt x="2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947;p49">
                <a:extLst>
                  <a:ext uri="{FF2B5EF4-FFF2-40B4-BE49-F238E27FC236}">
                    <a16:creationId xmlns:a16="http://schemas.microsoft.com/office/drawing/2014/main" id="{451A6D26-764B-157B-515B-4C5158F90C1D}"/>
                  </a:ext>
                </a:extLst>
              </p:cNvPr>
              <p:cNvSpPr/>
              <p:nvPr/>
            </p:nvSpPr>
            <p:spPr>
              <a:xfrm>
                <a:off x="2213775" y="2773850"/>
                <a:ext cx="317150" cy="132275"/>
              </a:xfrm>
              <a:custGeom>
                <a:avLst/>
                <a:gdLst/>
                <a:ahLst/>
                <a:cxnLst/>
                <a:rect l="l" t="t" r="r" b="b"/>
                <a:pathLst>
                  <a:path w="12686" h="5291" extrusionOk="0">
                    <a:moveTo>
                      <a:pt x="806" y="1"/>
                    </a:moveTo>
                    <a:cubicBezTo>
                      <a:pt x="1" y="1"/>
                      <a:pt x="812" y="1693"/>
                      <a:pt x="996" y="2025"/>
                    </a:cubicBezTo>
                    <a:cubicBezTo>
                      <a:pt x="1762" y="3377"/>
                      <a:pt x="2910" y="4539"/>
                      <a:pt x="4391" y="5049"/>
                    </a:cubicBezTo>
                    <a:lnTo>
                      <a:pt x="4403" y="5049"/>
                    </a:lnTo>
                    <a:cubicBezTo>
                      <a:pt x="4902" y="5215"/>
                      <a:pt x="5413" y="5291"/>
                      <a:pt x="5925" y="5291"/>
                    </a:cubicBezTo>
                    <a:cubicBezTo>
                      <a:pt x="6987" y="5291"/>
                      <a:pt x="8050" y="4966"/>
                      <a:pt x="8997" y="4449"/>
                    </a:cubicBezTo>
                    <a:cubicBezTo>
                      <a:pt x="10120" y="3837"/>
                      <a:pt x="10886" y="2892"/>
                      <a:pt x="11766" y="2012"/>
                    </a:cubicBezTo>
                    <a:cubicBezTo>
                      <a:pt x="12200" y="1591"/>
                      <a:pt x="12685" y="1208"/>
                      <a:pt x="11970" y="838"/>
                    </a:cubicBezTo>
                    <a:cubicBezTo>
                      <a:pt x="11644" y="667"/>
                      <a:pt x="11160" y="567"/>
                      <a:pt x="10600" y="567"/>
                    </a:cubicBezTo>
                    <a:cubicBezTo>
                      <a:pt x="9407" y="567"/>
                      <a:pt x="7867" y="1019"/>
                      <a:pt x="6764" y="2191"/>
                    </a:cubicBezTo>
                    <a:cubicBezTo>
                      <a:pt x="6547" y="2416"/>
                      <a:pt x="6418" y="2625"/>
                      <a:pt x="6279" y="2625"/>
                    </a:cubicBezTo>
                    <a:cubicBezTo>
                      <a:pt x="6205" y="2625"/>
                      <a:pt x="6130" y="2566"/>
                      <a:pt x="6037" y="2420"/>
                    </a:cubicBezTo>
                    <a:cubicBezTo>
                      <a:pt x="5462" y="1476"/>
                      <a:pt x="4314" y="940"/>
                      <a:pt x="3229" y="902"/>
                    </a:cubicBezTo>
                    <a:cubicBezTo>
                      <a:pt x="2030" y="864"/>
                      <a:pt x="1443" y="85"/>
                      <a:pt x="907" y="9"/>
                    </a:cubicBezTo>
                    <a:cubicBezTo>
                      <a:pt x="871" y="3"/>
                      <a:pt x="837" y="1"/>
                      <a:pt x="80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948;p49">
                <a:extLst>
                  <a:ext uri="{FF2B5EF4-FFF2-40B4-BE49-F238E27FC236}">
                    <a16:creationId xmlns:a16="http://schemas.microsoft.com/office/drawing/2014/main" id="{A7A77C20-8B92-F264-93E5-F7D0AB223C5D}"/>
                  </a:ext>
                </a:extLst>
              </p:cNvPr>
              <p:cNvSpPr/>
              <p:nvPr/>
            </p:nvSpPr>
            <p:spPr>
              <a:xfrm>
                <a:off x="2308225" y="2604450"/>
                <a:ext cx="90975" cy="166075"/>
              </a:xfrm>
              <a:custGeom>
                <a:avLst/>
                <a:gdLst/>
                <a:ahLst/>
                <a:cxnLst/>
                <a:rect l="l" t="t" r="r" b="b"/>
                <a:pathLst>
                  <a:path w="3639" h="6643" extrusionOk="0">
                    <a:moveTo>
                      <a:pt x="1111" y="1"/>
                    </a:moveTo>
                    <a:cubicBezTo>
                      <a:pt x="1069" y="1"/>
                      <a:pt x="1026" y="7"/>
                      <a:pt x="983" y="21"/>
                    </a:cubicBezTo>
                    <a:cubicBezTo>
                      <a:pt x="0" y="340"/>
                      <a:pt x="166" y="5228"/>
                      <a:pt x="1736" y="6376"/>
                    </a:cubicBezTo>
                    <a:cubicBezTo>
                      <a:pt x="1992" y="6562"/>
                      <a:pt x="2220" y="6643"/>
                      <a:pt x="2421" y="6643"/>
                    </a:cubicBezTo>
                    <a:cubicBezTo>
                      <a:pt x="3281" y="6643"/>
                      <a:pt x="3638" y="5174"/>
                      <a:pt x="3535" y="4232"/>
                    </a:cubicBezTo>
                    <a:cubicBezTo>
                      <a:pt x="3394" y="2867"/>
                      <a:pt x="2667" y="1604"/>
                      <a:pt x="1838" y="545"/>
                    </a:cubicBezTo>
                    <a:cubicBezTo>
                      <a:pt x="1670" y="332"/>
                      <a:pt x="1413" y="1"/>
                      <a:pt x="111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949;p49">
                <a:extLst>
                  <a:ext uri="{FF2B5EF4-FFF2-40B4-BE49-F238E27FC236}">
                    <a16:creationId xmlns:a16="http://schemas.microsoft.com/office/drawing/2014/main" id="{8302329E-ECAD-EEA8-B53B-477CDFCFD325}"/>
                  </a:ext>
                </a:extLst>
              </p:cNvPr>
              <p:cNvSpPr/>
              <p:nvPr/>
            </p:nvSpPr>
            <p:spPr>
              <a:xfrm>
                <a:off x="1993675" y="3200950"/>
                <a:ext cx="337525" cy="230250"/>
              </a:xfrm>
              <a:custGeom>
                <a:avLst/>
                <a:gdLst/>
                <a:ahLst/>
                <a:cxnLst/>
                <a:rect l="l" t="t" r="r" b="b"/>
                <a:pathLst>
                  <a:path w="13501" h="9210" extrusionOk="0">
                    <a:moveTo>
                      <a:pt x="1047" y="1"/>
                    </a:moveTo>
                    <a:cubicBezTo>
                      <a:pt x="1017" y="1"/>
                      <a:pt x="987" y="4"/>
                      <a:pt x="957" y="11"/>
                    </a:cubicBezTo>
                    <a:cubicBezTo>
                      <a:pt x="0" y="215"/>
                      <a:pt x="523" y="4720"/>
                      <a:pt x="3956" y="7183"/>
                    </a:cubicBezTo>
                    <a:cubicBezTo>
                      <a:pt x="5444" y="8260"/>
                      <a:pt x="6824" y="9209"/>
                      <a:pt x="9233" y="9209"/>
                    </a:cubicBezTo>
                    <a:cubicBezTo>
                      <a:pt x="9447" y="9209"/>
                      <a:pt x="9670" y="9202"/>
                      <a:pt x="9902" y="9186"/>
                    </a:cubicBezTo>
                    <a:cubicBezTo>
                      <a:pt x="10681" y="9135"/>
                      <a:pt x="13501" y="8676"/>
                      <a:pt x="13156" y="7936"/>
                    </a:cubicBezTo>
                    <a:cubicBezTo>
                      <a:pt x="13016" y="7629"/>
                      <a:pt x="12684" y="7374"/>
                      <a:pt x="12442" y="7144"/>
                    </a:cubicBezTo>
                    <a:cubicBezTo>
                      <a:pt x="10990" y="5852"/>
                      <a:pt x="9716" y="5094"/>
                      <a:pt x="7897" y="5094"/>
                    </a:cubicBezTo>
                    <a:cubicBezTo>
                      <a:pt x="7381" y="5094"/>
                      <a:pt x="6822" y="5155"/>
                      <a:pt x="6202" y="5281"/>
                    </a:cubicBezTo>
                    <a:cubicBezTo>
                      <a:pt x="5781" y="2257"/>
                      <a:pt x="3918" y="2410"/>
                      <a:pt x="2271" y="892"/>
                    </a:cubicBezTo>
                    <a:cubicBezTo>
                      <a:pt x="1801" y="468"/>
                      <a:pt x="1406" y="1"/>
                      <a:pt x="10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950;p49">
                <a:extLst>
                  <a:ext uri="{FF2B5EF4-FFF2-40B4-BE49-F238E27FC236}">
                    <a16:creationId xmlns:a16="http://schemas.microsoft.com/office/drawing/2014/main" id="{5B40C4FC-9AD5-BA34-D690-D4B71F0D3B2D}"/>
                  </a:ext>
                </a:extLst>
              </p:cNvPr>
              <p:cNvSpPr/>
              <p:nvPr/>
            </p:nvSpPr>
            <p:spPr>
              <a:xfrm>
                <a:off x="1889675" y="3287075"/>
                <a:ext cx="327000" cy="271425"/>
              </a:xfrm>
              <a:custGeom>
                <a:avLst/>
                <a:gdLst/>
                <a:ahLst/>
                <a:cxnLst/>
                <a:rect l="l" t="t" r="r" b="b"/>
                <a:pathLst>
                  <a:path w="13080" h="10857" extrusionOk="0">
                    <a:moveTo>
                      <a:pt x="993" y="0"/>
                    </a:moveTo>
                    <a:cubicBezTo>
                      <a:pt x="803" y="0"/>
                      <a:pt x="632" y="131"/>
                      <a:pt x="549" y="356"/>
                    </a:cubicBezTo>
                    <a:cubicBezTo>
                      <a:pt x="0" y="1760"/>
                      <a:pt x="459" y="4644"/>
                      <a:pt x="1136" y="6200"/>
                    </a:cubicBezTo>
                    <a:cubicBezTo>
                      <a:pt x="2457" y="9217"/>
                      <a:pt x="5820" y="10856"/>
                      <a:pt x="9119" y="10856"/>
                    </a:cubicBezTo>
                    <a:cubicBezTo>
                      <a:pt x="9644" y="10856"/>
                      <a:pt x="10167" y="10815"/>
                      <a:pt x="10681" y="10730"/>
                    </a:cubicBezTo>
                    <a:cubicBezTo>
                      <a:pt x="11089" y="10667"/>
                      <a:pt x="12608" y="10386"/>
                      <a:pt x="12825" y="10041"/>
                    </a:cubicBezTo>
                    <a:cubicBezTo>
                      <a:pt x="13080" y="9659"/>
                      <a:pt x="12569" y="9429"/>
                      <a:pt x="12301" y="9225"/>
                    </a:cubicBezTo>
                    <a:lnTo>
                      <a:pt x="12289" y="9225"/>
                    </a:lnTo>
                    <a:cubicBezTo>
                      <a:pt x="11625" y="8714"/>
                      <a:pt x="10961" y="8204"/>
                      <a:pt x="10413" y="7566"/>
                    </a:cubicBezTo>
                    <a:cubicBezTo>
                      <a:pt x="9626" y="6637"/>
                      <a:pt x="8647" y="6012"/>
                      <a:pt x="6978" y="6012"/>
                    </a:cubicBezTo>
                    <a:cubicBezTo>
                      <a:pt x="6537" y="6012"/>
                      <a:pt x="6047" y="6056"/>
                      <a:pt x="5500" y="6149"/>
                    </a:cubicBezTo>
                    <a:cubicBezTo>
                      <a:pt x="5500" y="6149"/>
                      <a:pt x="5755" y="5282"/>
                      <a:pt x="4734" y="3878"/>
                    </a:cubicBezTo>
                    <a:cubicBezTo>
                      <a:pt x="3790" y="2602"/>
                      <a:pt x="2310" y="1824"/>
                      <a:pt x="1544" y="420"/>
                    </a:cubicBezTo>
                    <a:cubicBezTo>
                      <a:pt x="1386" y="128"/>
                      <a:pt x="1180" y="0"/>
                      <a:pt x="99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951;p49">
                <a:extLst>
                  <a:ext uri="{FF2B5EF4-FFF2-40B4-BE49-F238E27FC236}">
                    <a16:creationId xmlns:a16="http://schemas.microsoft.com/office/drawing/2014/main" id="{8DAB152B-7117-DB8A-17F0-BD321BAF33CC}"/>
                  </a:ext>
                </a:extLst>
              </p:cNvPr>
              <p:cNvSpPr/>
              <p:nvPr/>
            </p:nvSpPr>
            <p:spPr>
              <a:xfrm>
                <a:off x="2198475" y="3040425"/>
                <a:ext cx="97000" cy="81850"/>
              </a:xfrm>
              <a:custGeom>
                <a:avLst/>
                <a:gdLst/>
                <a:ahLst/>
                <a:cxnLst/>
                <a:rect l="l" t="t" r="r" b="b"/>
                <a:pathLst>
                  <a:path w="3880" h="3274" extrusionOk="0">
                    <a:moveTo>
                      <a:pt x="205" y="1"/>
                    </a:moveTo>
                    <a:lnTo>
                      <a:pt x="205" y="14"/>
                    </a:lnTo>
                    <a:cubicBezTo>
                      <a:pt x="194" y="11"/>
                      <a:pt x="183" y="10"/>
                      <a:pt x="173" y="10"/>
                    </a:cubicBezTo>
                    <a:cubicBezTo>
                      <a:pt x="120" y="10"/>
                      <a:pt x="71" y="37"/>
                      <a:pt x="39" y="90"/>
                    </a:cubicBezTo>
                    <a:cubicBezTo>
                      <a:pt x="0" y="167"/>
                      <a:pt x="26" y="256"/>
                      <a:pt x="102" y="307"/>
                    </a:cubicBezTo>
                    <a:lnTo>
                      <a:pt x="115" y="307"/>
                    </a:lnTo>
                    <a:cubicBezTo>
                      <a:pt x="3393" y="2154"/>
                      <a:pt x="3365" y="3274"/>
                      <a:pt x="3694" y="3274"/>
                    </a:cubicBezTo>
                    <a:cubicBezTo>
                      <a:pt x="3708" y="3274"/>
                      <a:pt x="3723" y="3272"/>
                      <a:pt x="3739" y="3267"/>
                    </a:cubicBezTo>
                    <a:cubicBezTo>
                      <a:pt x="3829" y="3242"/>
                      <a:pt x="3880" y="3153"/>
                      <a:pt x="3854" y="3063"/>
                    </a:cubicBezTo>
                    <a:cubicBezTo>
                      <a:pt x="3522" y="1826"/>
                      <a:pt x="2502" y="894"/>
                      <a:pt x="1379" y="384"/>
                    </a:cubicBezTo>
                    <a:cubicBezTo>
                      <a:pt x="1009" y="205"/>
                      <a:pt x="613" y="77"/>
                      <a:pt x="2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952;p49">
                <a:extLst>
                  <a:ext uri="{FF2B5EF4-FFF2-40B4-BE49-F238E27FC236}">
                    <a16:creationId xmlns:a16="http://schemas.microsoft.com/office/drawing/2014/main" id="{6AB7973B-FD5C-9018-02B2-6977ABA3B8AC}"/>
                  </a:ext>
                </a:extLst>
              </p:cNvPr>
              <p:cNvSpPr/>
              <p:nvPr/>
            </p:nvSpPr>
            <p:spPr>
              <a:xfrm>
                <a:off x="2031300" y="3239475"/>
                <a:ext cx="87625" cy="110100"/>
              </a:xfrm>
              <a:custGeom>
                <a:avLst/>
                <a:gdLst/>
                <a:ahLst/>
                <a:cxnLst/>
                <a:rect l="l" t="t" r="r" b="b"/>
                <a:pathLst>
                  <a:path w="3505" h="4404" extrusionOk="0">
                    <a:moveTo>
                      <a:pt x="176" y="1"/>
                    </a:moveTo>
                    <a:cubicBezTo>
                      <a:pt x="136" y="1"/>
                      <a:pt x="98" y="15"/>
                      <a:pt x="65" y="40"/>
                    </a:cubicBezTo>
                    <a:cubicBezTo>
                      <a:pt x="1" y="103"/>
                      <a:pt x="1" y="206"/>
                      <a:pt x="65" y="269"/>
                    </a:cubicBezTo>
                    <a:cubicBezTo>
                      <a:pt x="1341" y="1609"/>
                      <a:pt x="2247" y="2643"/>
                      <a:pt x="2757" y="4276"/>
                    </a:cubicBezTo>
                    <a:cubicBezTo>
                      <a:pt x="2783" y="4353"/>
                      <a:pt x="2846" y="4404"/>
                      <a:pt x="2923" y="4404"/>
                    </a:cubicBezTo>
                    <a:cubicBezTo>
                      <a:pt x="2925" y="4404"/>
                      <a:pt x="2928" y="4404"/>
                      <a:pt x="2930" y="4404"/>
                    </a:cubicBezTo>
                    <a:cubicBezTo>
                      <a:pt x="3504" y="4404"/>
                      <a:pt x="2798" y="1336"/>
                      <a:pt x="243" y="14"/>
                    </a:cubicBezTo>
                    <a:cubicBezTo>
                      <a:pt x="221" y="5"/>
                      <a:pt x="198" y="1"/>
                      <a:pt x="17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953;p49">
                <a:extLst>
                  <a:ext uri="{FF2B5EF4-FFF2-40B4-BE49-F238E27FC236}">
                    <a16:creationId xmlns:a16="http://schemas.microsoft.com/office/drawing/2014/main" id="{AE5E0B35-F4E4-D753-11AC-3F404ED936B6}"/>
                  </a:ext>
                </a:extLst>
              </p:cNvPr>
              <p:cNvSpPr/>
              <p:nvPr/>
            </p:nvSpPr>
            <p:spPr>
              <a:xfrm>
                <a:off x="2139950" y="3361250"/>
                <a:ext cx="145075" cy="39825"/>
              </a:xfrm>
              <a:custGeom>
                <a:avLst/>
                <a:gdLst/>
                <a:ahLst/>
                <a:cxnLst/>
                <a:rect l="l" t="t" r="r" b="b"/>
                <a:pathLst>
                  <a:path w="5803" h="1593" extrusionOk="0">
                    <a:moveTo>
                      <a:pt x="2064" y="0"/>
                    </a:moveTo>
                    <a:cubicBezTo>
                      <a:pt x="1422" y="0"/>
                      <a:pt x="783" y="122"/>
                      <a:pt x="198" y="401"/>
                    </a:cubicBezTo>
                    <a:cubicBezTo>
                      <a:pt x="0" y="459"/>
                      <a:pt x="67" y="728"/>
                      <a:pt x="234" y="728"/>
                    </a:cubicBezTo>
                    <a:cubicBezTo>
                      <a:pt x="251" y="728"/>
                      <a:pt x="269" y="725"/>
                      <a:pt x="287" y="720"/>
                    </a:cubicBezTo>
                    <a:lnTo>
                      <a:pt x="300" y="720"/>
                    </a:lnTo>
                    <a:cubicBezTo>
                      <a:pt x="862" y="641"/>
                      <a:pt x="1193" y="606"/>
                      <a:pt x="1517" y="606"/>
                    </a:cubicBezTo>
                    <a:cubicBezTo>
                      <a:pt x="1827" y="606"/>
                      <a:pt x="2130" y="638"/>
                      <a:pt x="2622" y="694"/>
                    </a:cubicBezTo>
                    <a:lnTo>
                      <a:pt x="2635" y="681"/>
                    </a:lnTo>
                    <a:cubicBezTo>
                      <a:pt x="3617" y="924"/>
                      <a:pt x="4587" y="1230"/>
                      <a:pt x="5544" y="1587"/>
                    </a:cubicBezTo>
                    <a:cubicBezTo>
                      <a:pt x="5558" y="1591"/>
                      <a:pt x="5571" y="1592"/>
                      <a:pt x="5584" y="1592"/>
                    </a:cubicBezTo>
                    <a:cubicBezTo>
                      <a:pt x="5716" y="1592"/>
                      <a:pt x="5802" y="1424"/>
                      <a:pt x="5697" y="1319"/>
                    </a:cubicBezTo>
                    <a:cubicBezTo>
                      <a:pt x="4796" y="548"/>
                      <a:pt x="3423" y="0"/>
                      <a:pt x="206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954;p49">
                <a:extLst>
                  <a:ext uri="{FF2B5EF4-FFF2-40B4-BE49-F238E27FC236}">
                    <a16:creationId xmlns:a16="http://schemas.microsoft.com/office/drawing/2014/main" id="{C67FADF3-962F-C341-ED7C-E11772E37E7F}"/>
                  </a:ext>
                </a:extLst>
              </p:cNvPr>
              <p:cNvSpPr/>
              <p:nvPr/>
            </p:nvSpPr>
            <p:spPr>
              <a:xfrm>
                <a:off x="2379025" y="2804225"/>
                <a:ext cx="113600" cy="71875"/>
              </a:xfrm>
              <a:custGeom>
                <a:avLst/>
                <a:gdLst/>
                <a:ahLst/>
                <a:cxnLst/>
                <a:rect l="l" t="t" r="r" b="b"/>
                <a:pathLst>
                  <a:path w="4544" h="2875" extrusionOk="0">
                    <a:moveTo>
                      <a:pt x="4003" y="1"/>
                    </a:moveTo>
                    <a:cubicBezTo>
                      <a:pt x="3259" y="1"/>
                      <a:pt x="2483" y="321"/>
                      <a:pt x="1864" y="733"/>
                    </a:cubicBezTo>
                    <a:cubicBezTo>
                      <a:pt x="1315" y="1091"/>
                      <a:pt x="830" y="1550"/>
                      <a:pt x="435" y="2086"/>
                    </a:cubicBezTo>
                    <a:cubicBezTo>
                      <a:pt x="129" y="2532"/>
                      <a:pt x="1" y="2686"/>
                      <a:pt x="103" y="2813"/>
                    </a:cubicBezTo>
                    <a:cubicBezTo>
                      <a:pt x="138" y="2855"/>
                      <a:pt x="185" y="2874"/>
                      <a:pt x="230" y="2874"/>
                    </a:cubicBezTo>
                    <a:cubicBezTo>
                      <a:pt x="268" y="2874"/>
                      <a:pt x="304" y="2862"/>
                      <a:pt x="333" y="2839"/>
                    </a:cubicBezTo>
                    <a:lnTo>
                      <a:pt x="333" y="2839"/>
                    </a:lnTo>
                    <a:cubicBezTo>
                      <a:pt x="333" y="2839"/>
                      <a:pt x="333" y="2839"/>
                      <a:pt x="333" y="2839"/>
                    </a:cubicBezTo>
                    <a:cubicBezTo>
                      <a:pt x="347" y="2839"/>
                      <a:pt x="1387" y="1864"/>
                      <a:pt x="1979" y="1448"/>
                    </a:cubicBezTo>
                    <a:cubicBezTo>
                      <a:pt x="2374" y="1154"/>
                      <a:pt x="2808" y="912"/>
                      <a:pt x="3255" y="695"/>
                    </a:cubicBezTo>
                    <a:cubicBezTo>
                      <a:pt x="3625" y="555"/>
                      <a:pt x="4008" y="427"/>
                      <a:pt x="4391" y="338"/>
                    </a:cubicBezTo>
                    <a:cubicBezTo>
                      <a:pt x="4544" y="287"/>
                      <a:pt x="4544" y="70"/>
                      <a:pt x="4391" y="31"/>
                    </a:cubicBezTo>
                    <a:cubicBezTo>
                      <a:pt x="4263" y="10"/>
                      <a:pt x="4133" y="1"/>
                      <a:pt x="40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955;p49">
                <a:extLst>
                  <a:ext uri="{FF2B5EF4-FFF2-40B4-BE49-F238E27FC236}">
                    <a16:creationId xmlns:a16="http://schemas.microsoft.com/office/drawing/2014/main" id="{C6CF3EED-C3E9-192F-2DAB-394ED10CB918}"/>
                  </a:ext>
                </a:extLst>
              </p:cNvPr>
              <p:cNvSpPr/>
              <p:nvPr/>
            </p:nvSpPr>
            <p:spPr>
              <a:xfrm>
                <a:off x="2250150" y="2807875"/>
                <a:ext cx="99000" cy="69050"/>
              </a:xfrm>
              <a:custGeom>
                <a:avLst/>
                <a:gdLst/>
                <a:ahLst/>
                <a:cxnLst/>
                <a:rect l="l" t="t" r="r" b="b"/>
                <a:pathLst>
                  <a:path w="3960" h="2762" extrusionOk="0">
                    <a:moveTo>
                      <a:pt x="192" y="0"/>
                    </a:moveTo>
                    <a:lnTo>
                      <a:pt x="205" y="13"/>
                    </a:lnTo>
                    <a:cubicBezTo>
                      <a:pt x="196" y="11"/>
                      <a:pt x="188" y="11"/>
                      <a:pt x="180" y="11"/>
                    </a:cubicBezTo>
                    <a:cubicBezTo>
                      <a:pt x="125" y="11"/>
                      <a:pt x="72" y="45"/>
                      <a:pt x="39" y="90"/>
                    </a:cubicBezTo>
                    <a:cubicBezTo>
                      <a:pt x="1" y="166"/>
                      <a:pt x="26" y="255"/>
                      <a:pt x="103" y="306"/>
                    </a:cubicBezTo>
                    <a:lnTo>
                      <a:pt x="115" y="306"/>
                    </a:lnTo>
                    <a:cubicBezTo>
                      <a:pt x="2247" y="1455"/>
                      <a:pt x="2489" y="1736"/>
                      <a:pt x="3599" y="2693"/>
                    </a:cubicBezTo>
                    <a:cubicBezTo>
                      <a:pt x="3634" y="2742"/>
                      <a:pt x="3679" y="2762"/>
                      <a:pt x="3724" y="2762"/>
                    </a:cubicBezTo>
                    <a:cubicBezTo>
                      <a:pt x="3844" y="2762"/>
                      <a:pt x="3960" y="2618"/>
                      <a:pt x="3867" y="2489"/>
                    </a:cubicBezTo>
                    <a:cubicBezTo>
                      <a:pt x="3153" y="1123"/>
                      <a:pt x="1506" y="153"/>
                      <a:pt x="1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956;p49">
                <a:extLst>
                  <a:ext uri="{FF2B5EF4-FFF2-40B4-BE49-F238E27FC236}">
                    <a16:creationId xmlns:a16="http://schemas.microsoft.com/office/drawing/2014/main" id="{3029A2EC-2D2B-E885-151D-2858FA625C36}"/>
                  </a:ext>
                </a:extLst>
              </p:cNvPr>
              <p:cNvSpPr/>
              <p:nvPr/>
            </p:nvSpPr>
            <p:spPr>
              <a:xfrm>
                <a:off x="2325750" y="3086650"/>
                <a:ext cx="145500" cy="47700"/>
              </a:xfrm>
              <a:custGeom>
                <a:avLst/>
                <a:gdLst/>
                <a:ahLst/>
                <a:cxnLst/>
                <a:rect l="l" t="t" r="r" b="b"/>
                <a:pathLst>
                  <a:path w="5820" h="1908" extrusionOk="0">
                    <a:moveTo>
                      <a:pt x="4724" y="1"/>
                    </a:moveTo>
                    <a:cubicBezTo>
                      <a:pt x="3073" y="1"/>
                      <a:pt x="1260" y="643"/>
                      <a:pt x="77" y="1623"/>
                    </a:cubicBezTo>
                    <a:cubicBezTo>
                      <a:pt x="14" y="1674"/>
                      <a:pt x="1" y="1750"/>
                      <a:pt x="26" y="1827"/>
                    </a:cubicBezTo>
                    <a:cubicBezTo>
                      <a:pt x="51" y="1882"/>
                      <a:pt x="94" y="1907"/>
                      <a:pt x="158" y="1907"/>
                    </a:cubicBezTo>
                    <a:cubicBezTo>
                      <a:pt x="525" y="1907"/>
                      <a:pt x="1606" y="1112"/>
                      <a:pt x="4263" y="602"/>
                    </a:cubicBezTo>
                    <a:cubicBezTo>
                      <a:pt x="5616" y="347"/>
                      <a:pt x="5769" y="461"/>
                      <a:pt x="5807" y="257"/>
                    </a:cubicBezTo>
                    <a:cubicBezTo>
                      <a:pt x="5820" y="168"/>
                      <a:pt x="5769" y="91"/>
                      <a:pt x="5679" y="79"/>
                    </a:cubicBezTo>
                    <a:cubicBezTo>
                      <a:pt x="5371" y="26"/>
                      <a:pt x="5051" y="1"/>
                      <a:pt x="472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957;p49">
                <a:extLst>
                  <a:ext uri="{FF2B5EF4-FFF2-40B4-BE49-F238E27FC236}">
                    <a16:creationId xmlns:a16="http://schemas.microsoft.com/office/drawing/2014/main" id="{48CC677F-F160-81D0-5ACD-C52709E52010}"/>
                  </a:ext>
                </a:extLst>
              </p:cNvPr>
              <p:cNvSpPr/>
              <p:nvPr/>
            </p:nvSpPr>
            <p:spPr>
              <a:xfrm>
                <a:off x="2219225" y="2935475"/>
                <a:ext cx="104325" cy="68450"/>
              </a:xfrm>
              <a:custGeom>
                <a:avLst/>
                <a:gdLst/>
                <a:ahLst/>
                <a:cxnLst/>
                <a:rect l="l" t="t" r="r" b="b"/>
                <a:pathLst>
                  <a:path w="4173" h="2738" extrusionOk="0">
                    <a:moveTo>
                      <a:pt x="204" y="0"/>
                    </a:moveTo>
                    <a:cubicBezTo>
                      <a:pt x="207" y="0"/>
                      <a:pt x="211" y="0"/>
                      <a:pt x="214" y="1"/>
                    </a:cubicBezTo>
                    <a:lnTo>
                      <a:pt x="214" y="1"/>
                    </a:lnTo>
                    <a:cubicBezTo>
                      <a:pt x="215" y="0"/>
                      <a:pt x="216" y="0"/>
                      <a:pt x="217" y="0"/>
                    </a:cubicBezTo>
                    <a:close/>
                    <a:moveTo>
                      <a:pt x="214" y="1"/>
                    </a:moveTo>
                    <a:cubicBezTo>
                      <a:pt x="38" y="3"/>
                      <a:pt x="1" y="243"/>
                      <a:pt x="153" y="307"/>
                    </a:cubicBezTo>
                    <a:cubicBezTo>
                      <a:pt x="2936" y="1394"/>
                      <a:pt x="3617" y="2738"/>
                      <a:pt x="3986" y="2738"/>
                    </a:cubicBezTo>
                    <a:cubicBezTo>
                      <a:pt x="4011" y="2738"/>
                      <a:pt x="4035" y="2732"/>
                      <a:pt x="4058" y="2719"/>
                    </a:cubicBezTo>
                    <a:cubicBezTo>
                      <a:pt x="4147" y="2667"/>
                      <a:pt x="4173" y="2565"/>
                      <a:pt x="4134" y="2489"/>
                    </a:cubicBezTo>
                    <a:cubicBezTo>
                      <a:pt x="3522" y="1430"/>
                      <a:pt x="2552" y="613"/>
                      <a:pt x="1404" y="205"/>
                    </a:cubicBezTo>
                    <a:cubicBezTo>
                      <a:pt x="1024" y="78"/>
                      <a:pt x="619" y="2"/>
                      <a:pt x="21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958;p49">
                <a:extLst>
                  <a:ext uri="{FF2B5EF4-FFF2-40B4-BE49-F238E27FC236}">
                    <a16:creationId xmlns:a16="http://schemas.microsoft.com/office/drawing/2014/main" id="{B0D6D0EB-73FE-6C92-A1DC-FC3121C1D825}"/>
                  </a:ext>
                </a:extLst>
              </p:cNvPr>
              <p:cNvSpPr/>
              <p:nvPr/>
            </p:nvSpPr>
            <p:spPr>
              <a:xfrm>
                <a:off x="2365825" y="2960500"/>
                <a:ext cx="125100" cy="50175"/>
              </a:xfrm>
              <a:custGeom>
                <a:avLst/>
                <a:gdLst/>
                <a:ahLst/>
                <a:cxnLst/>
                <a:rect l="l" t="t" r="r" b="b"/>
                <a:pathLst>
                  <a:path w="5004" h="2007" extrusionOk="0">
                    <a:moveTo>
                      <a:pt x="4231" y="1"/>
                    </a:moveTo>
                    <a:cubicBezTo>
                      <a:pt x="2768" y="1"/>
                      <a:pt x="1127" y="653"/>
                      <a:pt x="108" y="1718"/>
                    </a:cubicBezTo>
                    <a:cubicBezTo>
                      <a:pt x="1" y="1835"/>
                      <a:pt x="100" y="2006"/>
                      <a:pt x="233" y="2006"/>
                    </a:cubicBezTo>
                    <a:cubicBezTo>
                      <a:pt x="258" y="2006"/>
                      <a:pt x="285" y="2000"/>
                      <a:pt x="312" y="1985"/>
                    </a:cubicBezTo>
                    <a:cubicBezTo>
                      <a:pt x="1358" y="1398"/>
                      <a:pt x="2469" y="952"/>
                      <a:pt x="3617" y="620"/>
                    </a:cubicBezTo>
                    <a:lnTo>
                      <a:pt x="3617" y="633"/>
                    </a:lnTo>
                    <a:cubicBezTo>
                      <a:pt x="4051" y="518"/>
                      <a:pt x="4485" y="429"/>
                      <a:pt x="4804" y="352"/>
                    </a:cubicBezTo>
                    <a:cubicBezTo>
                      <a:pt x="5004" y="340"/>
                      <a:pt x="4996" y="33"/>
                      <a:pt x="4791" y="33"/>
                    </a:cubicBezTo>
                    <a:cubicBezTo>
                      <a:pt x="4787" y="33"/>
                      <a:pt x="4783" y="33"/>
                      <a:pt x="4778" y="33"/>
                    </a:cubicBezTo>
                    <a:cubicBezTo>
                      <a:pt x="4600" y="12"/>
                      <a:pt x="4417" y="1"/>
                      <a:pt x="42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959;p49">
                <a:extLst>
                  <a:ext uri="{FF2B5EF4-FFF2-40B4-BE49-F238E27FC236}">
                    <a16:creationId xmlns:a16="http://schemas.microsoft.com/office/drawing/2014/main" id="{E81EABB5-5B0C-22C5-58AF-234333C5AB2C}"/>
                  </a:ext>
                </a:extLst>
              </p:cNvPr>
              <p:cNvSpPr/>
              <p:nvPr/>
            </p:nvSpPr>
            <p:spPr>
              <a:xfrm>
                <a:off x="2128925" y="3143150"/>
                <a:ext cx="99250" cy="98975"/>
              </a:xfrm>
              <a:custGeom>
                <a:avLst/>
                <a:gdLst/>
                <a:ahLst/>
                <a:cxnLst/>
                <a:rect l="l" t="t" r="r" b="b"/>
                <a:pathLst>
                  <a:path w="3970" h="3959" extrusionOk="0">
                    <a:moveTo>
                      <a:pt x="218" y="1"/>
                    </a:moveTo>
                    <a:lnTo>
                      <a:pt x="230" y="13"/>
                    </a:lnTo>
                    <a:cubicBezTo>
                      <a:pt x="213" y="7"/>
                      <a:pt x="195" y="3"/>
                      <a:pt x="177" y="3"/>
                    </a:cubicBezTo>
                    <a:cubicBezTo>
                      <a:pt x="128" y="3"/>
                      <a:pt x="80" y="27"/>
                      <a:pt x="52" y="64"/>
                    </a:cubicBezTo>
                    <a:cubicBezTo>
                      <a:pt x="1" y="128"/>
                      <a:pt x="13" y="230"/>
                      <a:pt x="77" y="281"/>
                    </a:cubicBezTo>
                    <a:cubicBezTo>
                      <a:pt x="1455" y="1379"/>
                      <a:pt x="2731" y="2400"/>
                      <a:pt x="3369" y="3854"/>
                    </a:cubicBezTo>
                    <a:cubicBezTo>
                      <a:pt x="3392" y="3912"/>
                      <a:pt x="3446" y="3958"/>
                      <a:pt x="3512" y="3958"/>
                    </a:cubicBezTo>
                    <a:cubicBezTo>
                      <a:pt x="3519" y="3958"/>
                      <a:pt x="3527" y="3958"/>
                      <a:pt x="3535" y="3956"/>
                    </a:cubicBezTo>
                    <a:cubicBezTo>
                      <a:pt x="3969" y="3931"/>
                      <a:pt x="3535" y="2004"/>
                      <a:pt x="1391" y="613"/>
                    </a:cubicBezTo>
                    <a:cubicBezTo>
                      <a:pt x="1034" y="358"/>
                      <a:pt x="639" y="167"/>
                      <a:pt x="2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960;p49">
                <a:extLst>
                  <a:ext uri="{FF2B5EF4-FFF2-40B4-BE49-F238E27FC236}">
                    <a16:creationId xmlns:a16="http://schemas.microsoft.com/office/drawing/2014/main" id="{49D91FEC-14B9-1411-5334-03FB1DEB5E2A}"/>
                  </a:ext>
                </a:extLst>
              </p:cNvPr>
              <p:cNvSpPr/>
              <p:nvPr/>
            </p:nvSpPr>
            <p:spPr>
              <a:xfrm>
                <a:off x="2254475" y="3240900"/>
                <a:ext cx="144375" cy="24350"/>
              </a:xfrm>
              <a:custGeom>
                <a:avLst/>
                <a:gdLst/>
                <a:ahLst/>
                <a:cxnLst/>
                <a:rect l="l" t="t" r="r" b="b"/>
                <a:pathLst>
                  <a:path w="5775" h="974" extrusionOk="0">
                    <a:moveTo>
                      <a:pt x="3537" y="0"/>
                    </a:moveTo>
                    <a:cubicBezTo>
                      <a:pt x="2386" y="0"/>
                      <a:pt x="1158" y="201"/>
                      <a:pt x="198" y="646"/>
                    </a:cubicBezTo>
                    <a:cubicBezTo>
                      <a:pt x="0" y="704"/>
                      <a:pt x="56" y="974"/>
                      <a:pt x="232" y="974"/>
                    </a:cubicBezTo>
                    <a:cubicBezTo>
                      <a:pt x="249" y="974"/>
                      <a:pt x="267" y="971"/>
                      <a:pt x="287" y="965"/>
                    </a:cubicBezTo>
                    <a:lnTo>
                      <a:pt x="300" y="965"/>
                    </a:lnTo>
                    <a:cubicBezTo>
                      <a:pt x="3222" y="595"/>
                      <a:pt x="3528" y="672"/>
                      <a:pt x="5583" y="557"/>
                    </a:cubicBezTo>
                    <a:cubicBezTo>
                      <a:pt x="5749" y="531"/>
                      <a:pt x="5774" y="302"/>
                      <a:pt x="5621" y="251"/>
                    </a:cubicBezTo>
                    <a:cubicBezTo>
                      <a:pt x="5027" y="88"/>
                      <a:pt x="4299" y="0"/>
                      <a:pt x="35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961;p49">
                <a:extLst>
                  <a:ext uri="{FF2B5EF4-FFF2-40B4-BE49-F238E27FC236}">
                    <a16:creationId xmlns:a16="http://schemas.microsoft.com/office/drawing/2014/main" id="{218726B8-2815-4DEA-70E8-9B50395C6814}"/>
                  </a:ext>
                </a:extLst>
              </p:cNvPr>
              <p:cNvSpPr/>
              <p:nvPr/>
            </p:nvSpPr>
            <p:spPr>
              <a:xfrm>
                <a:off x="1918375" y="3337950"/>
                <a:ext cx="81700" cy="123075"/>
              </a:xfrm>
              <a:custGeom>
                <a:avLst/>
                <a:gdLst/>
                <a:ahLst/>
                <a:cxnLst/>
                <a:rect l="l" t="t" r="r" b="b"/>
                <a:pathLst>
                  <a:path w="3268" h="4923" extrusionOk="0">
                    <a:moveTo>
                      <a:pt x="323" y="0"/>
                    </a:moveTo>
                    <a:cubicBezTo>
                      <a:pt x="294" y="0"/>
                      <a:pt x="266" y="7"/>
                      <a:pt x="243" y="18"/>
                    </a:cubicBezTo>
                    <a:cubicBezTo>
                      <a:pt x="1" y="171"/>
                      <a:pt x="281" y="286"/>
                      <a:pt x="1659" y="2481"/>
                    </a:cubicBezTo>
                    <a:cubicBezTo>
                      <a:pt x="2668" y="4000"/>
                      <a:pt x="2795" y="4727"/>
                      <a:pt x="2821" y="4791"/>
                    </a:cubicBezTo>
                    <a:cubicBezTo>
                      <a:pt x="2839" y="4880"/>
                      <a:pt x="2906" y="4922"/>
                      <a:pt x="2975" y="4922"/>
                    </a:cubicBezTo>
                    <a:cubicBezTo>
                      <a:pt x="3053" y="4922"/>
                      <a:pt x="3133" y="4867"/>
                      <a:pt x="3140" y="4765"/>
                    </a:cubicBezTo>
                    <a:cubicBezTo>
                      <a:pt x="3267" y="3259"/>
                      <a:pt x="1596" y="1014"/>
                      <a:pt x="422" y="31"/>
                    </a:cubicBezTo>
                    <a:cubicBezTo>
                      <a:pt x="394" y="10"/>
                      <a:pt x="358" y="0"/>
                      <a:pt x="3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962;p49">
                <a:extLst>
                  <a:ext uri="{FF2B5EF4-FFF2-40B4-BE49-F238E27FC236}">
                    <a16:creationId xmlns:a16="http://schemas.microsoft.com/office/drawing/2014/main" id="{684033CB-50C4-E1D3-919E-D51765C1321F}"/>
                  </a:ext>
                </a:extLst>
              </p:cNvPr>
              <p:cNvSpPr/>
              <p:nvPr/>
            </p:nvSpPr>
            <p:spPr>
              <a:xfrm>
                <a:off x="2027475" y="3474850"/>
                <a:ext cx="149650" cy="56475"/>
              </a:xfrm>
              <a:custGeom>
                <a:avLst/>
                <a:gdLst/>
                <a:ahLst/>
                <a:cxnLst/>
                <a:rect l="l" t="t" r="r" b="b"/>
                <a:pathLst>
                  <a:path w="5986" h="2259" extrusionOk="0">
                    <a:moveTo>
                      <a:pt x="656" y="1"/>
                    </a:moveTo>
                    <a:cubicBezTo>
                      <a:pt x="508" y="1"/>
                      <a:pt x="362" y="6"/>
                      <a:pt x="218" y="17"/>
                    </a:cubicBezTo>
                    <a:cubicBezTo>
                      <a:pt x="141" y="17"/>
                      <a:pt x="77" y="68"/>
                      <a:pt x="52" y="144"/>
                    </a:cubicBezTo>
                    <a:cubicBezTo>
                      <a:pt x="1" y="399"/>
                      <a:pt x="243" y="310"/>
                      <a:pt x="1634" y="667"/>
                    </a:cubicBezTo>
                    <a:cubicBezTo>
                      <a:pt x="4443" y="1401"/>
                      <a:pt x="5501" y="2258"/>
                      <a:pt x="5844" y="2258"/>
                    </a:cubicBezTo>
                    <a:cubicBezTo>
                      <a:pt x="5883" y="2258"/>
                      <a:pt x="5912" y="2247"/>
                      <a:pt x="5934" y="2224"/>
                    </a:cubicBezTo>
                    <a:cubicBezTo>
                      <a:pt x="5985" y="2160"/>
                      <a:pt x="5985" y="2058"/>
                      <a:pt x="5922" y="1994"/>
                    </a:cubicBezTo>
                    <a:cubicBezTo>
                      <a:pt x="4587" y="790"/>
                      <a:pt x="2488" y="1"/>
                      <a:pt x="6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963;p49">
                <a:extLst>
                  <a:ext uri="{FF2B5EF4-FFF2-40B4-BE49-F238E27FC236}">
                    <a16:creationId xmlns:a16="http://schemas.microsoft.com/office/drawing/2014/main" id="{A7B14745-56C9-DECB-6D20-9DF7A524606F}"/>
                  </a:ext>
                </a:extLst>
              </p:cNvPr>
              <p:cNvSpPr/>
              <p:nvPr/>
            </p:nvSpPr>
            <p:spPr>
              <a:xfrm>
                <a:off x="2327675" y="2628200"/>
                <a:ext cx="35800" cy="97150"/>
              </a:xfrm>
              <a:custGeom>
                <a:avLst/>
                <a:gdLst/>
                <a:ahLst/>
                <a:cxnLst/>
                <a:rect l="l" t="t" r="r" b="b"/>
                <a:pathLst>
                  <a:path w="1432" h="3886" extrusionOk="0">
                    <a:moveTo>
                      <a:pt x="708" y="1"/>
                    </a:moveTo>
                    <a:cubicBezTo>
                      <a:pt x="651" y="1"/>
                      <a:pt x="594" y="29"/>
                      <a:pt x="562" y="92"/>
                    </a:cubicBezTo>
                    <a:cubicBezTo>
                      <a:pt x="0" y="1215"/>
                      <a:pt x="256" y="2912"/>
                      <a:pt x="1111" y="3831"/>
                    </a:cubicBezTo>
                    <a:cubicBezTo>
                      <a:pt x="1149" y="3869"/>
                      <a:pt x="1194" y="3886"/>
                      <a:pt x="1237" y="3886"/>
                    </a:cubicBezTo>
                    <a:cubicBezTo>
                      <a:pt x="1338" y="3886"/>
                      <a:pt x="1431" y="3794"/>
                      <a:pt x="1404" y="3678"/>
                    </a:cubicBezTo>
                    <a:lnTo>
                      <a:pt x="1404" y="3678"/>
                    </a:lnTo>
                    <a:cubicBezTo>
                      <a:pt x="1404" y="3678"/>
                      <a:pt x="1404" y="3678"/>
                      <a:pt x="1404" y="3678"/>
                    </a:cubicBezTo>
                    <a:cubicBezTo>
                      <a:pt x="1400" y="3678"/>
                      <a:pt x="1224" y="3163"/>
                      <a:pt x="1136" y="2810"/>
                    </a:cubicBezTo>
                    <a:lnTo>
                      <a:pt x="1136" y="2798"/>
                    </a:lnTo>
                    <a:cubicBezTo>
                      <a:pt x="868" y="1751"/>
                      <a:pt x="855" y="1113"/>
                      <a:pt x="868" y="156"/>
                    </a:cubicBezTo>
                    <a:cubicBezTo>
                      <a:pt x="868" y="59"/>
                      <a:pt x="789" y="1"/>
                      <a:pt x="7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964;p49">
                <a:extLst>
                  <a:ext uri="{FF2B5EF4-FFF2-40B4-BE49-F238E27FC236}">
                    <a16:creationId xmlns:a16="http://schemas.microsoft.com/office/drawing/2014/main" id="{6099BAFE-7728-F7FB-06CF-986BE459D78E}"/>
                  </a:ext>
                </a:extLst>
              </p:cNvPr>
              <p:cNvSpPr/>
              <p:nvPr/>
            </p:nvSpPr>
            <p:spPr>
              <a:xfrm>
                <a:off x="1882000" y="2598050"/>
                <a:ext cx="654325" cy="1010575"/>
              </a:xfrm>
              <a:custGeom>
                <a:avLst/>
                <a:gdLst/>
                <a:ahLst/>
                <a:cxnLst/>
                <a:rect l="l" t="t" r="r" b="b"/>
                <a:pathLst>
                  <a:path w="26173" h="40423" extrusionOk="0">
                    <a:moveTo>
                      <a:pt x="18185" y="520"/>
                    </a:moveTo>
                    <a:cubicBezTo>
                      <a:pt x="18338" y="545"/>
                      <a:pt x="18504" y="737"/>
                      <a:pt x="18657" y="941"/>
                    </a:cubicBezTo>
                    <a:lnTo>
                      <a:pt x="18682" y="967"/>
                    </a:lnTo>
                    <a:cubicBezTo>
                      <a:pt x="19678" y="2230"/>
                      <a:pt x="20214" y="3391"/>
                      <a:pt x="20329" y="4527"/>
                    </a:cubicBezTo>
                    <a:cubicBezTo>
                      <a:pt x="20405" y="5203"/>
                      <a:pt x="20226" y="6096"/>
                      <a:pt x="19844" y="6479"/>
                    </a:cubicBezTo>
                    <a:cubicBezTo>
                      <a:pt x="19844" y="6147"/>
                      <a:pt x="19831" y="5854"/>
                      <a:pt x="19818" y="5599"/>
                    </a:cubicBezTo>
                    <a:cubicBezTo>
                      <a:pt x="19818" y="5535"/>
                      <a:pt x="19793" y="5471"/>
                      <a:pt x="19742" y="5420"/>
                    </a:cubicBezTo>
                    <a:cubicBezTo>
                      <a:pt x="19691" y="5369"/>
                      <a:pt x="19627" y="5356"/>
                      <a:pt x="19563" y="5356"/>
                    </a:cubicBezTo>
                    <a:cubicBezTo>
                      <a:pt x="19423" y="5356"/>
                      <a:pt x="19308" y="5471"/>
                      <a:pt x="19320" y="5611"/>
                    </a:cubicBezTo>
                    <a:cubicBezTo>
                      <a:pt x="19333" y="5930"/>
                      <a:pt x="19333" y="6275"/>
                      <a:pt x="19346" y="6632"/>
                    </a:cubicBezTo>
                    <a:cubicBezTo>
                      <a:pt x="19193" y="6594"/>
                      <a:pt x="19053" y="6517"/>
                      <a:pt x="18925" y="6428"/>
                    </a:cubicBezTo>
                    <a:cubicBezTo>
                      <a:pt x="17853" y="5650"/>
                      <a:pt x="17508" y="2893"/>
                      <a:pt x="17738" y="1400"/>
                    </a:cubicBezTo>
                    <a:cubicBezTo>
                      <a:pt x="17840" y="762"/>
                      <a:pt x="18019" y="545"/>
                      <a:pt x="18108" y="520"/>
                    </a:cubicBezTo>
                    <a:close/>
                    <a:moveTo>
                      <a:pt x="14078" y="7291"/>
                    </a:moveTo>
                    <a:cubicBezTo>
                      <a:pt x="14098" y="7291"/>
                      <a:pt x="14123" y="7292"/>
                      <a:pt x="14152" y="7296"/>
                    </a:cubicBezTo>
                    <a:cubicBezTo>
                      <a:pt x="14344" y="7347"/>
                      <a:pt x="14535" y="7449"/>
                      <a:pt x="14701" y="7564"/>
                    </a:cubicBezTo>
                    <a:cubicBezTo>
                      <a:pt x="15109" y="7819"/>
                      <a:pt x="15684" y="8164"/>
                      <a:pt x="16488" y="8189"/>
                    </a:cubicBezTo>
                    <a:cubicBezTo>
                      <a:pt x="17572" y="8227"/>
                      <a:pt x="18593" y="8763"/>
                      <a:pt x="19104" y="9580"/>
                    </a:cubicBezTo>
                    <a:cubicBezTo>
                      <a:pt x="19142" y="9657"/>
                      <a:pt x="19206" y="9720"/>
                      <a:pt x="19269" y="9784"/>
                    </a:cubicBezTo>
                    <a:cubicBezTo>
                      <a:pt x="19218" y="10537"/>
                      <a:pt x="19155" y="11303"/>
                      <a:pt x="19065" y="12056"/>
                    </a:cubicBezTo>
                    <a:cubicBezTo>
                      <a:pt x="18619" y="12056"/>
                      <a:pt x="18172" y="11979"/>
                      <a:pt x="17751" y="11839"/>
                    </a:cubicBezTo>
                    <a:cubicBezTo>
                      <a:pt x="16092" y="11277"/>
                      <a:pt x="15058" y="9950"/>
                      <a:pt x="14484" y="8929"/>
                    </a:cubicBezTo>
                    <a:cubicBezTo>
                      <a:pt x="14165" y="8355"/>
                      <a:pt x="13872" y="7500"/>
                      <a:pt x="14012" y="7309"/>
                    </a:cubicBezTo>
                    <a:cubicBezTo>
                      <a:pt x="14012" y="7300"/>
                      <a:pt x="14031" y="7291"/>
                      <a:pt x="14078" y="7291"/>
                    </a:cubicBezTo>
                    <a:close/>
                    <a:moveTo>
                      <a:pt x="23867" y="7849"/>
                    </a:moveTo>
                    <a:cubicBezTo>
                      <a:pt x="24404" y="7849"/>
                      <a:pt x="24856" y="7941"/>
                      <a:pt x="25139" y="8087"/>
                    </a:cubicBezTo>
                    <a:cubicBezTo>
                      <a:pt x="25305" y="8176"/>
                      <a:pt x="25356" y="8253"/>
                      <a:pt x="25356" y="8278"/>
                    </a:cubicBezTo>
                    <a:cubicBezTo>
                      <a:pt x="25369" y="8380"/>
                      <a:pt x="25127" y="8623"/>
                      <a:pt x="24973" y="8776"/>
                    </a:cubicBezTo>
                    <a:lnTo>
                      <a:pt x="24871" y="8865"/>
                    </a:lnTo>
                    <a:cubicBezTo>
                      <a:pt x="24667" y="9057"/>
                      <a:pt x="24489" y="9248"/>
                      <a:pt x="24297" y="9452"/>
                    </a:cubicBezTo>
                    <a:cubicBezTo>
                      <a:pt x="23621" y="10141"/>
                      <a:pt x="22996" y="10792"/>
                      <a:pt x="22141" y="11264"/>
                    </a:cubicBezTo>
                    <a:cubicBezTo>
                      <a:pt x="21349" y="11698"/>
                      <a:pt x="20482" y="11979"/>
                      <a:pt x="19576" y="12056"/>
                    </a:cubicBezTo>
                    <a:cubicBezTo>
                      <a:pt x="19665" y="11315"/>
                      <a:pt x="19729" y="10575"/>
                      <a:pt x="19767" y="9848"/>
                    </a:cubicBezTo>
                    <a:cubicBezTo>
                      <a:pt x="19882" y="9771"/>
                      <a:pt x="19984" y="9682"/>
                      <a:pt x="20073" y="9567"/>
                    </a:cubicBezTo>
                    <a:lnTo>
                      <a:pt x="20073" y="9554"/>
                    </a:lnTo>
                    <a:cubicBezTo>
                      <a:pt x="20124" y="9503"/>
                      <a:pt x="20163" y="9452"/>
                      <a:pt x="20214" y="9389"/>
                    </a:cubicBezTo>
                    <a:cubicBezTo>
                      <a:pt x="21289" y="8245"/>
                      <a:pt x="22758" y="7849"/>
                      <a:pt x="23867" y="7849"/>
                    </a:cubicBezTo>
                    <a:close/>
                    <a:moveTo>
                      <a:pt x="12621" y="12349"/>
                    </a:moveTo>
                    <a:cubicBezTo>
                      <a:pt x="12685" y="12349"/>
                      <a:pt x="12838" y="12387"/>
                      <a:pt x="13195" y="12617"/>
                    </a:cubicBezTo>
                    <a:lnTo>
                      <a:pt x="13221" y="12617"/>
                    </a:lnTo>
                    <a:cubicBezTo>
                      <a:pt x="13897" y="13025"/>
                      <a:pt x="14599" y="13153"/>
                      <a:pt x="15288" y="13255"/>
                    </a:cubicBezTo>
                    <a:cubicBezTo>
                      <a:pt x="16220" y="13421"/>
                      <a:pt x="17100" y="13574"/>
                      <a:pt x="17840" y="14391"/>
                    </a:cubicBezTo>
                    <a:cubicBezTo>
                      <a:pt x="17879" y="14429"/>
                      <a:pt x="17917" y="14480"/>
                      <a:pt x="17968" y="14531"/>
                    </a:cubicBezTo>
                    <a:cubicBezTo>
                      <a:pt x="18121" y="14761"/>
                      <a:pt x="18338" y="14952"/>
                      <a:pt x="18580" y="15093"/>
                    </a:cubicBezTo>
                    <a:cubicBezTo>
                      <a:pt x="18440" y="15794"/>
                      <a:pt x="18274" y="16509"/>
                      <a:pt x="18083" y="17211"/>
                    </a:cubicBezTo>
                    <a:cubicBezTo>
                      <a:pt x="16921" y="17019"/>
                      <a:pt x="15824" y="16547"/>
                      <a:pt x="14880" y="15845"/>
                    </a:cubicBezTo>
                    <a:cubicBezTo>
                      <a:pt x="13540" y="14837"/>
                      <a:pt x="12634" y="13446"/>
                      <a:pt x="12621" y="12387"/>
                    </a:cubicBezTo>
                    <a:cubicBezTo>
                      <a:pt x="12621" y="12375"/>
                      <a:pt x="12621" y="12362"/>
                      <a:pt x="12621" y="12349"/>
                    </a:cubicBezTo>
                    <a:close/>
                    <a:moveTo>
                      <a:pt x="22874" y="13660"/>
                    </a:moveTo>
                    <a:cubicBezTo>
                      <a:pt x="23509" y="13660"/>
                      <a:pt x="24150" y="13727"/>
                      <a:pt x="24782" y="13791"/>
                    </a:cubicBezTo>
                    <a:lnTo>
                      <a:pt x="24871" y="13791"/>
                    </a:lnTo>
                    <a:cubicBezTo>
                      <a:pt x="25050" y="13817"/>
                      <a:pt x="25216" y="13829"/>
                      <a:pt x="25395" y="13855"/>
                    </a:cubicBezTo>
                    <a:cubicBezTo>
                      <a:pt x="25497" y="13855"/>
                      <a:pt x="25586" y="13906"/>
                      <a:pt x="25612" y="13995"/>
                    </a:cubicBezTo>
                    <a:cubicBezTo>
                      <a:pt x="25624" y="14033"/>
                      <a:pt x="25612" y="14084"/>
                      <a:pt x="25586" y="14110"/>
                    </a:cubicBezTo>
                    <a:cubicBezTo>
                      <a:pt x="25101" y="14467"/>
                      <a:pt x="24680" y="14786"/>
                      <a:pt x="24310" y="15080"/>
                    </a:cubicBezTo>
                    <a:lnTo>
                      <a:pt x="24284" y="15093"/>
                    </a:lnTo>
                    <a:cubicBezTo>
                      <a:pt x="23008" y="16075"/>
                      <a:pt x="22255" y="16662"/>
                      <a:pt x="21133" y="16994"/>
                    </a:cubicBezTo>
                    <a:cubicBezTo>
                      <a:pt x="20496" y="17180"/>
                      <a:pt x="19837" y="17276"/>
                      <a:pt x="19179" y="17276"/>
                    </a:cubicBezTo>
                    <a:cubicBezTo>
                      <a:pt x="18984" y="17276"/>
                      <a:pt x="18790" y="17267"/>
                      <a:pt x="18596" y="17251"/>
                    </a:cubicBezTo>
                    <a:lnTo>
                      <a:pt x="18596" y="17251"/>
                    </a:lnTo>
                    <a:cubicBezTo>
                      <a:pt x="18786" y="16514"/>
                      <a:pt x="18964" y="15791"/>
                      <a:pt x="19104" y="15093"/>
                    </a:cubicBezTo>
                    <a:cubicBezTo>
                      <a:pt x="19244" y="15016"/>
                      <a:pt x="19384" y="14914"/>
                      <a:pt x="19486" y="14799"/>
                    </a:cubicBezTo>
                    <a:cubicBezTo>
                      <a:pt x="19716" y="14582"/>
                      <a:pt x="20048" y="14250"/>
                      <a:pt x="21005" y="13931"/>
                    </a:cubicBezTo>
                    <a:cubicBezTo>
                      <a:pt x="21611" y="13727"/>
                      <a:pt x="22239" y="13660"/>
                      <a:pt x="22874" y="13660"/>
                    </a:cubicBezTo>
                    <a:close/>
                    <a:moveTo>
                      <a:pt x="12187" y="16483"/>
                    </a:moveTo>
                    <a:cubicBezTo>
                      <a:pt x="12251" y="16509"/>
                      <a:pt x="12302" y="16522"/>
                      <a:pt x="12353" y="16560"/>
                    </a:cubicBezTo>
                    <a:cubicBezTo>
                      <a:pt x="12864" y="16866"/>
                      <a:pt x="13451" y="17147"/>
                      <a:pt x="14012" y="17428"/>
                    </a:cubicBezTo>
                    <a:cubicBezTo>
                      <a:pt x="15390" y="18091"/>
                      <a:pt x="16807" y="18780"/>
                      <a:pt x="17228" y="19840"/>
                    </a:cubicBezTo>
                    <a:lnTo>
                      <a:pt x="17215" y="19891"/>
                    </a:lnTo>
                    <a:cubicBezTo>
                      <a:pt x="17189" y="19916"/>
                      <a:pt x="17177" y="19954"/>
                      <a:pt x="17177" y="19993"/>
                    </a:cubicBezTo>
                    <a:cubicBezTo>
                      <a:pt x="16896" y="20707"/>
                      <a:pt x="16590" y="21422"/>
                      <a:pt x="16258" y="22085"/>
                    </a:cubicBezTo>
                    <a:cubicBezTo>
                      <a:pt x="14203" y="21396"/>
                      <a:pt x="12723" y="19865"/>
                      <a:pt x="12200" y="17900"/>
                    </a:cubicBezTo>
                    <a:cubicBezTo>
                      <a:pt x="12060" y="17351"/>
                      <a:pt x="12034" y="16586"/>
                      <a:pt x="12162" y="16483"/>
                    </a:cubicBezTo>
                    <a:close/>
                    <a:moveTo>
                      <a:pt x="20502" y="18775"/>
                    </a:moveTo>
                    <a:cubicBezTo>
                      <a:pt x="21020" y="18775"/>
                      <a:pt x="21557" y="18859"/>
                      <a:pt x="22115" y="18946"/>
                    </a:cubicBezTo>
                    <a:lnTo>
                      <a:pt x="22115" y="18934"/>
                    </a:lnTo>
                    <a:cubicBezTo>
                      <a:pt x="22679" y="19024"/>
                      <a:pt x="23258" y="19123"/>
                      <a:pt x="23835" y="19123"/>
                    </a:cubicBezTo>
                    <a:cubicBezTo>
                      <a:pt x="23989" y="19123"/>
                      <a:pt x="24144" y="19116"/>
                      <a:pt x="24297" y="19099"/>
                    </a:cubicBezTo>
                    <a:cubicBezTo>
                      <a:pt x="24379" y="19092"/>
                      <a:pt x="24447" y="19089"/>
                      <a:pt x="24504" y="19089"/>
                    </a:cubicBezTo>
                    <a:cubicBezTo>
                      <a:pt x="24733" y="19089"/>
                      <a:pt x="24782" y="19138"/>
                      <a:pt x="24782" y="19138"/>
                    </a:cubicBezTo>
                    <a:cubicBezTo>
                      <a:pt x="24782" y="19138"/>
                      <a:pt x="24820" y="19253"/>
                      <a:pt x="24591" y="19572"/>
                    </a:cubicBezTo>
                    <a:cubicBezTo>
                      <a:pt x="23240" y="21422"/>
                      <a:pt x="21022" y="22483"/>
                      <a:pt x="18688" y="22483"/>
                    </a:cubicBezTo>
                    <a:cubicBezTo>
                      <a:pt x="18221" y="22483"/>
                      <a:pt x="17749" y="22441"/>
                      <a:pt x="17279" y="22353"/>
                    </a:cubicBezTo>
                    <a:cubicBezTo>
                      <a:pt x="17126" y="22315"/>
                      <a:pt x="16947" y="22290"/>
                      <a:pt x="16756" y="22226"/>
                    </a:cubicBezTo>
                    <a:cubicBezTo>
                      <a:pt x="17075" y="21575"/>
                      <a:pt x="17368" y="20899"/>
                      <a:pt x="17636" y="20197"/>
                    </a:cubicBezTo>
                    <a:cubicBezTo>
                      <a:pt x="17662" y="20171"/>
                      <a:pt x="17674" y="20146"/>
                      <a:pt x="17700" y="20120"/>
                    </a:cubicBezTo>
                    <a:cubicBezTo>
                      <a:pt x="17853" y="20005"/>
                      <a:pt x="17993" y="19878"/>
                      <a:pt x="18134" y="19750"/>
                    </a:cubicBezTo>
                    <a:cubicBezTo>
                      <a:pt x="18440" y="19469"/>
                      <a:pt x="18785" y="19227"/>
                      <a:pt x="19155" y="19036"/>
                    </a:cubicBezTo>
                    <a:cubicBezTo>
                      <a:pt x="19589" y="18843"/>
                      <a:pt x="20038" y="18775"/>
                      <a:pt x="20502" y="18775"/>
                    </a:cubicBezTo>
                    <a:close/>
                    <a:moveTo>
                      <a:pt x="9689" y="20663"/>
                    </a:moveTo>
                    <a:cubicBezTo>
                      <a:pt x="9765" y="20663"/>
                      <a:pt x="9857" y="20728"/>
                      <a:pt x="10095" y="20911"/>
                    </a:cubicBezTo>
                    <a:cubicBezTo>
                      <a:pt x="10643" y="21345"/>
                      <a:pt x="11243" y="21715"/>
                      <a:pt x="11881" y="22009"/>
                    </a:cubicBezTo>
                    <a:cubicBezTo>
                      <a:pt x="12519" y="22315"/>
                      <a:pt x="13081" y="22621"/>
                      <a:pt x="13514" y="23208"/>
                    </a:cubicBezTo>
                    <a:cubicBezTo>
                      <a:pt x="13948" y="23795"/>
                      <a:pt x="14267" y="24472"/>
                      <a:pt x="14433" y="25186"/>
                    </a:cubicBezTo>
                    <a:cubicBezTo>
                      <a:pt x="13987" y="25799"/>
                      <a:pt x="13514" y="26386"/>
                      <a:pt x="13004" y="26934"/>
                    </a:cubicBezTo>
                    <a:cubicBezTo>
                      <a:pt x="12315" y="26564"/>
                      <a:pt x="11677" y="26092"/>
                      <a:pt x="11141" y="25518"/>
                    </a:cubicBezTo>
                    <a:lnTo>
                      <a:pt x="11141" y="25531"/>
                    </a:lnTo>
                    <a:cubicBezTo>
                      <a:pt x="10095" y="24421"/>
                      <a:pt x="9571" y="23030"/>
                      <a:pt x="9456" y="21039"/>
                    </a:cubicBezTo>
                    <a:cubicBezTo>
                      <a:pt x="9456" y="20937"/>
                      <a:pt x="9482" y="20695"/>
                      <a:pt x="9648" y="20669"/>
                    </a:cubicBezTo>
                    <a:cubicBezTo>
                      <a:pt x="9662" y="20665"/>
                      <a:pt x="9675" y="20663"/>
                      <a:pt x="9689" y="20663"/>
                    </a:cubicBezTo>
                    <a:close/>
                    <a:moveTo>
                      <a:pt x="17392" y="24448"/>
                    </a:moveTo>
                    <a:cubicBezTo>
                      <a:pt x="18049" y="24448"/>
                      <a:pt x="18797" y="24570"/>
                      <a:pt x="19499" y="24867"/>
                    </a:cubicBezTo>
                    <a:lnTo>
                      <a:pt x="19499" y="24880"/>
                    </a:lnTo>
                    <a:cubicBezTo>
                      <a:pt x="19691" y="24957"/>
                      <a:pt x="19882" y="25033"/>
                      <a:pt x="20061" y="25122"/>
                    </a:cubicBezTo>
                    <a:cubicBezTo>
                      <a:pt x="20622" y="25416"/>
                      <a:pt x="21222" y="25633"/>
                      <a:pt x="21847" y="25760"/>
                    </a:cubicBezTo>
                    <a:cubicBezTo>
                      <a:pt x="22026" y="25799"/>
                      <a:pt x="22460" y="25875"/>
                      <a:pt x="22498" y="26028"/>
                    </a:cubicBezTo>
                    <a:cubicBezTo>
                      <a:pt x="22485" y="26080"/>
                      <a:pt x="22332" y="26322"/>
                      <a:pt x="21081" y="26973"/>
                    </a:cubicBezTo>
                    <a:lnTo>
                      <a:pt x="20992" y="27011"/>
                    </a:lnTo>
                    <a:cubicBezTo>
                      <a:pt x="19793" y="27644"/>
                      <a:pt x="18431" y="27964"/>
                      <a:pt x="17061" y="27964"/>
                    </a:cubicBezTo>
                    <a:cubicBezTo>
                      <a:pt x="15835" y="27964"/>
                      <a:pt x="14603" y="27708"/>
                      <a:pt x="13476" y="27190"/>
                    </a:cubicBezTo>
                    <a:cubicBezTo>
                      <a:pt x="14038" y="26577"/>
                      <a:pt x="14548" y="25914"/>
                      <a:pt x="15020" y="25237"/>
                    </a:cubicBezTo>
                    <a:cubicBezTo>
                      <a:pt x="15314" y="25033"/>
                      <a:pt x="15633" y="24867"/>
                      <a:pt x="15952" y="24701"/>
                    </a:cubicBezTo>
                    <a:cubicBezTo>
                      <a:pt x="16294" y="24545"/>
                      <a:pt x="16807" y="24448"/>
                      <a:pt x="17392" y="24448"/>
                    </a:cubicBezTo>
                    <a:close/>
                    <a:moveTo>
                      <a:pt x="5539" y="24370"/>
                    </a:moveTo>
                    <a:cubicBezTo>
                      <a:pt x="5730" y="24395"/>
                      <a:pt x="6024" y="24676"/>
                      <a:pt x="6292" y="24931"/>
                    </a:cubicBezTo>
                    <a:cubicBezTo>
                      <a:pt x="6381" y="25020"/>
                      <a:pt x="6470" y="25110"/>
                      <a:pt x="6560" y="25199"/>
                    </a:cubicBezTo>
                    <a:cubicBezTo>
                      <a:pt x="7045" y="25620"/>
                      <a:pt x="7581" y="25990"/>
                      <a:pt x="8142" y="26296"/>
                    </a:cubicBezTo>
                    <a:cubicBezTo>
                      <a:pt x="9240" y="26934"/>
                      <a:pt x="10107" y="27432"/>
                      <a:pt x="10388" y="29308"/>
                    </a:cubicBezTo>
                    <a:cubicBezTo>
                      <a:pt x="9699" y="29831"/>
                      <a:pt x="9010" y="30380"/>
                      <a:pt x="8359" y="30929"/>
                    </a:cubicBezTo>
                    <a:cubicBezTo>
                      <a:pt x="5858" y="29002"/>
                      <a:pt x="5041" y="25914"/>
                      <a:pt x="5296" y="24727"/>
                    </a:cubicBezTo>
                    <a:cubicBezTo>
                      <a:pt x="5335" y="24497"/>
                      <a:pt x="5411" y="24382"/>
                      <a:pt x="5475" y="24370"/>
                    </a:cubicBezTo>
                    <a:close/>
                    <a:moveTo>
                      <a:pt x="12376" y="29470"/>
                    </a:moveTo>
                    <a:cubicBezTo>
                      <a:pt x="14137" y="29470"/>
                      <a:pt x="15349" y="30209"/>
                      <a:pt x="16743" y="31452"/>
                    </a:cubicBezTo>
                    <a:lnTo>
                      <a:pt x="16845" y="31541"/>
                    </a:lnTo>
                    <a:cubicBezTo>
                      <a:pt x="17062" y="31707"/>
                      <a:pt x="17253" y="31924"/>
                      <a:pt x="17394" y="32166"/>
                    </a:cubicBezTo>
                    <a:cubicBezTo>
                      <a:pt x="17394" y="32179"/>
                      <a:pt x="17406" y="32179"/>
                      <a:pt x="17394" y="32205"/>
                    </a:cubicBezTo>
                    <a:cubicBezTo>
                      <a:pt x="17164" y="32600"/>
                      <a:pt x="15263" y="32996"/>
                      <a:pt x="14369" y="33060"/>
                    </a:cubicBezTo>
                    <a:cubicBezTo>
                      <a:pt x="14086" y="33078"/>
                      <a:pt x="13801" y="33097"/>
                      <a:pt x="13501" y="33097"/>
                    </a:cubicBezTo>
                    <a:cubicBezTo>
                      <a:pt x="12353" y="33097"/>
                      <a:pt x="10996" y="32826"/>
                      <a:pt x="8780" y="31248"/>
                    </a:cubicBezTo>
                    <a:lnTo>
                      <a:pt x="8767" y="31248"/>
                    </a:lnTo>
                    <a:cubicBezTo>
                      <a:pt x="9431" y="30686"/>
                      <a:pt x="10120" y="30137"/>
                      <a:pt x="10796" y="29640"/>
                    </a:cubicBezTo>
                    <a:cubicBezTo>
                      <a:pt x="11374" y="29525"/>
                      <a:pt x="11895" y="29470"/>
                      <a:pt x="12376" y="29470"/>
                    </a:cubicBezTo>
                    <a:close/>
                    <a:moveTo>
                      <a:pt x="1290" y="27815"/>
                    </a:moveTo>
                    <a:cubicBezTo>
                      <a:pt x="1392" y="27815"/>
                      <a:pt x="1519" y="27930"/>
                      <a:pt x="1621" y="28108"/>
                    </a:cubicBezTo>
                    <a:cubicBezTo>
                      <a:pt x="2068" y="28925"/>
                      <a:pt x="2757" y="29538"/>
                      <a:pt x="3421" y="30137"/>
                    </a:cubicBezTo>
                    <a:cubicBezTo>
                      <a:pt x="3931" y="30571"/>
                      <a:pt x="4416" y="31056"/>
                      <a:pt x="4837" y="31592"/>
                    </a:cubicBezTo>
                    <a:cubicBezTo>
                      <a:pt x="5552" y="32575"/>
                      <a:pt x="5590" y="33251"/>
                      <a:pt x="5577" y="33519"/>
                    </a:cubicBezTo>
                    <a:cubicBezTo>
                      <a:pt x="4812" y="34310"/>
                      <a:pt x="4071" y="35127"/>
                      <a:pt x="3395" y="35969"/>
                    </a:cubicBezTo>
                    <a:cubicBezTo>
                      <a:pt x="2655" y="35331"/>
                      <a:pt x="2068" y="34540"/>
                      <a:pt x="1672" y="33659"/>
                    </a:cubicBezTo>
                    <a:cubicBezTo>
                      <a:pt x="983" y="32103"/>
                      <a:pt x="588" y="29295"/>
                      <a:pt x="1085" y="28006"/>
                    </a:cubicBezTo>
                    <a:cubicBezTo>
                      <a:pt x="1124" y="27892"/>
                      <a:pt x="1200" y="27828"/>
                      <a:pt x="1277" y="27815"/>
                    </a:cubicBezTo>
                    <a:close/>
                    <a:moveTo>
                      <a:pt x="7265" y="33835"/>
                    </a:moveTo>
                    <a:cubicBezTo>
                      <a:pt x="8994" y="33835"/>
                      <a:pt x="9858" y="34525"/>
                      <a:pt x="10516" y="35305"/>
                    </a:cubicBezTo>
                    <a:cubicBezTo>
                      <a:pt x="11077" y="35956"/>
                      <a:pt x="11766" y="36492"/>
                      <a:pt x="12430" y="37003"/>
                    </a:cubicBezTo>
                    <a:cubicBezTo>
                      <a:pt x="12481" y="37041"/>
                      <a:pt x="12545" y="37079"/>
                      <a:pt x="12596" y="37118"/>
                    </a:cubicBezTo>
                    <a:cubicBezTo>
                      <a:pt x="12978" y="37373"/>
                      <a:pt x="12940" y="37411"/>
                      <a:pt x="12902" y="37475"/>
                    </a:cubicBezTo>
                    <a:cubicBezTo>
                      <a:pt x="12813" y="37615"/>
                      <a:pt x="12009" y="37870"/>
                      <a:pt x="10937" y="38049"/>
                    </a:cubicBezTo>
                    <a:cubicBezTo>
                      <a:pt x="10425" y="38133"/>
                      <a:pt x="9908" y="38175"/>
                      <a:pt x="9393" y="38175"/>
                    </a:cubicBezTo>
                    <a:cubicBezTo>
                      <a:pt x="7339" y="38175"/>
                      <a:pt x="5313" y="37517"/>
                      <a:pt x="3752" y="36314"/>
                    </a:cubicBezTo>
                    <a:lnTo>
                      <a:pt x="3765" y="36314"/>
                    </a:lnTo>
                    <a:cubicBezTo>
                      <a:pt x="4416" y="35510"/>
                      <a:pt x="5118" y="34718"/>
                      <a:pt x="5845" y="33966"/>
                    </a:cubicBezTo>
                    <a:cubicBezTo>
                      <a:pt x="6376" y="33876"/>
                      <a:pt x="6846" y="33835"/>
                      <a:pt x="7265" y="33835"/>
                    </a:cubicBezTo>
                    <a:close/>
                    <a:moveTo>
                      <a:pt x="18179" y="1"/>
                    </a:moveTo>
                    <a:cubicBezTo>
                      <a:pt x="18111" y="1"/>
                      <a:pt x="18041" y="11"/>
                      <a:pt x="17968" y="35"/>
                    </a:cubicBezTo>
                    <a:cubicBezTo>
                      <a:pt x="17611" y="150"/>
                      <a:pt x="17381" y="584"/>
                      <a:pt x="17253" y="1311"/>
                    </a:cubicBezTo>
                    <a:cubicBezTo>
                      <a:pt x="16998" y="2957"/>
                      <a:pt x="17406" y="5918"/>
                      <a:pt x="18644" y="6824"/>
                    </a:cubicBezTo>
                    <a:cubicBezTo>
                      <a:pt x="18848" y="6977"/>
                      <a:pt x="19078" y="7079"/>
                      <a:pt x="19320" y="7130"/>
                    </a:cubicBezTo>
                    <a:lnTo>
                      <a:pt x="19359" y="7130"/>
                    </a:lnTo>
                    <a:cubicBezTo>
                      <a:pt x="19359" y="7755"/>
                      <a:pt x="19346" y="8393"/>
                      <a:pt x="19320" y="9006"/>
                    </a:cubicBezTo>
                    <a:cubicBezTo>
                      <a:pt x="18619" y="8189"/>
                      <a:pt x="17598" y="7704"/>
                      <a:pt x="16513" y="7691"/>
                    </a:cubicBezTo>
                    <a:cubicBezTo>
                      <a:pt x="15837" y="7666"/>
                      <a:pt x="15352" y="7372"/>
                      <a:pt x="14969" y="7130"/>
                    </a:cubicBezTo>
                    <a:lnTo>
                      <a:pt x="14931" y="7117"/>
                    </a:lnTo>
                    <a:cubicBezTo>
                      <a:pt x="14714" y="6964"/>
                      <a:pt x="14471" y="6849"/>
                      <a:pt x="14216" y="6798"/>
                    </a:cubicBezTo>
                    <a:cubicBezTo>
                      <a:pt x="14164" y="6784"/>
                      <a:pt x="14112" y="6778"/>
                      <a:pt x="14062" y="6778"/>
                    </a:cubicBezTo>
                    <a:cubicBezTo>
                      <a:pt x="13875" y="6778"/>
                      <a:pt x="13701" y="6867"/>
                      <a:pt x="13591" y="7028"/>
                    </a:cubicBezTo>
                    <a:cubicBezTo>
                      <a:pt x="13183" y="7628"/>
                      <a:pt x="14012" y="9121"/>
                      <a:pt x="14050" y="9184"/>
                    </a:cubicBezTo>
                    <a:cubicBezTo>
                      <a:pt x="14676" y="10269"/>
                      <a:pt x="15786" y="11698"/>
                      <a:pt x="17585" y="12324"/>
                    </a:cubicBezTo>
                    <a:cubicBezTo>
                      <a:pt x="17840" y="12400"/>
                      <a:pt x="18108" y="12464"/>
                      <a:pt x="18376" y="12515"/>
                    </a:cubicBezTo>
                    <a:cubicBezTo>
                      <a:pt x="18580" y="12540"/>
                      <a:pt x="18797" y="12566"/>
                      <a:pt x="19014" y="12566"/>
                    </a:cubicBezTo>
                    <a:cubicBezTo>
                      <a:pt x="18925" y="13230"/>
                      <a:pt x="18823" y="13906"/>
                      <a:pt x="18695" y="14569"/>
                    </a:cubicBezTo>
                    <a:cubicBezTo>
                      <a:pt x="18580" y="14467"/>
                      <a:pt x="18466" y="14352"/>
                      <a:pt x="18376" y="14225"/>
                    </a:cubicBezTo>
                    <a:lnTo>
                      <a:pt x="18363" y="14212"/>
                    </a:lnTo>
                    <a:cubicBezTo>
                      <a:pt x="18312" y="14148"/>
                      <a:pt x="18274" y="14097"/>
                      <a:pt x="18223" y="14059"/>
                    </a:cubicBezTo>
                    <a:cubicBezTo>
                      <a:pt x="17368" y="13102"/>
                      <a:pt x="16360" y="12936"/>
                      <a:pt x="15377" y="12770"/>
                    </a:cubicBezTo>
                    <a:cubicBezTo>
                      <a:pt x="14714" y="12655"/>
                      <a:pt x="14076" y="12540"/>
                      <a:pt x="13489" y="12183"/>
                    </a:cubicBezTo>
                    <a:lnTo>
                      <a:pt x="13463" y="12170"/>
                    </a:lnTo>
                    <a:cubicBezTo>
                      <a:pt x="13185" y="12007"/>
                      <a:pt x="12877" y="11844"/>
                      <a:pt x="12612" y="11844"/>
                    </a:cubicBezTo>
                    <a:cubicBezTo>
                      <a:pt x="12524" y="11844"/>
                      <a:pt x="12442" y="11861"/>
                      <a:pt x="12366" y="11902"/>
                    </a:cubicBezTo>
                    <a:cubicBezTo>
                      <a:pt x="12200" y="12004"/>
                      <a:pt x="12098" y="12196"/>
                      <a:pt x="12123" y="12387"/>
                    </a:cubicBezTo>
                    <a:cubicBezTo>
                      <a:pt x="12123" y="13625"/>
                      <a:pt x="13093" y="15144"/>
                      <a:pt x="14586" y="16241"/>
                    </a:cubicBezTo>
                    <a:cubicBezTo>
                      <a:pt x="15569" y="16994"/>
                      <a:pt x="16730" y="17492"/>
                      <a:pt x="17955" y="17709"/>
                    </a:cubicBezTo>
                    <a:cubicBezTo>
                      <a:pt x="17866" y="18002"/>
                      <a:pt x="17776" y="18296"/>
                      <a:pt x="17687" y="18576"/>
                    </a:cubicBezTo>
                    <a:cubicBezTo>
                      <a:pt x="17623" y="18780"/>
                      <a:pt x="17547" y="18972"/>
                      <a:pt x="17470" y="19214"/>
                    </a:cubicBezTo>
                    <a:cubicBezTo>
                      <a:pt x="16819" y="18232"/>
                      <a:pt x="15454" y="17568"/>
                      <a:pt x="14242" y="16981"/>
                    </a:cubicBezTo>
                    <a:lnTo>
                      <a:pt x="14229" y="16981"/>
                    </a:lnTo>
                    <a:cubicBezTo>
                      <a:pt x="13680" y="16713"/>
                      <a:pt x="13119" y="16432"/>
                      <a:pt x="12621" y="16139"/>
                    </a:cubicBezTo>
                    <a:cubicBezTo>
                      <a:pt x="12446" y="16030"/>
                      <a:pt x="12300" y="15990"/>
                      <a:pt x="12179" y="15990"/>
                    </a:cubicBezTo>
                    <a:cubicBezTo>
                      <a:pt x="12045" y="15990"/>
                      <a:pt x="11942" y="16040"/>
                      <a:pt x="11868" y="16101"/>
                    </a:cubicBezTo>
                    <a:cubicBezTo>
                      <a:pt x="11332" y="16496"/>
                      <a:pt x="11702" y="17976"/>
                      <a:pt x="11702" y="18040"/>
                    </a:cubicBezTo>
                    <a:cubicBezTo>
                      <a:pt x="12277" y="20159"/>
                      <a:pt x="13846" y="21805"/>
                      <a:pt x="16041" y="22558"/>
                    </a:cubicBezTo>
                    <a:cubicBezTo>
                      <a:pt x="15671" y="23285"/>
                      <a:pt x="15250" y="23987"/>
                      <a:pt x="14803" y="24663"/>
                    </a:cubicBezTo>
                    <a:cubicBezTo>
                      <a:pt x="14599" y="24038"/>
                      <a:pt x="14306" y="23451"/>
                      <a:pt x="13910" y="22928"/>
                    </a:cubicBezTo>
                    <a:cubicBezTo>
                      <a:pt x="13412" y="22251"/>
                      <a:pt x="12800" y="21920"/>
                      <a:pt x="12098" y="21588"/>
                    </a:cubicBezTo>
                    <a:cubicBezTo>
                      <a:pt x="11485" y="21307"/>
                      <a:pt x="10924" y="20950"/>
                      <a:pt x="10401" y="20541"/>
                    </a:cubicBezTo>
                    <a:cubicBezTo>
                      <a:pt x="10132" y="20329"/>
                      <a:pt x="9932" y="20175"/>
                      <a:pt x="9663" y="20175"/>
                    </a:cubicBezTo>
                    <a:cubicBezTo>
                      <a:pt x="9625" y="20175"/>
                      <a:pt x="9586" y="20178"/>
                      <a:pt x="9546" y="20184"/>
                    </a:cubicBezTo>
                    <a:cubicBezTo>
                      <a:pt x="9112" y="20273"/>
                      <a:pt x="8933" y="20707"/>
                      <a:pt x="8946" y="21090"/>
                    </a:cubicBezTo>
                    <a:cubicBezTo>
                      <a:pt x="9074" y="23221"/>
                      <a:pt x="9635" y="24701"/>
                      <a:pt x="10771" y="25901"/>
                    </a:cubicBezTo>
                    <a:cubicBezTo>
                      <a:pt x="11320" y="26475"/>
                      <a:pt x="11945" y="26960"/>
                      <a:pt x="12647" y="27356"/>
                    </a:cubicBezTo>
                    <a:cubicBezTo>
                      <a:pt x="12085" y="27943"/>
                      <a:pt x="11473" y="28479"/>
                      <a:pt x="10835" y="28976"/>
                    </a:cubicBezTo>
                    <a:cubicBezTo>
                      <a:pt x="10465" y="27088"/>
                      <a:pt x="9456" y="26501"/>
                      <a:pt x="8397" y="25875"/>
                    </a:cubicBezTo>
                    <a:cubicBezTo>
                      <a:pt x="7861" y="25595"/>
                      <a:pt x="7364" y="25250"/>
                      <a:pt x="6904" y="24842"/>
                    </a:cubicBezTo>
                    <a:cubicBezTo>
                      <a:pt x="6815" y="24765"/>
                      <a:pt x="6726" y="24676"/>
                      <a:pt x="6636" y="24599"/>
                    </a:cubicBezTo>
                    <a:cubicBezTo>
                      <a:pt x="6241" y="24215"/>
                      <a:pt x="5895" y="23880"/>
                      <a:pt x="5510" y="23880"/>
                    </a:cubicBezTo>
                    <a:cubicBezTo>
                      <a:pt x="5461" y="23880"/>
                      <a:pt x="5411" y="23886"/>
                      <a:pt x="5360" y="23897"/>
                    </a:cubicBezTo>
                    <a:cubicBezTo>
                      <a:pt x="5156" y="23936"/>
                      <a:pt x="4901" y="24102"/>
                      <a:pt x="4786" y="24638"/>
                    </a:cubicBezTo>
                    <a:cubicBezTo>
                      <a:pt x="4633" y="25429"/>
                      <a:pt x="4837" y="26654"/>
                      <a:pt x="5348" y="27853"/>
                    </a:cubicBezTo>
                    <a:cubicBezTo>
                      <a:pt x="5922" y="29193"/>
                      <a:pt x="6815" y="30380"/>
                      <a:pt x="7963" y="31286"/>
                    </a:cubicBezTo>
                    <a:cubicBezTo>
                      <a:pt x="7300" y="31860"/>
                      <a:pt x="6649" y="32460"/>
                      <a:pt x="6049" y="33072"/>
                    </a:cubicBezTo>
                    <a:cubicBezTo>
                      <a:pt x="5909" y="32422"/>
                      <a:pt x="5641" y="31822"/>
                      <a:pt x="5233" y="31311"/>
                    </a:cubicBezTo>
                    <a:cubicBezTo>
                      <a:pt x="4799" y="30750"/>
                      <a:pt x="4301" y="30239"/>
                      <a:pt x="3752" y="29780"/>
                    </a:cubicBezTo>
                    <a:cubicBezTo>
                      <a:pt x="3089" y="29180"/>
                      <a:pt x="2476" y="28619"/>
                      <a:pt x="2055" y="27879"/>
                    </a:cubicBezTo>
                    <a:cubicBezTo>
                      <a:pt x="1863" y="27529"/>
                      <a:pt x="1590" y="27328"/>
                      <a:pt x="1292" y="27328"/>
                    </a:cubicBezTo>
                    <a:cubicBezTo>
                      <a:pt x="1274" y="27328"/>
                      <a:pt x="1256" y="27329"/>
                      <a:pt x="1239" y="27330"/>
                    </a:cubicBezTo>
                    <a:cubicBezTo>
                      <a:pt x="945" y="27356"/>
                      <a:pt x="690" y="27560"/>
                      <a:pt x="601" y="27840"/>
                    </a:cubicBezTo>
                    <a:cubicBezTo>
                      <a:pt x="1" y="29385"/>
                      <a:pt x="550" y="32396"/>
                      <a:pt x="1200" y="33876"/>
                    </a:cubicBezTo>
                    <a:cubicBezTo>
                      <a:pt x="1634" y="34846"/>
                      <a:pt x="2259" y="35688"/>
                      <a:pt x="3063" y="36377"/>
                    </a:cubicBezTo>
                    <a:cubicBezTo>
                      <a:pt x="2132" y="37539"/>
                      <a:pt x="1277" y="38776"/>
                      <a:pt x="524" y="40052"/>
                    </a:cubicBezTo>
                    <a:cubicBezTo>
                      <a:pt x="486" y="40104"/>
                      <a:pt x="473" y="40180"/>
                      <a:pt x="486" y="40244"/>
                    </a:cubicBezTo>
                    <a:cubicBezTo>
                      <a:pt x="511" y="40333"/>
                      <a:pt x="601" y="40410"/>
                      <a:pt x="690" y="40423"/>
                    </a:cubicBezTo>
                    <a:lnTo>
                      <a:pt x="741" y="40423"/>
                    </a:lnTo>
                    <a:cubicBezTo>
                      <a:pt x="830" y="40423"/>
                      <a:pt x="907" y="40384"/>
                      <a:pt x="958" y="40308"/>
                    </a:cubicBezTo>
                    <a:cubicBezTo>
                      <a:pt x="1698" y="39044"/>
                      <a:pt x="2540" y="37845"/>
                      <a:pt x="3446" y="36696"/>
                    </a:cubicBezTo>
                    <a:cubicBezTo>
                      <a:pt x="4722" y="37679"/>
                      <a:pt x="6215" y="38304"/>
                      <a:pt x="7798" y="38547"/>
                    </a:cubicBezTo>
                    <a:cubicBezTo>
                      <a:pt x="8327" y="38636"/>
                      <a:pt x="8866" y="38681"/>
                      <a:pt x="9405" y="38681"/>
                    </a:cubicBezTo>
                    <a:cubicBezTo>
                      <a:pt x="9945" y="38681"/>
                      <a:pt x="10484" y="38636"/>
                      <a:pt x="11013" y="38547"/>
                    </a:cubicBezTo>
                    <a:cubicBezTo>
                      <a:pt x="11932" y="38394"/>
                      <a:pt x="13081" y="38138"/>
                      <a:pt x="13336" y="37756"/>
                    </a:cubicBezTo>
                    <a:cubicBezTo>
                      <a:pt x="13668" y="37232"/>
                      <a:pt x="13144" y="36875"/>
                      <a:pt x="12876" y="36696"/>
                    </a:cubicBezTo>
                    <a:cubicBezTo>
                      <a:pt x="12825" y="36671"/>
                      <a:pt x="12787" y="36633"/>
                      <a:pt x="12736" y="36607"/>
                    </a:cubicBezTo>
                    <a:cubicBezTo>
                      <a:pt x="12098" y="36109"/>
                      <a:pt x="11434" y="35599"/>
                      <a:pt x="10898" y="34974"/>
                    </a:cubicBezTo>
                    <a:cubicBezTo>
                      <a:pt x="9948" y="33859"/>
                      <a:pt x="8801" y="33334"/>
                      <a:pt x="7250" y="33334"/>
                    </a:cubicBezTo>
                    <a:cubicBezTo>
                      <a:pt x="6989" y="33334"/>
                      <a:pt x="6717" y="33349"/>
                      <a:pt x="6432" y="33379"/>
                    </a:cubicBezTo>
                    <a:cubicBezTo>
                      <a:pt x="7057" y="32766"/>
                      <a:pt x="7708" y="32166"/>
                      <a:pt x="8372" y="31592"/>
                    </a:cubicBezTo>
                    <a:cubicBezTo>
                      <a:pt x="9418" y="32358"/>
                      <a:pt x="10630" y="33200"/>
                      <a:pt x="12391" y="33493"/>
                    </a:cubicBezTo>
                    <a:cubicBezTo>
                      <a:pt x="12834" y="33562"/>
                      <a:pt x="13276" y="33596"/>
                      <a:pt x="13719" y="33596"/>
                    </a:cubicBezTo>
                    <a:cubicBezTo>
                      <a:pt x="13940" y="33596"/>
                      <a:pt x="14161" y="33587"/>
                      <a:pt x="14382" y="33570"/>
                    </a:cubicBezTo>
                    <a:cubicBezTo>
                      <a:pt x="14408" y="33570"/>
                      <a:pt x="17330" y="33302"/>
                      <a:pt x="17815" y="32473"/>
                    </a:cubicBezTo>
                    <a:cubicBezTo>
                      <a:pt x="17917" y="32319"/>
                      <a:pt x="17930" y="32128"/>
                      <a:pt x="17853" y="31962"/>
                    </a:cubicBezTo>
                    <a:cubicBezTo>
                      <a:pt x="17674" y="31656"/>
                      <a:pt x="17445" y="31388"/>
                      <a:pt x="17164" y="31171"/>
                    </a:cubicBezTo>
                    <a:lnTo>
                      <a:pt x="17062" y="31082"/>
                    </a:lnTo>
                    <a:cubicBezTo>
                      <a:pt x="15623" y="29802"/>
                      <a:pt x="14285" y="28974"/>
                      <a:pt x="12351" y="28974"/>
                    </a:cubicBezTo>
                    <a:cubicBezTo>
                      <a:pt x="12106" y="28974"/>
                      <a:pt x="11852" y="28987"/>
                      <a:pt x="11588" y="29014"/>
                    </a:cubicBezTo>
                    <a:cubicBezTo>
                      <a:pt x="12123" y="28568"/>
                      <a:pt x="12621" y="28096"/>
                      <a:pt x="13106" y="27598"/>
                    </a:cubicBezTo>
                    <a:cubicBezTo>
                      <a:pt x="13884" y="27981"/>
                      <a:pt x="14714" y="28236"/>
                      <a:pt x="15569" y="28376"/>
                    </a:cubicBezTo>
                    <a:cubicBezTo>
                      <a:pt x="16051" y="28456"/>
                      <a:pt x="16536" y="28495"/>
                      <a:pt x="17019" y="28495"/>
                    </a:cubicBezTo>
                    <a:cubicBezTo>
                      <a:pt x="18477" y="28495"/>
                      <a:pt x="19918" y="28138"/>
                      <a:pt x="21222" y="27458"/>
                    </a:cubicBezTo>
                    <a:lnTo>
                      <a:pt x="21311" y="27407"/>
                    </a:lnTo>
                    <a:cubicBezTo>
                      <a:pt x="22587" y="26743"/>
                      <a:pt x="23047" y="26347"/>
                      <a:pt x="22996" y="25977"/>
                    </a:cubicBezTo>
                    <a:cubicBezTo>
                      <a:pt x="22919" y="25441"/>
                      <a:pt x="22268" y="25327"/>
                      <a:pt x="21924" y="25263"/>
                    </a:cubicBezTo>
                    <a:cubicBezTo>
                      <a:pt x="21349" y="25135"/>
                      <a:pt x="20788" y="24944"/>
                      <a:pt x="20265" y="24676"/>
                    </a:cubicBezTo>
                    <a:cubicBezTo>
                      <a:pt x="20073" y="24587"/>
                      <a:pt x="19882" y="24497"/>
                      <a:pt x="19691" y="24408"/>
                    </a:cubicBezTo>
                    <a:cubicBezTo>
                      <a:pt x="18922" y="24083"/>
                      <a:pt x="18113" y="23948"/>
                      <a:pt x="17395" y="23948"/>
                    </a:cubicBezTo>
                    <a:cubicBezTo>
                      <a:pt x="16728" y="23948"/>
                      <a:pt x="16140" y="24064"/>
                      <a:pt x="15735" y="24255"/>
                    </a:cubicBezTo>
                    <a:lnTo>
                      <a:pt x="15620" y="24306"/>
                    </a:lnTo>
                    <a:cubicBezTo>
                      <a:pt x="15939" y="23795"/>
                      <a:pt x="16245" y="23247"/>
                      <a:pt x="16526" y="22698"/>
                    </a:cubicBezTo>
                    <a:cubicBezTo>
                      <a:pt x="16768" y="22762"/>
                      <a:pt x="16985" y="22813"/>
                      <a:pt x="17189" y="22851"/>
                    </a:cubicBezTo>
                    <a:cubicBezTo>
                      <a:pt x="17253" y="22864"/>
                      <a:pt x="17317" y="22877"/>
                      <a:pt x="17394" y="22889"/>
                    </a:cubicBezTo>
                    <a:cubicBezTo>
                      <a:pt x="17821" y="22958"/>
                      <a:pt x="18250" y="22992"/>
                      <a:pt x="18676" y="22992"/>
                    </a:cubicBezTo>
                    <a:cubicBezTo>
                      <a:pt x="21171" y="22992"/>
                      <a:pt x="23558" y="21838"/>
                      <a:pt x="24986" y="19865"/>
                    </a:cubicBezTo>
                    <a:cubicBezTo>
                      <a:pt x="25280" y="19469"/>
                      <a:pt x="25356" y="19138"/>
                      <a:pt x="25216" y="18895"/>
                    </a:cubicBezTo>
                    <a:cubicBezTo>
                      <a:pt x="25099" y="18693"/>
                      <a:pt x="24859" y="18589"/>
                      <a:pt x="24487" y="18589"/>
                    </a:cubicBezTo>
                    <a:cubicBezTo>
                      <a:pt x="24412" y="18589"/>
                      <a:pt x="24332" y="18593"/>
                      <a:pt x="24246" y="18602"/>
                    </a:cubicBezTo>
                    <a:cubicBezTo>
                      <a:pt x="24105" y="18615"/>
                      <a:pt x="23961" y="18621"/>
                      <a:pt x="23815" y="18621"/>
                    </a:cubicBezTo>
                    <a:cubicBezTo>
                      <a:pt x="23279" y="18621"/>
                      <a:pt x="22721" y="18539"/>
                      <a:pt x="22179" y="18449"/>
                    </a:cubicBezTo>
                    <a:cubicBezTo>
                      <a:pt x="21622" y="18362"/>
                      <a:pt x="21055" y="18273"/>
                      <a:pt x="20490" y="18273"/>
                    </a:cubicBezTo>
                    <a:cubicBezTo>
                      <a:pt x="19967" y="18273"/>
                      <a:pt x="19446" y="18349"/>
                      <a:pt x="18938" y="18576"/>
                    </a:cubicBezTo>
                    <a:cubicBezTo>
                      <a:pt x="18593" y="18742"/>
                      <a:pt x="18274" y="18959"/>
                      <a:pt x="17981" y="19214"/>
                    </a:cubicBezTo>
                    <a:cubicBezTo>
                      <a:pt x="18044" y="19061"/>
                      <a:pt x="18095" y="18895"/>
                      <a:pt x="18147" y="18742"/>
                    </a:cubicBezTo>
                    <a:cubicBezTo>
                      <a:pt x="18249" y="18436"/>
                      <a:pt x="18338" y="18117"/>
                      <a:pt x="18440" y="17772"/>
                    </a:cubicBezTo>
                    <a:lnTo>
                      <a:pt x="18453" y="17760"/>
                    </a:lnTo>
                    <a:cubicBezTo>
                      <a:pt x="18695" y="17786"/>
                      <a:pt x="18938" y="17798"/>
                      <a:pt x="19182" y="17798"/>
                    </a:cubicBezTo>
                    <a:cubicBezTo>
                      <a:pt x="19890" y="17798"/>
                      <a:pt x="20599" y="17691"/>
                      <a:pt x="21273" y="17492"/>
                    </a:cubicBezTo>
                    <a:cubicBezTo>
                      <a:pt x="22485" y="17134"/>
                      <a:pt x="23327" y="16496"/>
                      <a:pt x="24591" y="15514"/>
                    </a:cubicBezTo>
                    <a:lnTo>
                      <a:pt x="24642" y="15475"/>
                    </a:lnTo>
                    <a:cubicBezTo>
                      <a:pt x="25012" y="15195"/>
                      <a:pt x="25420" y="14876"/>
                      <a:pt x="25879" y="14531"/>
                    </a:cubicBezTo>
                    <a:cubicBezTo>
                      <a:pt x="26084" y="14378"/>
                      <a:pt x="26173" y="14123"/>
                      <a:pt x="26096" y="13880"/>
                    </a:cubicBezTo>
                    <a:cubicBezTo>
                      <a:pt x="26007" y="13587"/>
                      <a:pt x="25752" y="13383"/>
                      <a:pt x="25446" y="13357"/>
                    </a:cubicBezTo>
                    <a:cubicBezTo>
                      <a:pt x="25241" y="13344"/>
                      <a:pt x="25037" y="13319"/>
                      <a:pt x="24833" y="13293"/>
                    </a:cubicBezTo>
                    <a:cubicBezTo>
                      <a:pt x="24190" y="13225"/>
                      <a:pt x="23538" y="13156"/>
                      <a:pt x="22885" y="13156"/>
                    </a:cubicBezTo>
                    <a:cubicBezTo>
                      <a:pt x="22202" y="13156"/>
                      <a:pt x="21517" y="13231"/>
                      <a:pt x="20839" y="13459"/>
                    </a:cubicBezTo>
                    <a:cubicBezTo>
                      <a:pt x="19907" y="13778"/>
                      <a:pt x="19499" y="14097"/>
                      <a:pt x="19244" y="14352"/>
                    </a:cubicBezTo>
                    <a:cubicBezTo>
                      <a:pt x="19359" y="13753"/>
                      <a:pt x="19448" y="13153"/>
                      <a:pt x="19525" y="12566"/>
                    </a:cubicBezTo>
                    <a:cubicBezTo>
                      <a:pt x="20533" y="12502"/>
                      <a:pt x="21515" y="12209"/>
                      <a:pt x="22396" y="11711"/>
                    </a:cubicBezTo>
                    <a:cubicBezTo>
                      <a:pt x="23315" y="11213"/>
                      <a:pt x="24004" y="10499"/>
                      <a:pt x="24667" y="9797"/>
                    </a:cubicBezTo>
                    <a:cubicBezTo>
                      <a:pt x="24859" y="9605"/>
                      <a:pt x="25037" y="9414"/>
                      <a:pt x="25229" y="9223"/>
                    </a:cubicBezTo>
                    <a:lnTo>
                      <a:pt x="25331" y="9133"/>
                    </a:lnTo>
                    <a:cubicBezTo>
                      <a:pt x="25637" y="8827"/>
                      <a:pt x="25918" y="8559"/>
                      <a:pt x="25867" y="8202"/>
                    </a:cubicBezTo>
                    <a:cubicBezTo>
                      <a:pt x="25841" y="7985"/>
                      <a:pt x="25675" y="7793"/>
                      <a:pt x="25382" y="7640"/>
                    </a:cubicBezTo>
                    <a:cubicBezTo>
                      <a:pt x="25002" y="7446"/>
                      <a:pt x="24469" y="7345"/>
                      <a:pt x="23882" y="7345"/>
                    </a:cubicBezTo>
                    <a:cubicBezTo>
                      <a:pt x="23543" y="7345"/>
                      <a:pt x="23185" y="7379"/>
                      <a:pt x="22830" y="7449"/>
                    </a:cubicBezTo>
                    <a:cubicBezTo>
                      <a:pt x="21694" y="7666"/>
                      <a:pt x="20660" y="8215"/>
                      <a:pt x="19856" y="9044"/>
                    </a:cubicBezTo>
                    <a:lnTo>
                      <a:pt x="19818" y="9082"/>
                    </a:lnTo>
                    <a:cubicBezTo>
                      <a:pt x="19844" y="8406"/>
                      <a:pt x="19856" y="7730"/>
                      <a:pt x="19856" y="7066"/>
                    </a:cubicBezTo>
                    <a:cubicBezTo>
                      <a:pt x="19895" y="7053"/>
                      <a:pt x="19933" y="7028"/>
                      <a:pt x="19971" y="7015"/>
                    </a:cubicBezTo>
                    <a:cubicBezTo>
                      <a:pt x="20711" y="6581"/>
                      <a:pt x="20928" y="5254"/>
                      <a:pt x="20839" y="4463"/>
                    </a:cubicBezTo>
                    <a:cubicBezTo>
                      <a:pt x="20711" y="3238"/>
                      <a:pt x="20137" y="1987"/>
                      <a:pt x="19091" y="647"/>
                    </a:cubicBezTo>
                    <a:lnTo>
                      <a:pt x="19065" y="622"/>
                    </a:lnTo>
                    <a:cubicBezTo>
                      <a:pt x="18879" y="381"/>
                      <a:pt x="18581" y="1"/>
                      <a:pt x="181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 name="Google Shape;965;p49">
              <a:extLst>
                <a:ext uri="{FF2B5EF4-FFF2-40B4-BE49-F238E27FC236}">
                  <a16:creationId xmlns:a16="http://schemas.microsoft.com/office/drawing/2014/main" id="{680C9A50-5FD1-DBC9-3206-6A66687C9BC5}"/>
                </a:ext>
              </a:extLst>
            </p:cNvPr>
            <p:cNvGrpSpPr/>
            <p:nvPr/>
          </p:nvGrpSpPr>
          <p:grpSpPr>
            <a:xfrm>
              <a:off x="6508930" y="3714320"/>
              <a:ext cx="408469" cy="263277"/>
              <a:chOff x="1087650" y="1031275"/>
              <a:chExt cx="298000" cy="192075"/>
            </a:xfrm>
          </p:grpSpPr>
          <p:sp>
            <p:nvSpPr>
              <p:cNvPr id="14" name="Google Shape;966;p49">
                <a:extLst>
                  <a:ext uri="{FF2B5EF4-FFF2-40B4-BE49-F238E27FC236}">
                    <a16:creationId xmlns:a16="http://schemas.microsoft.com/office/drawing/2014/main" id="{93D21D26-11B9-90AF-732C-3E4E012C536C}"/>
                  </a:ext>
                </a:extLst>
              </p:cNvPr>
              <p:cNvSpPr/>
              <p:nvPr/>
            </p:nvSpPr>
            <p:spPr>
              <a:xfrm>
                <a:off x="1094350" y="1037650"/>
                <a:ext cx="284275" cy="179975"/>
              </a:xfrm>
              <a:custGeom>
                <a:avLst/>
                <a:gdLst/>
                <a:ahLst/>
                <a:cxnLst/>
                <a:rect l="l" t="t" r="r" b="b"/>
                <a:pathLst>
                  <a:path w="11371" h="7199" extrusionOk="0">
                    <a:moveTo>
                      <a:pt x="5615" y="0"/>
                    </a:moveTo>
                    <a:cubicBezTo>
                      <a:pt x="4518" y="0"/>
                      <a:pt x="3574" y="664"/>
                      <a:pt x="2885" y="1902"/>
                    </a:cubicBezTo>
                    <a:cubicBezTo>
                      <a:pt x="2655" y="2297"/>
                      <a:pt x="2476" y="2603"/>
                      <a:pt x="2106" y="2795"/>
                    </a:cubicBezTo>
                    <a:cubicBezTo>
                      <a:pt x="1979" y="2871"/>
                      <a:pt x="1838" y="2935"/>
                      <a:pt x="1698" y="2999"/>
                    </a:cubicBezTo>
                    <a:cubicBezTo>
                      <a:pt x="1404" y="3114"/>
                      <a:pt x="1124" y="3267"/>
                      <a:pt x="868" y="3458"/>
                    </a:cubicBezTo>
                    <a:cubicBezTo>
                      <a:pt x="256" y="3918"/>
                      <a:pt x="1" y="4734"/>
                      <a:pt x="230" y="5475"/>
                    </a:cubicBezTo>
                    <a:cubicBezTo>
                      <a:pt x="447" y="6074"/>
                      <a:pt x="983" y="6495"/>
                      <a:pt x="1621" y="6559"/>
                    </a:cubicBezTo>
                    <a:lnTo>
                      <a:pt x="1749" y="6559"/>
                    </a:lnTo>
                    <a:cubicBezTo>
                      <a:pt x="2017" y="6546"/>
                      <a:pt x="2272" y="6508"/>
                      <a:pt x="2527" y="6432"/>
                    </a:cubicBezTo>
                    <a:cubicBezTo>
                      <a:pt x="2731" y="6381"/>
                      <a:pt x="2948" y="6342"/>
                      <a:pt x="3178" y="6330"/>
                    </a:cubicBezTo>
                    <a:cubicBezTo>
                      <a:pt x="3255" y="6330"/>
                      <a:pt x="3344" y="6342"/>
                      <a:pt x="3421" y="6355"/>
                    </a:cubicBezTo>
                    <a:cubicBezTo>
                      <a:pt x="3625" y="6432"/>
                      <a:pt x="3803" y="6521"/>
                      <a:pt x="3969" y="6649"/>
                    </a:cubicBezTo>
                    <a:cubicBezTo>
                      <a:pt x="4059" y="6712"/>
                      <a:pt x="4148" y="6763"/>
                      <a:pt x="4224" y="6814"/>
                    </a:cubicBezTo>
                    <a:cubicBezTo>
                      <a:pt x="4652" y="7059"/>
                      <a:pt x="5127" y="7198"/>
                      <a:pt x="5615" y="7198"/>
                    </a:cubicBezTo>
                    <a:cubicBezTo>
                      <a:pt x="5636" y="7198"/>
                      <a:pt x="5658" y="7198"/>
                      <a:pt x="5679" y="7197"/>
                    </a:cubicBezTo>
                    <a:cubicBezTo>
                      <a:pt x="5704" y="7198"/>
                      <a:pt x="5729" y="7198"/>
                      <a:pt x="5754" y="7198"/>
                    </a:cubicBezTo>
                    <a:cubicBezTo>
                      <a:pt x="6174" y="7198"/>
                      <a:pt x="6582" y="7097"/>
                      <a:pt x="6955" y="6917"/>
                    </a:cubicBezTo>
                    <a:cubicBezTo>
                      <a:pt x="7032" y="6878"/>
                      <a:pt x="7096" y="6840"/>
                      <a:pt x="7159" y="6802"/>
                    </a:cubicBezTo>
                    <a:cubicBezTo>
                      <a:pt x="7274" y="6738"/>
                      <a:pt x="7389" y="6674"/>
                      <a:pt x="7504" y="6636"/>
                    </a:cubicBezTo>
                    <a:cubicBezTo>
                      <a:pt x="7642" y="6583"/>
                      <a:pt x="7789" y="6556"/>
                      <a:pt x="7938" y="6556"/>
                    </a:cubicBezTo>
                    <a:cubicBezTo>
                      <a:pt x="7968" y="6556"/>
                      <a:pt x="7997" y="6557"/>
                      <a:pt x="8027" y="6559"/>
                    </a:cubicBezTo>
                    <a:cubicBezTo>
                      <a:pt x="8180" y="6559"/>
                      <a:pt x="8346" y="6572"/>
                      <a:pt x="8525" y="6585"/>
                    </a:cubicBezTo>
                    <a:cubicBezTo>
                      <a:pt x="8703" y="6598"/>
                      <a:pt x="8895" y="6623"/>
                      <a:pt x="9074" y="6623"/>
                    </a:cubicBezTo>
                    <a:cubicBezTo>
                      <a:pt x="9176" y="6623"/>
                      <a:pt x="9278" y="6610"/>
                      <a:pt x="9367" y="6598"/>
                    </a:cubicBezTo>
                    <a:cubicBezTo>
                      <a:pt x="10324" y="6495"/>
                      <a:pt x="11090" y="5755"/>
                      <a:pt x="11230" y="4798"/>
                    </a:cubicBezTo>
                    <a:cubicBezTo>
                      <a:pt x="11370" y="3841"/>
                      <a:pt x="10847" y="2910"/>
                      <a:pt x="9967" y="2527"/>
                    </a:cubicBezTo>
                    <a:cubicBezTo>
                      <a:pt x="9737" y="2438"/>
                      <a:pt x="9507" y="2361"/>
                      <a:pt x="9265" y="2323"/>
                    </a:cubicBezTo>
                    <a:cubicBezTo>
                      <a:pt x="8984" y="2272"/>
                      <a:pt x="8703" y="2170"/>
                      <a:pt x="8448" y="2029"/>
                    </a:cubicBezTo>
                    <a:cubicBezTo>
                      <a:pt x="8193" y="1825"/>
                      <a:pt x="7976" y="1583"/>
                      <a:pt x="7810" y="1289"/>
                    </a:cubicBezTo>
                    <a:cubicBezTo>
                      <a:pt x="7644" y="1021"/>
                      <a:pt x="7453" y="779"/>
                      <a:pt x="7223" y="562"/>
                    </a:cubicBezTo>
                    <a:cubicBezTo>
                      <a:pt x="6891" y="281"/>
                      <a:pt x="6483" y="102"/>
                      <a:pt x="6049" y="39"/>
                    </a:cubicBezTo>
                    <a:cubicBezTo>
                      <a:pt x="5909" y="13"/>
                      <a:pt x="5756" y="0"/>
                      <a:pt x="561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967;p49">
                <a:extLst>
                  <a:ext uri="{FF2B5EF4-FFF2-40B4-BE49-F238E27FC236}">
                    <a16:creationId xmlns:a16="http://schemas.microsoft.com/office/drawing/2014/main" id="{09B69AFA-D0A3-92D9-6A31-5A23E0D4FE6C}"/>
                  </a:ext>
                </a:extLst>
              </p:cNvPr>
              <p:cNvSpPr/>
              <p:nvPr/>
            </p:nvSpPr>
            <p:spPr>
              <a:xfrm>
                <a:off x="1087650" y="1031275"/>
                <a:ext cx="298000" cy="192075"/>
              </a:xfrm>
              <a:custGeom>
                <a:avLst/>
                <a:gdLst/>
                <a:ahLst/>
                <a:cxnLst/>
                <a:rect l="l" t="t" r="r" b="b"/>
                <a:pathLst>
                  <a:path w="11920" h="7683" extrusionOk="0">
                    <a:moveTo>
                      <a:pt x="5883" y="485"/>
                    </a:moveTo>
                    <a:lnTo>
                      <a:pt x="5883" y="498"/>
                    </a:lnTo>
                    <a:cubicBezTo>
                      <a:pt x="5921" y="494"/>
                      <a:pt x="5958" y="493"/>
                      <a:pt x="5994" y="493"/>
                    </a:cubicBezTo>
                    <a:cubicBezTo>
                      <a:pt x="6093" y="493"/>
                      <a:pt x="6189" y="505"/>
                      <a:pt x="6292" y="523"/>
                    </a:cubicBezTo>
                    <a:cubicBezTo>
                      <a:pt x="6675" y="574"/>
                      <a:pt x="7045" y="740"/>
                      <a:pt x="7338" y="995"/>
                    </a:cubicBezTo>
                    <a:cubicBezTo>
                      <a:pt x="7823" y="1416"/>
                      <a:pt x="8040" y="2118"/>
                      <a:pt x="8576" y="2476"/>
                    </a:cubicBezTo>
                    <a:cubicBezTo>
                      <a:pt x="9035" y="2782"/>
                      <a:pt x="9635" y="2782"/>
                      <a:pt x="10133" y="2986"/>
                    </a:cubicBezTo>
                    <a:cubicBezTo>
                      <a:pt x="11919" y="3752"/>
                      <a:pt x="11536" y="6393"/>
                      <a:pt x="9609" y="6610"/>
                    </a:cubicBezTo>
                    <a:cubicBezTo>
                      <a:pt x="9520" y="6623"/>
                      <a:pt x="9431" y="6623"/>
                      <a:pt x="9342" y="6623"/>
                    </a:cubicBezTo>
                    <a:cubicBezTo>
                      <a:pt x="8984" y="6623"/>
                      <a:pt x="8627" y="6559"/>
                      <a:pt x="8282" y="6559"/>
                    </a:cubicBezTo>
                    <a:cubicBezTo>
                      <a:pt x="8078" y="6559"/>
                      <a:pt x="7887" y="6585"/>
                      <a:pt x="7695" y="6648"/>
                    </a:cubicBezTo>
                    <a:cubicBezTo>
                      <a:pt x="7491" y="6738"/>
                      <a:pt x="7300" y="6840"/>
                      <a:pt x="7108" y="6942"/>
                    </a:cubicBezTo>
                    <a:cubicBezTo>
                      <a:pt x="6740" y="7126"/>
                      <a:pt x="6342" y="7216"/>
                      <a:pt x="5943" y="7216"/>
                    </a:cubicBezTo>
                    <a:cubicBezTo>
                      <a:pt x="5486" y="7216"/>
                      <a:pt x="5029" y="7097"/>
                      <a:pt x="4620" y="6865"/>
                    </a:cubicBezTo>
                    <a:cubicBezTo>
                      <a:pt x="4327" y="6687"/>
                      <a:pt x="4071" y="6470"/>
                      <a:pt x="3752" y="6380"/>
                    </a:cubicBezTo>
                    <a:cubicBezTo>
                      <a:pt x="3650" y="6355"/>
                      <a:pt x="3548" y="6342"/>
                      <a:pt x="3446" y="6342"/>
                    </a:cubicBezTo>
                    <a:cubicBezTo>
                      <a:pt x="2974" y="6342"/>
                      <a:pt x="2502" y="6572"/>
                      <a:pt x="2017" y="6572"/>
                    </a:cubicBezTo>
                    <a:lnTo>
                      <a:pt x="1902" y="6572"/>
                    </a:lnTo>
                    <a:cubicBezTo>
                      <a:pt x="1366" y="6508"/>
                      <a:pt x="907" y="6151"/>
                      <a:pt x="728" y="5640"/>
                    </a:cubicBezTo>
                    <a:cubicBezTo>
                      <a:pt x="524" y="5002"/>
                      <a:pt x="741" y="4288"/>
                      <a:pt x="1290" y="3892"/>
                    </a:cubicBezTo>
                    <a:cubicBezTo>
                      <a:pt x="1660" y="3599"/>
                      <a:pt x="2093" y="3471"/>
                      <a:pt x="2489" y="3254"/>
                    </a:cubicBezTo>
                    <a:cubicBezTo>
                      <a:pt x="2897" y="3024"/>
                      <a:pt x="3127" y="2667"/>
                      <a:pt x="3357" y="2259"/>
                    </a:cubicBezTo>
                    <a:cubicBezTo>
                      <a:pt x="3918" y="1263"/>
                      <a:pt x="4748" y="485"/>
                      <a:pt x="5883" y="485"/>
                    </a:cubicBezTo>
                    <a:close/>
                    <a:moveTo>
                      <a:pt x="5896" y="0"/>
                    </a:moveTo>
                    <a:lnTo>
                      <a:pt x="5883" y="13"/>
                    </a:lnTo>
                    <a:cubicBezTo>
                      <a:pt x="4697" y="13"/>
                      <a:pt x="3676" y="702"/>
                      <a:pt x="2948" y="2029"/>
                    </a:cubicBezTo>
                    <a:cubicBezTo>
                      <a:pt x="2731" y="2399"/>
                      <a:pt x="2566" y="2667"/>
                      <a:pt x="2272" y="2833"/>
                    </a:cubicBezTo>
                    <a:cubicBezTo>
                      <a:pt x="2144" y="2897"/>
                      <a:pt x="2004" y="2960"/>
                      <a:pt x="1864" y="3024"/>
                    </a:cubicBezTo>
                    <a:cubicBezTo>
                      <a:pt x="1558" y="3139"/>
                      <a:pt x="1264" y="3305"/>
                      <a:pt x="996" y="3509"/>
                    </a:cubicBezTo>
                    <a:cubicBezTo>
                      <a:pt x="294" y="4032"/>
                      <a:pt x="1" y="4951"/>
                      <a:pt x="269" y="5793"/>
                    </a:cubicBezTo>
                    <a:cubicBezTo>
                      <a:pt x="524" y="6482"/>
                      <a:pt x="1136" y="6967"/>
                      <a:pt x="1864" y="7031"/>
                    </a:cubicBezTo>
                    <a:lnTo>
                      <a:pt x="2030" y="7031"/>
                    </a:lnTo>
                    <a:cubicBezTo>
                      <a:pt x="2310" y="7031"/>
                      <a:pt x="2591" y="6980"/>
                      <a:pt x="2859" y="6916"/>
                    </a:cubicBezTo>
                    <a:cubicBezTo>
                      <a:pt x="3051" y="6853"/>
                      <a:pt x="3255" y="6827"/>
                      <a:pt x="3446" y="6814"/>
                    </a:cubicBezTo>
                    <a:cubicBezTo>
                      <a:pt x="3510" y="6814"/>
                      <a:pt x="3574" y="6814"/>
                      <a:pt x="3637" y="6840"/>
                    </a:cubicBezTo>
                    <a:cubicBezTo>
                      <a:pt x="3816" y="6891"/>
                      <a:pt x="3969" y="6980"/>
                      <a:pt x="4122" y="7095"/>
                    </a:cubicBezTo>
                    <a:cubicBezTo>
                      <a:pt x="4199" y="7146"/>
                      <a:pt x="4288" y="7210"/>
                      <a:pt x="4378" y="7261"/>
                    </a:cubicBezTo>
                    <a:cubicBezTo>
                      <a:pt x="4863" y="7541"/>
                      <a:pt x="5407" y="7682"/>
                      <a:pt x="5953" y="7682"/>
                    </a:cubicBezTo>
                    <a:cubicBezTo>
                      <a:pt x="6425" y="7682"/>
                      <a:pt x="6900" y="7576"/>
                      <a:pt x="7338" y="7363"/>
                    </a:cubicBezTo>
                    <a:cubicBezTo>
                      <a:pt x="7415" y="7325"/>
                      <a:pt x="7478" y="7286"/>
                      <a:pt x="7542" y="7248"/>
                    </a:cubicBezTo>
                    <a:cubicBezTo>
                      <a:pt x="7644" y="7184"/>
                      <a:pt x="7759" y="7133"/>
                      <a:pt x="7861" y="7095"/>
                    </a:cubicBezTo>
                    <a:cubicBezTo>
                      <a:pt x="7978" y="7053"/>
                      <a:pt x="8103" y="7028"/>
                      <a:pt x="8222" y="7028"/>
                    </a:cubicBezTo>
                    <a:cubicBezTo>
                      <a:pt x="8247" y="7028"/>
                      <a:pt x="8271" y="7029"/>
                      <a:pt x="8295" y="7031"/>
                    </a:cubicBezTo>
                    <a:cubicBezTo>
                      <a:pt x="8448" y="7031"/>
                      <a:pt x="8614" y="7044"/>
                      <a:pt x="8780" y="7057"/>
                    </a:cubicBezTo>
                    <a:cubicBezTo>
                      <a:pt x="8946" y="7069"/>
                      <a:pt x="9150" y="7095"/>
                      <a:pt x="9354" y="7095"/>
                    </a:cubicBezTo>
                    <a:cubicBezTo>
                      <a:pt x="9456" y="7095"/>
                      <a:pt x="9571" y="7082"/>
                      <a:pt x="9673" y="7069"/>
                    </a:cubicBezTo>
                    <a:cubicBezTo>
                      <a:pt x="10745" y="6955"/>
                      <a:pt x="11587" y="6125"/>
                      <a:pt x="11741" y="5066"/>
                    </a:cubicBezTo>
                    <a:cubicBezTo>
                      <a:pt x="11906" y="3994"/>
                      <a:pt x="11319" y="2960"/>
                      <a:pt x="10337" y="2539"/>
                    </a:cubicBezTo>
                    <a:cubicBezTo>
                      <a:pt x="10094" y="2437"/>
                      <a:pt x="9852" y="2374"/>
                      <a:pt x="9597" y="2322"/>
                    </a:cubicBezTo>
                    <a:cubicBezTo>
                      <a:pt x="9342" y="2271"/>
                      <a:pt x="9086" y="2195"/>
                      <a:pt x="8857" y="2067"/>
                    </a:cubicBezTo>
                    <a:cubicBezTo>
                      <a:pt x="8627" y="1876"/>
                      <a:pt x="8436" y="1646"/>
                      <a:pt x="8295" y="1391"/>
                    </a:cubicBezTo>
                    <a:cubicBezTo>
                      <a:pt x="8116" y="1110"/>
                      <a:pt x="7912" y="842"/>
                      <a:pt x="7670" y="613"/>
                    </a:cubicBezTo>
                    <a:cubicBezTo>
                      <a:pt x="7300" y="306"/>
                      <a:pt x="6853" y="102"/>
                      <a:pt x="6368" y="38"/>
                    </a:cubicBezTo>
                    <a:cubicBezTo>
                      <a:pt x="6215" y="13"/>
                      <a:pt x="6049" y="0"/>
                      <a:pt x="58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 name="Google Shape;968;p49">
              <a:extLst>
                <a:ext uri="{FF2B5EF4-FFF2-40B4-BE49-F238E27FC236}">
                  <a16:creationId xmlns:a16="http://schemas.microsoft.com/office/drawing/2014/main" id="{C9C56166-AB64-9A6A-0E1E-0189474FF871}"/>
                </a:ext>
              </a:extLst>
            </p:cNvPr>
            <p:cNvSpPr/>
            <p:nvPr/>
          </p:nvSpPr>
          <p:spPr>
            <a:xfrm>
              <a:off x="7809955" y="2642433"/>
              <a:ext cx="408469" cy="263277"/>
            </a:xfrm>
            <a:custGeom>
              <a:avLst/>
              <a:gdLst/>
              <a:ahLst/>
              <a:cxnLst/>
              <a:rect l="l" t="t" r="r" b="b"/>
              <a:pathLst>
                <a:path w="11920" h="7683" extrusionOk="0">
                  <a:moveTo>
                    <a:pt x="5883" y="485"/>
                  </a:moveTo>
                  <a:lnTo>
                    <a:pt x="5883" y="498"/>
                  </a:lnTo>
                  <a:cubicBezTo>
                    <a:pt x="5921" y="494"/>
                    <a:pt x="5958" y="493"/>
                    <a:pt x="5994" y="493"/>
                  </a:cubicBezTo>
                  <a:cubicBezTo>
                    <a:pt x="6093" y="493"/>
                    <a:pt x="6189" y="505"/>
                    <a:pt x="6292" y="523"/>
                  </a:cubicBezTo>
                  <a:cubicBezTo>
                    <a:pt x="6675" y="574"/>
                    <a:pt x="7045" y="740"/>
                    <a:pt x="7338" y="995"/>
                  </a:cubicBezTo>
                  <a:cubicBezTo>
                    <a:pt x="7823" y="1416"/>
                    <a:pt x="8040" y="2118"/>
                    <a:pt x="8576" y="2476"/>
                  </a:cubicBezTo>
                  <a:cubicBezTo>
                    <a:pt x="9035" y="2782"/>
                    <a:pt x="9635" y="2782"/>
                    <a:pt x="10133" y="2986"/>
                  </a:cubicBezTo>
                  <a:cubicBezTo>
                    <a:pt x="11919" y="3752"/>
                    <a:pt x="11536" y="6393"/>
                    <a:pt x="9609" y="6610"/>
                  </a:cubicBezTo>
                  <a:cubicBezTo>
                    <a:pt x="9520" y="6623"/>
                    <a:pt x="9431" y="6623"/>
                    <a:pt x="9342" y="6623"/>
                  </a:cubicBezTo>
                  <a:cubicBezTo>
                    <a:pt x="8984" y="6623"/>
                    <a:pt x="8627" y="6559"/>
                    <a:pt x="8282" y="6559"/>
                  </a:cubicBezTo>
                  <a:cubicBezTo>
                    <a:pt x="8078" y="6559"/>
                    <a:pt x="7887" y="6585"/>
                    <a:pt x="7695" y="6648"/>
                  </a:cubicBezTo>
                  <a:cubicBezTo>
                    <a:pt x="7491" y="6738"/>
                    <a:pt x="7300" y="6840"/>
                    <a:pt x="7108" y="6942"/>
                  </a:cubicBezTo>
                  <a:cubicBezTo>
                    <a:pt x="6740" y="7126"/>
                    <a:pt x="6342" y="7216"/>
                    <a:pt x="5943" y="7216"/>
                  </a:cubicBezTo>
                  <a:cubicBezTo>
                    <a:pt x="5486" y="7216"/>
                    <a:pt x="5029" y="7097"/>
                    <a:pt x="4620" y="6865"/>
                  </a:cubicBezTo>
                  <a:cubicBezTo>
                    <a:pt x="4327" y="6687"/>
                    <a:pt x="4071" y="6470"/>
                    <a:pt x="3752" y="6380"/>
                  </a:cubicBezTo>
                  <a:cubicBezTo>
                    <a:pt x="3650" y="6355"/>
                    <a:pt x="3548" y="6342"/>
                    <a:pt x="3446" y="6342"/>
                  </a:cubicBezTo>
                  <a:cubicBezTo>
                    <a:pt x="2974" y="6342"/>
                    <a:pt x="2502" y="6572"/>
                    <a:pt x="2017" y="6572"/>
                  </a:cubicBezTo>
                  <a:lnTo>
                    <a:pt x="1902" y="6572"/>
                  </a:lnTo>
                  <a:cubicBezTo>
                    <a:pt x="1366" y="6508"/>
                    <a:pt x="907" y="6151"/>
                    <a:pt x="728" y="5640"/>
                  </a:cubicBezTo>
                  <a:cubicBezTo>
                    <a:pt x="524" y="5002"/>
                    <a:pt x="741" y="4288"/>
                    <a:pt x="1290" y="3892"/>
                  </a:cubicBezTo>
                  <a:cubicBezTo>
                    <a:pt x="1660" y="3599"/>
                    <a:pt x="2093" y="3471"/>
                    <a:pt x="2489" y="3254"/>
                  </a:cubicBezTo>
                  <a:cubicBezTo>
                    <a:pt x="2897" y="3024"/>
                    <a:pt x="3127" y="2667"/>
                    <a:pt x="3357" y="2259"/>
                  </a:cubicBezTo>
                  <a:cubicBezTo>
                    <a:pt x="3918" y="1263"/>
                    <a:pt x="4748" y="485"/>
                    <a:pt x="5883" y="485"/>
                  </a:cubicBezTo>
                  <a:close/>
                  <a:moveTo>
                    <a:pt x="5896" y="0"/>
                  </a:moveTo>
                  <a:lnTo>
                    <a:pt x="5883" y="13"/>
                  </a:lnTo>
                  <a:cubicBezTo>
                    <a:pt x="4697" y="13"/>
                    <a:pt x="3676" y="702"/>
                    <a:pt x="2948" y="2029"/>
                  </a:cubicBezTo>
                  <a:cubicBezTo>
                    <a:pt x="2731" y="2399"/>
                    <a:pt x="2566" y="2667"/>
                    <a:pt x="2272" y="2833"/>
                  </a:cubicBezTo>
                  <a:cubicBezTo>
                    <a:pt x="2144" y="2897"/>
                    <a:pt x="2004" y="2960"/>
                    <a:pt x="1864" y="3024"/>
                  </a:cubicBezTo>
                  <a:cubicBezTo>
                    <a:pt x="1558" y="3139"/>
                    <a:pt x="1264" y="3305"/>
                    <a:pt x="996" y="3509"/>
                  </a:cubicBezTo>
                  <a:cubicBezTo>
                    <a:pt x="294" y="4032"/>
                    <a:pt x="1" y="4951"/>
                    <a:pt x="269" y="5793"/>
                  </a:cubicBezTo>
                  <a:cubicBezTo>
                    <a:pt x="524" y="6482"/>
                    <a:pt x="1136" y="6967"/>
                    <a:pt x="1864" y="7031"/>
                  </a:cubicBezTo>
                  <a:lnTo>
                    <a:pt x="2030" y="7031"/>
                  </a:lnTo>
                  <a:cubicBezTo>
                    <a:pt x="2310" y="7031"/>
                    <a:pt x="2591" y="6980"/>
                    <a:pt x="2859" y="6916"/>
                  </a:cubicBezTo>
                  <a:cubicBezTo>
                    <a:pt x="3051" y="6853"/>
                    <a:pt x="3255" y="6827"/>
                    <a:pt x="3446" y="6814"/>
                  </a:cubicBezTo>
                  <a:cubicBezTo>
                    <a:pt x="3510" y="6814"/>
                    <a:pt x="3574" y="6814"/>
                    <a:pt x="3637" y="6840"/>
                  </a:cubicBezTo>
                  <a:cubicBezTo>
                    <a:pt x="3816" y="6891"/>
                    <a:pt x="3969" y="6980"/>
                    <a:pt x="4122" y="7095"/>
                  </a:cubicBezTo>
                  <a:cubicBezTo>
                    <a:pt x="4199" y="7146"/>
                    <a:pt x="4288" y="7210"/>
                    <a:pt x="4378" y="7261"/>
                  </a:cubicBezTo>
                  <a:cubicBezTo>
                    <a:pt x="4863" y="7541"/>
                    <a:pt x="5407" y="7682"/>
                    <a:pt x="5953" y="7682"/>
                  </a:cubicBezTo>
                  <a:cubicBezTo>
                    <a:pt x="6425" y="7682"/>
                    <a:pt x="6900" y="7576"/>
                    <a:pt x="7338" y="7363"/>
                  </a:cubicBezTo>
                  <a:cubicBezTo>
                    <a:pt x="7415" y="7325"/>
                    <a:pt x="7478" y="7286"/>
                    <a:pt x="7542" y="7248"/>
                  </a:cubicBezTo>
                  <a:cubicBezTo>
                    <a:pt x="7644" y="7184"/>
                    <a:pt x="7759" y="7133"/>
                    <a:pt x="7861" y="7095"/>
                  </a:cubicBezTo>
                  <a:cubicBezTo>
                    <a:pt x="7978" y="7053"/>
                    <a:pt x="8103" y="7028"/>
                    <a:pt x="8222" y="7028"/>
                  </a:cubicBezTo>
                  <a:cubicBezTo>
                    <a:pt x="8247" y="7028"/>
                    <a:pt x="8271" y="7029"/>
                    <a:pt x="8295" y="7031"/>
                  </a:cubicBezTo>
                  <a:cubicBezTo>
                    <a:pt x="8448" y="7031"/>
                    <a:pt x="8614" y="7044"/>
                    <a:pt x="8780" y="7057"/>
                  </a:cubicBezTo>
                  <a:cubicBezTo>
                    <a:pt x="8946" y="7069"/>
                    <a:pt x="9150" y="7095"/>
                    <a:pt x="9354" y="7095"/>
                  </a:cubicBezTo>
                  <a:cubicBezTo>
                    <a:pt x="9456" y="7095"/>
                    <a:pt x="9571" y="7082"/>
                    <a:pt x="9673" y="7069"/>
                  </a:cubicBezTo>
                  <a:cubicBezTo>
                    <a:pt x="10745" y="6955"/>
                    <a:pt x="11587" y="6125"/>
                    <a:pt x="11741" y="5066"/>
                  </a:cubicBezTo>
                  <a:cubicBezTo>
                    <a:pt x="11906" y="3994"/>
                    <a:pt x="11319" y="2960"/>
                    <a:pt x="10337" y="2539"/>
                  </a:cubicBezTo>
                  <a:cubicBezTo>
                    <a:pt x="10094" y="2437"/>
                    <a:pt x="9852" y="2374"/>
                    <a:pt x="9597" y="2322"/>
                  </a:cubicBezTo>
                  <a:cubicBezTo>
                    <a:pt x="9342" y="2271"/>
                    <a:pt x="9086" y="2195"/>
                    <a:pt x="8857" y="2067"/>
                  </a:cubicBezTo>
                  <a:cubicBezTo>
                    <a:pt x="8627" y="1876"/>
                    <a:pt x="8436" y="1646"/>
                    <a:pt x="8295" y="1391"/>
                  </a:cubicBezTo>
                  <a:cubicBezTo>
                    <a:pt x="8116" y="1110"/>
                    <a:pt x="7912" y="842"/>
                    <a:pt x="7670" y="613"/>
                  </a:cubicBezTo>
                  <a:cubicBezTo>
                    <a:pt x="7300" y="306"/>
                    <a:pt x="6853" y="102"/>
                    <a:pt x="6368" y="38"/>
                  </a:cubicBezTo>
                  <a:cubicBezTo>
                    <a:pt x="6215" y="13"/>
                    <a:pt x="6049" y="0"/>
                    <a:pt x="58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8253101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85">
          <a:extLst>
            <a:ext uri="{FF2B5EF4-FFF2-40B4-BE49-F238E27FC236}">
              <a16:creationId xmlns:a16="http://schemas.microsoft.com/office/drawing/2014/main" id="{1692786F-1EEA-D741-5BE8-6A6B7A33C137}"/>
            </a:ext>
          </a:extLst>
        </p:cNvPr>
        <p:cNvGrpSpPr/>
        <p:nvPr/>
      </p:nvGrpSpPr>
      <p:grpSpPr>
        <a:xfrm>
          <a:off x="0" y="0"/>
          <a:ext cx="0" cy="0"/>
          <a:chOff x="0" y="0"/>
          <a:chExt cx="0" cy="0"/>
        </a:xfrm>
      </p:grpSpPr>
      <p:sp>
        <p:nvSpPr>
          <p:cNvPr id="487" name="Google Shape;487;p39">
            <a:extLst>
              <a:ext uri="{FF2B5EF4-FFF2-40B4-BE49-F238E27FC236}">
                <a16:creationId xmlns:a16="http://schemas.microsoft.com/office/drawing/2014/main" id="{6733B8A6-428A-1562-4AF8-C9EE25510665}"/>
              </a:ext>
            </a:extLst>
          </p:cNvPr>
          <p:cNvSpPr txBox="1">
            <a:spLocks noGrp="1"/>
          </p:cNvSpPr>
          <p:nvPr>
            <p:ph type="title"/>
          </p:nvPr>
        </p:nvSpPr>
        <p:spPr>
          <a:xfrm>
            <a:off x="2048023" y="2398574"/>
            <a:ext cx="5034491" cy="877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Methodology</a:t>
            </a:r>
            <a:endParaRPr dirty="0"/>
          </a:p>
        </p:txBody>
      </p:sp>
      <p:sp>
        <p:nvSpPr>
          <p:cNvPr id="488" name="Google Shape;488;p39">
            <a:extLst>
              <a:ext uri="{FF2B5EF4-FFF2-40B4-BE49-F238E27FC236}">
                <a16:creationId xmlns:a16="http://schemas.microsoft.com/office/drawing/2014/main" id="{7BFD2DB3-E210-635C-9275-D81733734339}"/>
              </a:ext>
            </a:extLst>
          </p:cNvPr>
          <p:cNvSpPr txBox="1">
            <a:spLocks noGrp="1"/>
          </p:cNvSpPr>
          <p:nvPr>
            <p:ph type="title" idx="2"/>
          </p:nvPr>
        </p:nvSpPr>
        <p:spPr>
          <a:xfrm>
            <a:off x="4043550" y="1263975"/>
            <a:ext cx="1056900" cy="1061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02</a:t>
            </a:r>
            <a:endParaRPr dirty="0"/>
          </a:p>
        </p:txBody>
      </p:sp>
      <p:sp>
        <p:nvSpPr>
          <p:cNvPr id="489" name="Google Shape;489;p39">
            <a:extLst>
              <a:ext uri="{FF2B5EF4-FFF2-40B4-BE49-F238E27FC236}">
                <a16:creationId xmlns:a16="http://schemas.microsoft.com/office/drawing/2014/main" id="{312D2F20-A71F-6D12-6F48-79465559168E}"/>
              </a:ext>
            </a:extLst>
          </p:cNvPr>
          <p:cNvSpPr txBox="1">
            <a:spLocks noGrp="1"/>
          </p:cNvSpPr>
          <p:nvPr>
            <p:ph type="subTitle" idx="1"/>
          </p:nvPr>
        </p:nvSpPr>
        <p:spPr>
          <a:xfrm>
            <a:off x="2796668" y="3509111"/>
            <a:ext cx="3336952" cy="877799"/>
          </a:xfrm>
          <a:prstGeom prst="rect">
            <a:avLst/>
          </a:prstGeom>
        </p:spPr>
        <p:txBody>
          <a:bodyPr spcFirstLastPara="1" wrap="square" lIns="91425" tIns="91425" rIns="91425" bIns="91425" anchor="t" anchorCtr="0">
            <a:noAutofit/>
          </a:bodyPr>
          <a:lstStyle/>
          <a:p>
            <a:pPr marL="0" lvl="0" indent="0"/>
            <a:r>
              <a:rPr lang="en-GB" dirty="0"/>
              <a:t>An overview of our approach</a:t>
            </a:r>
          </a:p>
          <a:p>
            <a:pPr marL="0" lvl="0" indent="0"/>
            <a:r>
              <a:rPr lang="en-GB" dirty="0"/>
              <a:t>to the data source, and</a:t>
            </a:r>
          </a:p>
          <a:p>
            <a:pPr marL="0" lvl="0" indent="0"/>
            <a:r>
              <a:rPr lang="en-GB" dirty="0"/>
              <a:t>methods of collaborative</a:t>
            </a:r>
          </a:p>
        </p:txBody>
      </p:sp>
      <p:grpSp>
        <p:nvGrpSpPr>
          <p:cNvPr id="490" name="Google Shape;490;p39">
            <a:extLst>
              <a:ext uri="{FF2B5EF4-FFF2-40B4-BE49-F238E27FC236}">
                <a16:creationId xmlns:a16="http://schemas.microsoft.com/office/drawing/2014/main" id="{983F51CC-6675-D573-ACBD-4CF557F6E509}"/>
              </a:ext>
            </a:extLst>
          </p:cNvPr>
          <p:cNvGrpSpPr/>
          <p:nvPr/>
        </p:nvGrpSpPr>
        <p:grpSpPr>
          <a:xfrm>
            <a:off x="6315245" y="1351843"/>
            <a:ext cx="383377" cy="247104"/>
            <a:chOff x="1087650" y="1031275"/>
            <a:chExt cx="298000" cy="192075"/>
          </a:xfrm>
        </p:grpSpPr>
        <p:sp>
          <p:nvSpPr>
            <p:cNvPr id="491" name="Google Shape;491;p39">
              <a:extLst>
                <a:ext uri="{FF2B5EF4-FFF2-40B4-BE49-F238E27FC236}">
                  <a16:creationId xmlns:a16="http://schemas.microsoft.com/office/drawing/2014/main" id="{0F104A7A-3DD7-A9D1-A90C-8FBD74DE7207}"/>
                </a:ext>
              </a:extLst>
            </p:cNvPr>
            <p:cNvSpPr/>
            <p:nvPr/>
          </p:nvSpPr>
          <p:spPr>
            <a:xfrm>
              <a:off x="1094350" y="1037650"/>
              <a:ext cx="284275" cy="179975"/>
            </a:xfrm>
            <a:custGeom>
              <a:avLst/>
              <a:gdLst/>
              <a:ahLst/>
              <a:cxnLst/>
              <a:rect l="l" t="t" r="r" b="b"/>
              <a:pathLst>
                <a:path w="11371" h="7199" extrusionOk="0">
                  <a:moveTo>
                    <a:pt x="5615" y="0"/>
                  </a:moveTo>
                  <a:cubicBezTo>
                    <a:pt x="4518" y="0"/>
                    <a:pt x="3574" y="664"/>
                    <a:pt x="2885" y="1902"/>
                  </a:cubicBezTo>
                  <a:cubicBezTo>
                    <a:pt x="2655" y="2297"/>
                    <a:pt x="2476" y="2603"/>
                    <a:pt x="2106" y="2795"/>
                  </a:cubicBezTo>
                  <a:cubicBezTo>
                    <a:pt x="1979" y="2871"/>
                    <a:pt x="1838" y="2935"/>
                    <a:pt x="1698" y="2999"/>
                  </a:cubicBezTo>
                  <a:cubicBezTo>
                    <a:pt x="1404" y="3114"/>
                    <a:pt x="1124" y="3267"/>
                    <a:pt x="868" y="3458"/>
                  </a:cubicBezTo>
                  <a:cubicBezTo>
                    <a:pt x="256" y="3918"/>
                    <a:pt x="1" y="4734"/>
                    <a:pt x="230" y="5475"/>
                  </a:cubicBezTo>
                  <a:cubicBezTo>
                    <a:pt x="447" y="6074"/>
                    <a:pt x="983" y="6495"/>
                    <a:pt x="1621" y="6559"/>
                  </a:cubicBezTo>
                  <a:lnTo>
                    <a:pt x="1749" y="6559"/>
                  </a:lnTo>
                  <a:cubicBezTo>
                    <a:pt x="2017" y="6546"/>
                    <a:pt x="2272" y="6508"/>
                    <a:pt x="2527" y="6432"/>
                  </a:cubicBezTo>
                  <a:cubicBezTo>
                    <a:pt x="2731" y="6381"/>
                    <a:pt x="2948" y="6342"/>
                    <a:pt x="3178" y="6330"/>
                  </a:cubicBezTo>
                  <a:cubicBezTo>
                    <a:pt x="3255" y="6330"/>
                    <a:pt x="3344" y="6342"/>
                    <a:pt x="3421" y="6355"/>
                  </a:cubicBezTo>
                  <a:cubicBezTo>
                    <a:pt x="3625" y="6432"/>
                    <a:pt x="3803" y="6521"/>
                    <a:pt x="3969" y="6649"/>
                  </a:cubicBezTo>
                  <a:cubicBezTo>
                    <a:pt x="4059" y="6712"/>
                    <a:pt x="4148" y="6763"/>
                    <a:pt x="4224" y="6814"/>
                  </a:cubicBezTo>
                  <a:cubicBezTo>
                    <a:pt x="4652" y="7059"/>
                    <a:pt x="5127" y="7198"/>
                    <a:pt x="5615" y="7198"/>
                  </a:cubicBezTo>
                  <a:cubicBezTo>
                    <a:pt x="5636" y="7198"/>
                    <a:pt x="5658" y="7198"/>
                    <a:pt x="5679" y="7197"/>
                  </a:cubicBezTo>
                  <a:cubicBezTo>
                    <a:pt x="5704" y="7198"/>
                    <a:pt x="5729" y="7198"/>
                    <a:pt x="5754" y="7198"/>
                  </a:cubicBezTo>
                  <a:cubicBezTo>
                    <a:pt x="6174" y="7198"/>
                    <a:pt x="6582" y="7097"/>
                    <a:pt x="6955" y="6917"/>
                  </a:cubicBezTo>
                  <a:cubicBezTo>
                    <a:pt x="7032" y="6878"/>
                    <a:pt x="7096" y="6840"/>
                    <a:pt x="7159" y="6802"/>
                  </a:cubicBezTo>
                  <a:cubicBezTo>
                    <a:pt x="7274" y="6738"/>
                    <a:pt x="7389" y="6674"/>
                    <a:pt x="7504" y="6636"/>
                  </a:cubicBezTo>
                  <a:cubicBezTo>
                    <a:pt x="7642" y="6583"/>
                    <a:pt x="7789" y="6556"/>
                    <a:pt x="7938" y="6556"/>
                  </a:cubicBezTo>
                  <a:cubicBezTo>
                    <a:pt x="7968" y="6556"/>
                    <a:pt x="7997" y="6557"/>
                    <a:pt x="8027" y="6559"/>
                  </a:cubicBezTo>
                  <a:cubicBezTo>
                    <a:pt x="8180" y="6559"/>
                    <a:pt x="8346" y="6572"/>
                    <a:pt x="8525" y="6585"/>
                  </a:cubicBezTo>
                  <a:cubicBezTo>
                    <a:pt x="8703" y="6598"/>
                    <a:pt x="8895" y="6623"/>
                    <a:pt x="9074" y="6623"/>
                  </a:cubicBezTo>
                  <a:cubicBezTo>
                    <a:pt x="9176" y="6623"/>
                    <a:pt x="9278" y="6610"/>
                    <a:pt x="9367" y="6598"/>
                  </a:cubicBezTo>
                  <a:cubicBezTo>
                    <a:pt x="10324" y="6495"/>
                    <a:pt x="11090" y="5755"/>
                    <a:pt x="11230" y="4798"/>
                  </a:cubicBezTo>
                  <a:cubicBezTo>
                    <a:pt x="11370" y="3841"/>
                    <a:pt x="10847" y="2910"/>
                    <a:pt x="9967" y="2527"/>
                  </a:cubicBezTo>
                  <a:cubicBezTo>
                    <a:pt x="9737" y="2438"/>
                    <a:pt x="9507" y="2361"/>
                    <a:pt x="9265" y="2323"/>
                  </a:cubicBezTo>
                  <a:cubicBezTo>
                    <a:pt x="8984" y="2272"/>
                    <a:pt x="8703" y="2170"/>
                    <a:pt x="8448" y="2029"/>
                  </a:cubicBezTo>
                  <a:cubicBezTo>
                    <a:pt x="8193" y="1825"/>
                    <a:pt x="7976" y="1583"/>
                    <a:pt x="7810" y="1289"/>
                  </a:cubicBezTo>
                  <a:cubicBezTo>
                    <a:pt x="7644" y="1021"/>
                    <a:pt x="7453" y="779"/>
                    <a:pt x="7223" y="562"/>
                  </a:cubicBezTo>
                  <a:cubicBezTo>
                    <a:pt x="6891" y="281"/>
                    <a:pt x="6483" y="102"/>
                    <a:pt x="6049" y="39"/>
                  </a:cubicBezTo>
                  <a:cubicBezTo>
                    <a:pt x="5909" y="13"/>
                    <a:pt x="5756" y="0"/>
                    <a:pt x="561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39">
              <a:extLst>
                <a:ext uri="{FF2B5EF4-FFF2-40B4-BE49-F238E27FC236}">
                  <a16:creationId xmlns:a16="http://schemas.microsoft.com/office/drawing/2014/main" id="{E95C5202-1F31-73A0-A775-7BB9036EB526}"/>
                </a:ext>
              </a:extLst>
            </p:cNvPr>
            <p:cNvSpPr/>
            <p:nvPr/>
          </p:nvSpPr>
          <p:spPr>
            <a:xfrm>
              <a:off x="1087650" y="1031275"/>
              <a:ext cx="298000" cy="192075"/>
            </a:xfrm>
            <a:custGeom>
              <a:avLst/>
              <a:gdLst/>
              <a:ahLst/>
              <a:cxnLst/>
              <a:rect l="l" t="t" r="r" b="b"/>
              <a:pathLst>
                <a:path w="11920" h="7683" extrusionOk="0">
                  <a:moveTo>
                    <a:pt x="5883" y="485"/>
                  </a:moveTo>
                  <a:lnTo>
                    <a:pt x="5883" y="498"/>
                  </a:lnTo>
                  <a:cubicBezTo>
                    <a:pt x="5921" y="494"/>
                    <a:pt x="5958" y="493"/>
                    <a:pt x="5994" y="493"/>
                  </a:cubicBezTo>
                  <a:cubicBezTo>
                    <a:pt x="6093" y="493"/>
                    <a:pt x="6189" y="505"/>
                    <a:pt x="6292" y="523"/>
                  </a:cubicBezTo>
                  <a:cubicBezTo>
                    <a:pt x="6675" y="574"/>
                    <a:pt x="7045" y="740"/>
                    <a:pt x="7338" y="995"/>
                  </a:cubicBezTo>
                  <a:cubicBezTo>
                    <a:pt x="7823" y="1416"/>
                    <a:pt x="8040" y="2118"/>
                    <a:pt x="8576" y="2476"/>
                  </a:cubicBezTo>
                  <a:cubicBezTo>
                    <a:pt x="9035" y="2782"/>
                    <a:pt x="9635" y="2782"/>
                    <a:pt x="10133" y="2986"/>
                  </a:cubicBezTo>
                  <a:cubicBezTo>
                    <a:pt x="11919" y="3752"/>
                    <a:pt x="11536" y="6393"/>
                    <a:pt x="9609" y="6610"/>
                  </a:cubicBezTo>
                  <a:cubicBezTo>
                    <a:pt x="9520" y="6623"/>
                    <a:pt x="9431" y="6623"/>
                    <a:pt x="9342" y="6623"/>
                  </a:cubicBezTo>
                  <a:cubicBezTo>
                    <a:pt x="8984" y="6623"/>
                    <a:pt x="8627" y="6559"/>
                    <a:pt x="8282" y="6559"/>
                  </a:cubicBezTo>
                  <a:cubicBezTo>
                    <a:pt x="8078" y="6559"/>
                    <a:pt x="7887" y="6585"/>
                    <a:pt x="7695" y="6648"/>
                  </a:cubicBezTo>
                  <a:cubicBezTo>
                    <a:pt x="7491" y="6738"/>
                    <a:pt x="7300" y="6840"/>
                    <a:pt x="7108" y="6942"/>
                  </a:cubicBezTo>
                  <a:cubicBezTo>
                    <a:pt x="6740" y="7126"/>
                    <a:pt x="6342" y="7216"/>
                    <a:pt x="5943" y="7216"/>
                  </a:cubicBezTo>
                  <a:cubicBezTo>
                    <a:pt x="5486" y="7216"/>
                    <a:pt x="5029" y="7097"/>
                    <a:pt x="4620" y="6865"/>
                  </a:cubicBezTo>
                  <a:cubicBezTo>
                    <a:pt x="4327" y="6687"/>
                    <a:pt x="4071" y="6470"/>
                    <a:pt x="3752" y="6380"/>
                  </a:cubicBezTo>
                  <a:cubicBezTo>
                    <a:pt x="3650" y="6355"/>
                    <a:pt x="3548" y="6342"/>
                    <a:pt x="3446" y="6342"/>
                  </a:cubicBezTo>
                  <a:cubicBezTo>
                    <a:pt x="2974" y="6342"/>
                    <a:pt x="2502" y="6572"/>
                    <a:pt x="2017" y="6572"/>
                  </a:cubicBezTo>
                  <a:lnTo>
                    <a:pt x="1902" y="6572"/>
                  </a:lnTo>
                  <a:cubicBezTo>
                    <a:pt x="1366" y="6508"/>
                    <a:pt x="907" y="6151"/>
                    <a:pt x="728" y="5640"/>
                  </a:cubicBezTo>
                  <a:cubicBezTo>
                    <a:pt x="524" y="5002"/>
                    <a:pt x="741" y="4288"/>
                    <a:pt x="1290" y="3892"/>
                  </a:cubicBezTo>
                  <a:cubicBezTo>
                    <a:pt x="1660" y="3599"/>
                    <a:pt x="2093" y="3471"/>
                    <a:pt x="2489" y="3254"/>
                  </a:cubicBezTo>
                  <a:cubicBezTo>
                    <a:pt x="2897" y="3024"/>
                    <a:pt x="3127" y="2667"/>
                    <a:pt x="3357" y="2259"/>
                  </a:cubicBezTo>
                  <a:cubicBezTo>
                    <a:pt x="3918" y="1263"/>
                    <a:pt x="4748" y="485"/>
                    <a:pt x="5883" y="485"/>
                  </a:cubicBezTo>
                  <a:close/>
                  <a:moveTo>
                    <a:pt x="5896" y="0"/>
                  </a:moveTo>
                  <a:lnTo>
                    <a:pt x="5883" y="13"/>
                  </a:lnTo>
                  <a:cubicBezTo>
                    <a:pt x="4697" y="13"/>
                    <a:pt x="3676" y="702"/>
                    <a:pt x="2948" y="2029"/>
                  </a:cubicBezTo>
                  <a:cubicBezTo>
                    <a:pt x="2731" y="2399"/>
                    <a:pt x="2566" y="2667"/>
                    <a:pt x="2272" y="2833"/>
                  </a:cubicBezTo>
                  <a:cubicBezTo>
                    <a:pt x="2144" y="2897"/>
                    <a:pt x="2004" y="2960"/>
                    <a:pt x="1864" y="3024"/>
                  </a:cubicBezTo>
                  <a:cubicBezTo>
                    <a:pt x="1558" y="3139"/>
                    <a:pt x="1264" y="3305"/>
                    <a:pt x="996" y="3509"/>
                  </a:cubicBezTo>
                  <a:cubicBezTo>
                    <a:pt x="294" y="4032"/>
                    <a:pt x="1" y="4951"/>
                    <a:pt x="269" y="5793"/>
                  </a:cubicBezTo>
                  <a:cubicBezTo>
                    <a:pt x="524" y="6482"/>
                    <a:pt x="1136" y="6967"/>
                    <a:pt x="1864" y="7031"/>
                  </a:cubicBezTo>
                  <a:lnTo>
                    <a:pt x="2030" y="7031"/>
                  </a:lnTo>
                  <a:cubicBezTo>
                    <a:pt x="2310" y="7031"/>
                    <a:pt x="2591" y="6980"/>
                    <a:pt x="2859" y="6916"/>
                  </a:cubicBezTo>
                  <a:cubicBezTo>
                    <a:pt x="3051" y="6853"/>
                    <a:pt x="3255" y="6827"/>
                    <a:pt x="3446" y="6814"/>
                  </a:cubicBezTo>
                  <a:cubicBezTo>
                    <a:pt x="3510" y="6814"/>
                    <a:pt x="3574" y="6814"/>
                    <a:pt x="3637" y="6840"/>
                  </a:cubicBezTo>
                  <a:cubicBezTo>
                    <a:pt x="3816" y="6891"/>
                    <a:pt x="3969" y="6980"/>
                    <a:pt x="4122" y="7095"/>
                  </a:cubicBezTo>
                  <a:cubicBezTo>
                    <a:pt x="4199" y="7146"/>
                    <a:pt x="4288" y="7210"/>
                    <a:pt x="4378" y="7261"/>
                  </a:cubicBezTo>
                  <a:cubicBezTo>
                    <a:pt x="4863" y="7541"/>
                    <a:pt x="5407" y="7682"/>
                    <a:pt x="5953" y="7682"/>
                  </a:cubicBezTo>
                  <a:cubicBezTo>
                    <a:pt x="6425" y="7682"/>
                    <a:pt x="6900" y="7576"/>
                    <a:pt x="7338" y="7363"/>
                  </a:cubicBezTo>
                  <a:cubicBezTo>
                    <a:pt x="7415" y="7325"/>
                    <a:pt x="7478" y="7286"/>
                    <a:pt x="7542" y="7248"/>
                  </a:cubicBezTo>
                  <a:cubicBezTo>
                    <a:pt x="7644" y="7184"/>
                    <a:pt x="7759" y="7133"/>
                    <a:pt x="7861" y="7095"/>
                  </a:cubicBezTo>
                  <a:cubicBezTo>
                    <a:pt x="7978" y="7053"/>
                    <a:pt x="8103" y="7028"/>
                    <a:pt x="8222" y="7028"/>
                  </a:cubicBezTo>
                  <a:cubicBezTo>
                    <a:pt x="8247" y="7028"/>
                    <a:pt x="8271" y="7029"/>
                    <a:pt x="8295" y="7031"/>
                  </a:cubicBezTo>
                  <a:cubicBezTo>
                    <a:pt x="8448" y="7031"/>
                    <a:pt x="8614" y="7044"/>
                    <a:pt x="8780" y="7057"/>
                  </a:cubicBezTo>
                  <a:cubicBezTo>
                    <a:pt x="8946" y="7069"/>
                    <a:pt x="9150" y="7095"/>
                    <a:pt x="9354" y="7095"/>
                  </a:cubicBezTo>
                  <a:cubicBezTo>
                    <a:pt x="9456" y="7095"/>
                    <a:pt x="9571" y="7082"/>
                    <a:pt x="9673" y="7069"/>
                  </a:cubicBezTo>
                  <a:cubicBezTo>
                    <a:pt x="10745" y="6955"/>
                    <a:pt x="11587" y="6125"/>
                    <a:pt x="11741" y="5066"/>
                  </a:cubicBezTo>
                  <a:cubicBezTo>
                    <a:pt x="11906" y="3994"/>
                    <a:pt x="11319" y="2960"/>
                    <a:pt x="10337" y="2539"/>
                  </a:cubicBezTo>
                  <a:cubicBezTo>
                    <a:pt x="10094" y="2437"/>
                    <a:pt x="9852" y="2374"/>
                    <a:pt x="9597" y="2322"/>
                  </a:cubicBezTo>
                  <a:cubicBezTo>
                    <a:pt x="9342" y="2271"/>
                    <a:pt x="9086" y="2195"/>
                    <a:pt x="8857" y="2067"/>
                  </a:cubicBezTo>
                  <a:cubicBezTo>
                    <a:pt x="8627" y="1876"/>
                    <a:pt x="8436" y="1646"/>
                    <a:pt x="8295" y="1391"/>
                  </a:cubicBezTo>
                  <a:cubicBezTo>
                    <a:pt x="8116" y="1110"/>
                    <a:pt x="7912" y="842"/>
                    <a:pt x="7670" y="613"/>
                  </a:cubicBezTo>
                  <a:cubicBezTo>
                    <a:pt x="7300" y="306"/>
                    <a:pt x="6853" y="102"/>
                    <a:pt x="6368" y="38"/>
                  </a:cubicBezTo>
                  <a:cubicBezTo>
                    <a:pt x="6215" y="13"/>
                    <a:pt x="6049" y="0"/>
                    <a:pt x="58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93" name="Google Shape;493;p39">
            <a:extLst>
              <a:ext uri="{FF2B5EF4-FFF2-40B4-BE49-F238E27FC236}">
                <a16:creationId xmlns:a16="http://schemas.microsoft.com/office/drawing/2014/main" id="{19DD64F6-7136-307C-86F9-A4564CDAE663}"/>
              </a:ext>
            </a:extLst>
          </p:cNvPr>
          <p:cNvSpPr/>
          <p:nvPr/>
        </p:nvSpPr>
        <p:spPr>
          <a:xfrm>
            <a:off x="7577906" y="1061448"/>
            <a:ext cx="485272" cy="326060"/>
          </a:xfrm>
          <a:custGeom>
            <a:avLst/>
            <a:gdLst/>
            <a:ahLst/>
            <a:cxnLst/>
            <a:rect l="l" t="t" r="r" b="b"/>
            <a:pathLst>
              <a:path w="15441" h="10375" extrusionOk="0">
                <a:moveTo>
                  <a:pt x="8416" y="485"/>
                </a:moveTo>
                <a:lnTo>
                  <a:pt x="8416" y="485"/>
                </a:lnTo>
                <a:cubicBezTo>
                  <a:pt x="9128" y="487"/>
                  <a:pt x="9827" y="844"/>
                  <a:pt x="10145" y="1468"/>
                </a:cubicBezTo>
                <a:cubicBezTo>
                  <a:pt x="10209" y="1608"/>
                  <a:pt x="10272" y="1735"/>
                  <a:pt x="10349" y="1863"/>
                </a:cubicBezTo>
                <a:cubicBezTo>
                  <a:pt x="10732" y="2399"/>
                  <a:pt x="11561" y="2259"/>
                  <a:pt x="12161" y="2501"/>
                </a:cubicBezTo>
                <a:cubicBezTo>
                  <a:pt x="12773" y="2756"/>
                  <a:pt x="13118" y="3407"/>
                  <a:pt x="13246" y="4058"/>
                </a:cubicBezTo>
                <a:cubicBezTo>
                  <a:pt x="13271" y="4326"/>
                  <a:pt x="13322" y="4581"/>
                  <a:pt x="13386" y="4849"/>
                </a:cubicBezTo>
                <a:cubicBezTo>
                  <a:pt x="13654" y="5717"/>
                  <a:pt x="14586" y="6304"/>
                  <a:pt x="14739" y="7197"/>
                </a:cubicBezTo>
                <a:cubicBezTo>
                  <a:pt x="14892" y="8001"/>
                  <a:pt x="14611" y="8843"/>
                  <a:pt x="13731" y="9277"/>
                </a:cubicBezTo>
                <a:cubicBezTo>
                  <a:pt x="13003" y="9647"/>
                  <a:pt x="12072" y="9736"/>
                  <a:pt x="11255" y="9787"/>
                </a:cubicBezTo>
                <a:cubicBezTo>
                  <a:pt x="10285" y="9864"/>
                  <a:pt x="9443" y="9877"/>
                  <a:pt x="8460" y="9877"/>
                </a:cubicBezTo>
                <a:lnTo>
                  <a:pt x="8422" y="9877"/>
                </a:lnTo>
                <a:cubicBezTo>
                  <a:pt x="8097" y="9881"/>
                  <a:pt x="7773" y="9882"/>
                  <a:pt x="7449" y="9882"/>
                </a:cubicBezTo>
                <a:cubicBezTo>
                  <a:pt x="6668" y="9882"/>
                  <a:pt x="5889" y="9873"/>
                  <a:pt x="5104" y="9864"/>
                </a:cubicBezTo>
                <a:cubicBezTo>
                  <a:pt x="4959" y="9868"/>
                  <a:pt x="4814" y="9870"/>
                  <a:pt x="4669" y="9870"/>
                </a:cubicBezTo>
                <a:cubicBezTo>
                  <a:pt x="3822" y="9870"/>
                  <a:pt x="2983" y="9807"/>
                  <a:pt x="2144" y="9698"/>
                </a:cubicBezTo>
                <a:cubicBezTo>
                  <a:pt x="1761" y="9660"/>
                  <a:pt x="1404" y="9545"/>
                  <a:pt x="1072" y="9366"/>
                </a:cubicBezTo>
                <a:cubicBezTo>
                  <a:pt x="740" y="9175"/>
                  <a:pt x="523" y="8843"/>
                  <a:pt x="498" y="8460"/>
                </a:cubicBezTo>
                <a:cubicBezTo>
                  <a:pt x="498" y="8001"/>
                  <a:pt x="932" y="7618"/>
                  <a:pt x="1289" y="7337"/>
                </a:cubicBezTo>
                <a:cubicBezTo>
                  <a:pt x="1557" y="7133"/>
                  <a:pt x="1850" y="6929"/>
                  <a:pt x="2042" y="6636"/>
                </a:cubicBezTo>
                <a:cubicBezTo>
                  <a:pt x="2374" y="6151"/>
                  <a:pt x="2348" y="5474"/>
                  <a:pt x="2731" y="5015"/>
                </a:cubicBezTo>
                <a:cubicBezTo>
                  <a:pt x="3165" y="4492"/>
                  <a:pt x="3943" y="4454"/>
                  <a:pt x="4568" y="4186"/>
                </a:cubicBezTo>
                <a:cubicBezTo>
                  <a:pt x="4964" y="3994"/>
                  <a:pt x="5296" y="3713"/>
                  <a:pt x="5538" y="3343"/>
                </a:cubicBezTo>
                <a:cubicBezTo>
                  <a:pt x="5806" y="2935"/>
                  <a:pt x="5947" y="2463"/>
                  <a:pt x="6163" y="2029"/>
                </a:cubicBezTo>
                <a:cubicBezTo>
                  <a:pt x="6546" y="1289"/>
                  <a:pt x="7223" y="676"/>
                  <a:pt x="8039" y="523"/>
                </a:cubicBezTo>
                <a:cubicBezTo>
                  <a:pt x="8165" y="498"/>
                  <a:pt x="8290" y="485"/>
                  <a:pt x="8416" y="485"/>
                </a:cubicBezTo>
                <a:close/>
                <a:moveTo>
                  <a:pt x="8409" y="0"/>
                </a:moveTo>
                <a:lnTo>
                  <a:pt x="8422" y="13"/>
                </a:lnTo>
                <a:cubicBezTo>
                  <a:pt x="8392" y="10"/>
                  <a:pt x="8362" y="9"/>
                  <a:pt x="8332" y="9"/>
                </a:cubicBezTo>
                <a:cubicBezTo>
                  <a:pt x="8200" y="9"/>
                  <a:pt x="8073" y="30"/>
                  <a:pt x="7937" y="51"/>
                </a:cubicBezTo>
                <a:cubicBezTo>
                  <a:pt x="7031" y="230"/>
                  <a:pt x="6202" y="881"/>
                  <a:pt x="5730" y="1812"/>
                </a:cubicBezTo>
                <a:cubicBezTo>
                  <a:pt x="5628" y="1991"/>
                  <a:pt x="5551" y="2195"/>
                  <a:pt x="5474" y="2374"/>
                </a:cubicBezTo>
                <a:cubicBezTo>
                  <a:pt x="5385" y="2616"/>
                  <a:pt x="5270" y="2858"/>
                  <a:pt x="5130" y="3088"/>
                </a:cubicBezTo>
                <a:cubicBezTo>
                  <a:pt x="4938" y="3369"/>
                  <a:pt x="4670" y="3599"/>
                  <a:pt x="4351" y="3739"/>
                </a:cubicBezTo>
                <a:cubicBezTo>
                  <a:pt x="4160" y="3828"/>
                  <a:pt x="3969" y="3892"/>
                  <a:pt x="3764" y="3943"/>
                </a:cubicBezTo>
                <a:cubicBezTo>
                  <a:pt x="3292" y="4083"/>
                  <a:pt x="2744" y="4249"/>
                  <a:pt x="2361" y="4709"/>
                </a:cubicBezTo>
                <a:cubicBezTo>
                  <a:pt x="2131" y="5015"/>
                  <a:pt x="1965" y="5372"/>
                  <a:pt x="1876" y="5742"/>
                </a:cubicBezTo>
                <a:cubicBezTo>
                  <a:pt x="1825" y="5959"/>
                  <a:pt x="1748" y="6176"/>
                  <a:pt x="1633" y="6380"/>
                </a:cubicBezTo>
                <a:cubicBezTo>
                  <a:pt x="1493" y="6559"/>
                  <a:pt x="1314" y="6725"/>
                  <a:pt x="1123" y="6853"/>
                </a:cubicBezTo>
                <a:cubicBezTo>
                  <a:pt x="1072" y="6891"/>
                  <a:pt x="1021" y="6929"/>
                  <a:pt x="970" y="6980"/>
                </a:cubicBezTo>
                <a:cubicBezTo>
                  <a:pt x="651" y="7223"/>
                  <a:pt x="0" y="7746"/>
                  <a:pt x="13" y="8473"/>
                </a:cubicBezTo>
                <a:cubicBezTo>
                  <a:pt x="38" y="9022"/>
                  <a:pt x="345" y="9507"/>
                  <a:pt x="817" y="9787"/>
                </a:cubicBezTo>
                <a:cubicBezTo>
                  <a:pt x="1200" y="10004"/>
                  <a:pt x="1621" y="10145"/>
                  <a:pt x="2055" y="10183"/>
                </a:cubicBezTo>
                <a:cubicBezTo>
                  <a:pt x="2964" y="10310"/>
                  <a:pt x="3883" y="10364"/>
                  <a:pt x="4804" y="10364"/>
                </a:cubicBezTo>
                <a:cubicBezTo>
                  <a:pt x="4904" y="10364"/>
                  <a:pt x="5004" y="10363"/>
                  <a:pt x="5104" y="10362"/>
                </a:cubicBezTo>
                <a:cubicBezTo>
                  <a:pt x="6202" y="10374"/>
                  <a:pt x="7325" y="10374"/>
                  <a:pt x="8422" y="10374"/>
                </a:cubicBezTo>
                <a:lnTo>
                  <a:pt x="8460" y="10374"/>
                </a:lnTo>
                <a:cubicBezTo>
                  <a:pt x="9417" y="10374"/>
                  <a:pt x="10272" y="10362"/>
                  <a:pt x="11293" y="10285"/>
                </a:cubicBezTo>
                <a:cubicBezTo>
                  <a:pt x="12059" y="10234"/>
                  <a:pt x="13105" y="10145"/>
                  <a:pt x="13947" y="9724"/>
                </a:cubicBezTo>
                <a:cubicBezTo>
                  <a:pt x="14917" y="9252"/>
                  <a:pt x="15440" y="8167"/>
                  <a:pt x="15224" y="7120"/>
                </a:cubicBezTo>
                <a:cubicBezTo>
                  <a:pt x="15109" y="6521"/>
                  <a:pt x="14739" y="6049"/>
                  <a:pt x="14420" y="5653"/>
                </a:cubicBezTo>
                <a:cubicBezTo>
                  <a:pt x="14177" y="5372"/>
                  <a:pt x="13973" y="5053"/>
                  <a:pt x="13833" y="4709"/>
                </a:cubicBezTo>
                <a:cubicBezTo>
                  <a:pt x="13794" y="4568"/>
                  <a:pt x="13769" y="4415"/>
                  <a:pt x="13756" y="4262"/>
                </a:cubicBezTo>
                <a:cubicBezTo>
                  <a:pt x="13743" y="4160"/>
                  <a:pt x="13731" y="4071"/>
                  <a:pt x="13705" y="3969"/>
                </a:cubicBezTo>
                <a:cubicBezTo>
                  <a:pt x="13552" y="3063"/>
                  <a:pt x="13041" y="2348"/>
                  <a:pt x="12352" y="2067"/>
                </a:cubicBezTo>
                <a:cubicBezTo>
                  <a:pt x="12084" y="1965"/>
                  <a:pt x="11804" y="1901"/>
                  <a:pt x="11523" y="1863"/>
                </a:cubicBezTo>
                <a:cubicBezTo>
                  <a:pt x="11115" y="1799"/>
                  <a:pt x="10859" y="1748"/>
                  <a:pt x="10745" y="1595"/>
                </a:cubicBezTo>
                <a:cubicBezTo>
                  <a:pt x="10706" y="1531"/>
                  <a:pt x="10668" y="1468"/>
                  <a:pt x="10642" y="1404"/>
                </a:cubicBezTo>
                <a:cubicBezTo>
                  <a:pt x="10617" y="1353"/>
                  <a:pt x="10591" y="1302"/>
                  <a:pt x="10566" y="1251"/>
                </a:cubicBezTo>
                <a:cubicBezTo>
                  <a:pt x="10183" y="485"/>
                  <a:pt x="9341" y="0"/>
                  <a:pt x="840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39">
            <a:extLst>
              <a:ext uri="{FF2B5EF4-FFF2-40B4-BE49-F238E27FC236}">
                <a16:creationId xmlns:a16="http://schemas.microsoft.com/office/drawing/2014/main" id="{81C1C2EC-6731-4486-7F74-672B3C47DBF9}"/>
              </a:ext>
            </a:extLst>
          </p:cNvPr>
          <p:cNvSpPr/>
          <p:nvPr/>
        </p:nvSpPr>
        <p:spPr>
          <a:xfrm>
            <a:off x="1651325" y="905499"/>
            <a:ext cx="374616" cy="241457"/>
          </a:xfrm>
          <a:custGeom>
            <a:avLst/>
            <a:gdLst/>
            <a:ahLst/>
            <a:cxnLst/>
            <a:rect l="l" t="t" r="r" b="b"/>
            <a:pathLst>
              <a:path w="11920" h="7683" extrusionOk="0">
                <a:moveTo>
                  <a:pt x="5883" y="485"/>
                </a:moveTo>
                <a:lnTo>
                  <a:pt x="5883" y="498"/>
                </a:lnTo>
                <a:cubicBezTo>
                  <a:pt x="5921" y="494"/>
                  <a:pt x="5958" y="493"/>
                  <a:pt x="5994" y="493"/>
                </a:cubicBezTo>
                <a:cubicBezTo>
                  <a:pt x="6093" y="493"/>
                  <a:pt x="6189" y="505"/>
                  <a:pt x="6292" y="523"/>
                </a:cubicBezTo>
                <a:cubicBezTo>
                  <a:pt x="6675" y="574"/>
                  <a:pt x="7045" y="740"/>
                  <a:pt x="7338" y="995"/>
                </a:cubicBezTo>
                <a:cubicBezTo>
                  <a:pt x="7823" y="1416"/>
                  <a:pt x="8040" y="2118"/>
                  <a:pt x="8576" y="2476"/>
                </a:cubicBezTo>
                <a:cubicBezTo>
                  <a:pt x="9035" y="2782"/>
                  <a:pt x="9635" y="2782"/>
                  <a:pt x="10133" y="2986"/>
                </a:cubicBezTo>
                <a:cubicBezTo>
                  <a:pt x="11919" y="3752"/>
                  <a:pt x="11536" y="6393"/>
                  <a:pt x="9609" y="6610"/>
                </a:cubicBezTo>
                <a:cubicBezTo>
                  <a:pt x="9520" y="6623"/>
                  <a:pt x="9431" y="6623"/>
                  <a:pt x="9342" y="6623"/>
                </a:cubicBezTo>
                <a:cubicBezTo>
                  <a:pt x="8984" y="6623"/>
                  <a:pt x="8627" y="6559"/>
                  <a:pt x="8282" y="6559"/>
                </a:cubicBezTo>
                <a:cubicBezTo>
                  <a:pt x="8078" y="6559"/>
                  <a:pt x="7887" y="6585"/>
                  <a:pt x="7695" y="6648"/>
                </a:cubicBezTo>
                <a:cubicBezTo>
                  <a:pt x="7491" y="6738"/>
                  <a:pt x="7300" y="6840"/>
                  <a:pt x="7108" y="6942"/>
                </a:cubicBezTo>
                <a:cubicBezTo>
                  <a:pt x="6740" y="7126"/>
                  <a:pt x="6342" y="7216"/>
                  <a:pt x="5943" y="7216"/>
                </a:cubicBezTo>
                <a:cubicBezTo>
                  <a:pt x="5486" y="7216"/>
                  <a:pt x="5029" y="7097"/>
                  <a:pt x="4620" y="6865"/>
                </a:cubicBezTo>
                <a:cubicBezTo>
                  <a:pt x="4327" y="6687"/>
                  <a:pt x="4071" y="6470"/>
                  <a:pt x="3752" y="6380"/>
                </a:cubicBezTo>
                <a:cubicBezTo>
                  <a:pt x="3650" y="6355"/>
                  <a:pt x="3548" y="6342"/>
                  <a:pt x="3446" y="6342"/>
                </a:cubicBezTo>
                <a:cubicBezTo>
                  <a:pt x="2974" y="6342"/>
                  <a:pt x="2502" y="6572"/>
                  <a:pt x="2017" y="6572"/>
                </a:cubicBezTo>
                <a:lnTo>
                  <a:pt x="1902" y="6572"/>
                </a:lnTo>
                <a:cubicBezTo>
                  <a:pt x="1366" y="6508"/>
                  <a:pt x="907" y="6151"/>
                  <a:pt x="728" y="5640"/>
                </a:cubicBezTo>
                <a:cubicBezTo>
                  <a:pt x="524" y="5002"/>
                  <a:pt x="741" y="4288"/>
                  <a:pt x="1290" y="3892"/>
                </a:cubicBezTo>
                <a:cubicBezTo>
                  <a:pt x="1660" y="3599"/>
                  <a:pt x="2093" y="3471"/>
                  <a:pt x="2489" y="3254"/>
                </a:cubicBezTo>
                <a:cubicBezTo>
                  <a:pt x="2897" y="3024"/>
                  <a:pt x="3127" y="2667"/>
                  <a:pt x="3357" y="2259"/>
                </a:cubicBezTo>
                <a:cubicBezTo>
                  <a:pt x="3918" y="1263"/>
                  <a:pt x="4748" y="485"/>
                  <a:pt x="5883" y="485"/>
                </a:cubicBezTo>
                <a:close/>
                <a:moveTo>
                  <a:pt x="5896" y="0"/>
                </a:moveTo>
                <a:lnTo>
                  <a:pt x="5883" y="13"/>
                </a:lnTo>
                <a:cubicBezTo>
                  <a:pt x="4697" y="13"/>
                  <a:pt x="3676" y="702"/>
                  <a:pt x="2948" y="2029"/>
                </a:cubicBezTo>
                <a:cubicBezTo>
                  <a:pt x="2731" y="2399"/>
                  <a:pt x="2566" y="2667"/>
                  <a:pt x="2272" y="2833"/>
                </a:cubicBezTo>
                <a:cubicBezTo>
                  <a:pt x="2144" y="2897"/>
                  <a:pt x="2004" y="2960"/>
                  <a:pt x="1864" y="3024"/>
                </a:cubicBezTo>
                <a:cubicBezTo>
                  <a:pt x="1558" y="3139"/>
                  <a:pt x="1264" y="3305"/>
                  <a:pt x="996" y="3509"/>
                </a:cubicBezTo>
                <a:cubicBezTo>
                  <a:pt x="294" y="4032"/>
                  <a:pt x="1" y="4951"/>
                  <a:pt x="269" y="5793"/>
                </a:cubicBezTo>
                <a:cubicBezTo>
                  <a:pt x="524" y="6482"/>
                  <a:pt x="1136" y="6967"/>
                  <a:pt x="1864" y="7031"/>
                </a:cubicBezTo>
                <a:lnTo>
                  <a:pt x="2030" y="7031"/>
                </a:lnTo>
                <a:cubicBezTo>
                  <a:pt x="2310" y="7031"/>
                  <a:pt x="2591" y="6980"/>
                  <a:pt x="2859" y="6916"/>
                </a:cubicBezTo>
                <a:cubicBezTo>
                  <a:pt x="3051" y="6853"/>
                  <a:pt x="3255" y="6827"/>
                  <a:pt x="3446" y="6814"/>
                </a:cubicBezTo>
                <a:cubicBezTo>
                  <a:pt x="3510" y="6814"/>
                  <a:pt x="3574" y="6814"/>
                  <a:pt x="3637" y="6840"/>
                </a:cubicBezTo>
                <a:cubicBezTo>
                  <a:pt x="3816" y="6891"/>
                  <a:pt x="3969" y="6980"/>
                  <a:pt x="4122" y="7095"/>
                </a:cubicBezTo>
                <a:cubicBezTo>
                  <a:pt x="4199" y="7146"/>
                  <a:pt x="4288" y="7210"/>
                  <a:pt x="4378" y="7261"/>
                </a:cubicBezTo>
                <a:cubicBezTo>
                  <a:pt x="4863" y="7541"/>
                  <a:pt x="5407" y="7682"/>
                  <a:pt x="5953" y="7682"/>
                </a:cubicBezTo>
                <a:cubicBezTo>
                  <a:pt x="6425" y="7682"/>
                  <a:pt x="6900" y="7576"/>
                  <a:pt x="7338" y="7363"/>
                </a:cubicBezTo>
                <a:cubicBezTo>
                  <a:pt x="7415" y="7325"/>
                  <a:pt x="7478" y="7286"/>
                  <a:pt x="7542" y="7248"/>
                </a:cubicBezTo>
                <a:cubicBezTo>
                  <a:pt x="7644" y="7184"/>
                  <a:pt x="7759" y="7133"/>
                  <a:pt x="7861" y="7095"/>
                </a:cubicBezTo>
                <a:cubicBezTo>
                  <a:pt x="7978" y="7053"/>
                  <a:pt x="8103" y="7028"/>
                  <a:pt x="8222" y="7028"/>
                </a:cubicBezTo>
                <a:cubicBezTo>
                  <a:pt x="8247" y="7028"/>
                  <a:pt x="8271" y="7029"/>
                  <a:pt x="8295" y="7031"/>
                </a:cubicBezTo>
                <a:cubicBezTo>
                  <a:pt x="8448" y="7031"/>
                  <a:pt x="8614" y="7044"/>
                  <a:pt x="8780" y="7057"/>
                </a:cubicBezTo>
                <a:cubicBezTo>
                  <a:pt x="8946" y="7069"/>
                  <a:pt x="9150" y="7095"/>
                  <a:pt x="9354" y="7095"/>
                </a:cubicBezTo>
                <a:cubicBezTo>
                  <a:pt x="9456" y="7095"/>
                  <a:pt x="9571" y="7082"/>
                  <a:pt x="9673" y="7069"/>
                </a:cubicBezTo>
                <a:cubicBezTo>
                  <a:pt x="10745" y="6955"/>
                  <a:pt x="11587" y="6125"/>
                  <a:pt x="11741" y="5066"/>
                </a:cubicBezTo>
                <a:cubicBezTo>
                  <a:pt x="11906" y="3994"/>
                  <a:pt x="11319" y="2960"/>
                  <a:pt x="10337" y="2539"/>
                </a:cubicBezTo>
                <a:cubicBezTo>
                  <a:pt x="10094" y="2437"/>
                  <a:pt x="9852" y="2374"/>
                  <a:pt x="9597" y="2322"/>
                </a:cubicBezTo>
                <a:cubicBezTo>
                  <a:pt x="9342" y="2271"/>
                  <a:pt x="9086" y="2195"/>
                  <a:pt x="8857" y="2067"/>
                </a:cubicBezTo>
                <a:cubicBezTo>
                  <a:pt x="8627" y="1876"/>
                  <a:pt x="8436" y="1646"/>
                  <a:pt x="8295" y="1391"/>
                </a:cubicBezTo>
                <a:cubicBezTo>
                  <a:pt x="8116" y="1110"/>
                  <a:pt x="7912" y="842"/>
                  <a:pt x="7670" y="613"/>
                </a:cubicBezTo>
                <a:cubicBezTo>
                  <a:pt x="7300" y="306"/>
                  <a:pt x="6853" y="102"/>
                  <a:pt x="6368" y="38"/>
                </a:cubicBezTo>
                <a:cubicBezTo>
                  <a:pt x="6215" y="13"/>
                  <a:pt x="6049" y="0"/>
                  <a:pt x="58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5" name="Google Shape;495;p39">
            <a:extLst>
              <a:ext uri="{FF2B5EF4-FFF2-40B4-BE49-F238E27FC236}">
                <a16:creationId xmlns:a16="http://schemas.microsoft.com/office/drawing/2014/main" id="{4A739198-DCC0-6000-4261-17740EB0B040}"/>
              </a:ext>
            </a:extLst>
          </p:cNvPr>
          <p:cNvGrpSpPr/>
          <p:nvPr/>
        </p:nvGrpSpPr>
        <p:grpSpPr>
          <a:xfrm>
            <a:off x="2187622" y="1538425"/>
            <a:ext cx="485272" cy="326060"/>
            <a:chOff x="2493575" y="1248525"/>
            <a:chExt cx="386025" cy="259375"/>
          </a:xfrm>
        </p:grpSpPr>
        <p:sp>
          <p:nvSpPr>
            <p:cNvPr id="496" name="Google Shape;496;p39">
              <a:extLst>
                <a:ext uri="{FF2B5EF4-FFF2-40B4-BE49-F238E27FC236}">
                  <a16:creationId xmlns:a16="http://schemas.microsoft.com/office/drawing/2014/main" id="{85C9E293-A1AC-7F76-C9FB-BCE19F358F4E}"/>
                </a:ext>
              </a:extLst>
            </p:cNvPr>
            <p:cNvSpPr/>
            <p:nvPr/>
          </p:nvSpPr>
          <p:spPr>
            <a:xfrm>
              <a:off x="2499950" y="1254550"/>
              <a:ext cx="372625" cy="246975"/>
            </a:xfrm>
            <a:custGeom>
              <a:avLst/>
              <a:gdLst/>
              <a:ahLst/>
              <a:cxnLst/>
              <a:rect l="l" t="t" r="r" b="b"/>
              <a:pathLst>
                <a:path w="14905" h="9879" extrusionOk="0">
                  <a:moveTo>
                    <a:pt x="8222" y="0"/>
                  </a:moveTo>
                  <a:cubicBezTo>
                    <a:pt x="8199" y="0"/>
                    <a:pt x="8177" y="1"/>
                    <a:pt x="8154" y="1"/>
                  </a:cubicBezTo>
                  <a:cubicBezTo>
                    <a:pt x="8014" y="1"/>
                    <a:pt x="7874" y="14"/>
                    <a:pt x="7733" y="40"/>
                  </a:cubicBezTo>
                  <a:cubicBezTo>
                    <a:pt x="6891" y="206"/>
                    <a:pt x="6125" y="805"/>
                    <a:pt x="5692" y="1673"/>
                  </a:cubicBezTo>
                  <a:cubicBezTo>
                    <a:pt x="5602" y="1852"/>
                    <a:pt x="5513" y="2043"/>
                    <a:pt x="5436" y="2222"/>
                  </a:cubicBezTo>
                  <a:cubicBezTo>
                    <a:pt x="5347" y="2477"/>
                    <a:pt x="5219" y="2732"/>
                    <a:pt x="5079" y="2962"/>
                  </a:cubicBezTo>
                  <a:cubicBezTo>
                    <a:pt x="4862" y="3294"/>
                    <a:pt x="4556" y="3549"/>
                    <a:pt x="4199" y="3715"/>
                  </a:cubicBezTo>
                  <a:cubicBezTo>
                    <a:pt x="3994" y="3804"/>
                    <a:pt x="3790" y="3868"/>
                    <a:pt x="3586" y="3932"/>
                  </a:cubicBezTo>
                  <a:cubicBezTo>
                    <a:pt x="3114" y="4059"/>
                    <a:pt x="2616" y="4213"/>
                    <a:pt x="2284" y="4608"/>
                  </a:cubicBezTo>
                  <a:cubicBezTo>
                    <a:pt x="2080" y="4889"/>
                    <a:pt x="1927" y="5221"/>
                    <a:pt x="1863" y="5565"/>
                  </a:cubicBezTo>
                  <a:cubicBezTo>
                    <a:pt x="1800" y="5808"/>
                    <a:pt x="1710" y="6037"/>
                    <a:pt x="1583" y="6267"/>
                  </a:cubicBezTo>
                  <a:cubicBezTo>
                    <a:pt x="1429" y="6471"/>
                    <a:pt x="1238" y="6650"/>
                    <a:pt x="1021" y="6790"/>
                  </a:cubicBezTo>
                  <a:lnTo>
                    <a:pt x="868" y="6905"/>
                  </a:lnTo>
                  <a:cubicBezTo>
                    <a:pt x="421" y="7262"/>
                    <a:pt x="0" y="7683"/>
                    <a:pt x="0" y="8219"/>
                  </a:cubicBezTo>
                  <a:cubicBezTo>
                    <a:pt x="26" y="8679"/>
                    <a:pt x="281" y="9100"/>
                    <a:pt x="689" y="9330"/>
                  </a:cubicBezTo>
                  <a:cubicBezTo>
                    <a:pt x="1047" y="9534"/>
                    <a:pt x="1429" y="9649"/>
                    <a:pt x="1838" y="9700"/>
                  </a:cubicBezTo>
                  <a:cubicBezTo>
                    <a:pt x="2735" y="9815"/>
                    <a:pt x="3642" y="9867"/>
                    <a:pt x="4550" y="9867"/>
                  </a:cubicBezTo>
                  <a:cubicBezTo>
                    <a:pt x="4650" y="9867"/>
                    <a:pt x="4749" y="9867"/>
                    <a:pt x="4849" y="9865"/>
                  </a:cubicBezTo>
                  <a:cubicBezTo>
                    <a:pt x="5959" y="9878"/>
                    <a:pt x="7070" y="9878"/>
                    <a:pt x="8167" y="9878"/>
                  </a:cubicBezTo>
                  <a:lnTo>
                    <a:pt x="8205" y="9878"/>
                  </a:lnTo>
                  <a:cubicBezTo>
                    <a:pt x="9162" y="9878"/>
                    <a:pt x="10017" y="9865"/>
                    <a:pt x="11013" y="9789"/>
                  </a:cubicBezTo>
                  <a:cubicBezTo>
                    <a:pt x="11766" y="9738"/>
                    <a:pt x="12786" y="9661"/>
                    <a:pt x="13590" y="9253"/>
                  </a:cubicBezTo>
                  <a:cubicBezTo>
                    <a:pt x="14471" y="8806"/>
                    <a:pt x="14905" y="7926"/>
                    <a:pt x="14726" y="6918"/>
                  </a:cubicBezTo>
                  <a:cubicBezTo>
                    <a:pt x="14624" y="6382"/>
                    <a:pt x="14292" y="5961"/>
                    <a:pt x="13973" y="5552"/>
                  </a:cubicBezTo>
                  <a:cubicBezTo>
                    <a:pt x="13718" y="5221"/>
                    <a:pt x="13463" y="4902"/>
                    <a:pt x="13361" y="4544"/>
                  </a:cubicBezTo>
                  <a:cubicBezTo>
                    <a:pt x="13310" y="4378"/>
                    <a:pt x="13284" y="4213"/>
                    <a:pt x="13259" y="4047"/>
                  </a:cubicBezTo>
                  <a:cubicBezTo>
                    <a:pt x="13246" y="3957"/>
                    <a:pt x="13233" y="3868"/>
                    <a:pt x="13220" y="3766"/>
                  </a:cubicBezTo>
                  <a:cubicBezTo>
                    <a:pt x="13067" y="2949"/>
                    <a:pt x="12621" y="2298"/>
                    <a:pt x="12008" y="2043"/>
                  </a:cubicBezTo>
                  <a:cubicBezTo>
                    <a:pt x="11753" y="1954"/>
                    <a:pt x="11498" y="1890"/>
                    <a:pt x="11230" y="1865"/>
                  </a:cubicBezTo>
                  <a:cubicBezTo>
                    <a:pt x="10821" y="1801"/>
                    <a:pt x="10477" y="1737"/>
                    <a:pt x="10298" y="1482"/>
                  </a:cubicBezTo>
                  <a:cubicBezTo>
                    <a:pt x="10247" y="1418"/>
                    <a:pt x="10209" y="1329"/>
                    <a:pt x="10171" y="1252"/>
                  </a:cubicBezTo>
                  <a:cubicBezTo>
                    <a:pt x="10145" y="1214"/>
                    <a:pt x="10132" y="1163"/>
                    <a:pt x="10107" y="1112"/>
                  </a:cubicBezTo>
                  <a:cubicBezTo>
                    <a:pt x="9722" y="429"/>
                    <a:pt x="9000" y="0"/>
                    <a:pt x="82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39">
              <a:extLst>
                <a:ext uri="{FF2B5EF4-FFF2-40B4-BE49-F238E27FC236}">
                  <a16:creationId xmlns:a16="http://schemas.microsoft.com/office/drawing/2014/main" id="{8FED8F52-8266-05AD-C062-22CA2BE256D9}"/>
                </a:ext>
              </a:extLst>
            </p:cNvPr>
            <p:cNvSpPr/>
            <p:nvPr/>
          </p:nvSpPr>
          <p:spPr>
            <a:xfrm>
              <a:off x="2493575" y="1248525"/>
              <a:ext cx="386025" cy="259375"/>
            </a:xfrm>
            <a:custGeom>
              <a:avLst/>
              <a:gdLst/>
              <a:ahLst/>
              <a:cxnLst/>
              <a:rect l="l" t="t" r="r" b="b"/>
              <a:pathLst>
                <a:path w="15441" h="10375" extrusionOk="0">
                  <a:moveTo>
                    <a:pt x="8416" y="485"/>
                  </a:moveTo>
                  <a:lnTo>
                    <a:pt x="8416" y="485"/>
                  </a:lnTo>
                  <a:cubicBezTo>
                    <a:pt x="9128" y="487"/>
                    <a:pt x="9827" y="844"/>
                    <a:pt x="10145" y="1468"/>
                  </a:cubicBezTo>
                  <a:cubicBezTo>
                    <a:pt x="10209" y="1608"/>
                    <a:pt x="10272" y="1735"/>
                    <a:pt x="10349" y="1863"/>
                  </a:cubicBezTo>
                  <a:cubicBezTo>
                    <a:pt x="10732" y="2399"/>
                    <a:pt x="11561" y="2259"/>
                    <a:pt x="12161" y="2501"/>
                  </a:cubicBezTo>
                  <a:cubicBezTo>
                    <a:pt x="12773" y="2756"/>
                    <a:pt x="13118" y="3407"/>
                    <a:pt x="13246" y="4058"/>
                  </a:cubicBezTo>
                  <a:cubicBezTo>
                    <a:pt x="13271" y="4326"/>
                    <a:pt x="13322" y="4581"/>
                    <a:pt x="13386" y="4849"/>
                  </a:cubicBezTo>
                  <a:cubicBezTo>
                    <a:pt x="13654" y="5717"/>
                    <a:pt x="14586" y="6304"/>
                    <a:pt x="14739" y="7197"/>
                  </a:cubicBezTo>
                  <a:cubicBezTo>
                    <a:pt x="14892" y="8001"/>
                    <a:pt x="14611" y="8843"/>
                    <a:pt x="13731" y="9277"/>
                  </a:cubicBezTo>
                  <a:cubicBezTo>
                    <a:pt x="13003" y="9647"/>
                    <a:pt x="12072" y="9736"/>
                    <a:pt x="11255" y="9787"/>
                  </a:cubicBezTo>
                  <a:cubicBezTo>
                    <a:pt x="10285" y="9864"/>
                    <a:pt x="9443" y="9877"/>
                    <a:pt x="8460" y="9877"/>
                  </a:cubicBezTo>
                  <a:lnTo>
                    <a:pt x="8422" y="9877"/>
                  </a:lnTo>
                  <a:cubicBezTo>
                    <a:pt x="8097" y="9881"/>
                    <a:pt x="7773" y="9882"/>
                    <a:pt x="7449" y="9882"/>
                  </a:cubicBezTo>
                  <a:cubicBezTo>
                    <a:pt x="6668" y="9882"/>
                    <a:pt x="5889" y="9873"/>
                    <a:pt x="5104" y="9864"/>
                  </a:cubicBezTo>
                  <a:cubicBezTo>
                    <a:pt x="4959" y="9868"/>
                    <a:pt x="4814" y="9870"/>
                    <a:pt x="4669" y="9870"/>
                  </a:cubicBezTo>
                  <a:cubicBezTo>
                    <a:pt x="3822" y="9870"/>
                    <a:pt x="2983" y="9807"/>
                    <a:pt x="2144" y="9698"/>
                  </a:cubicBezTo>
                  <a:cubicBezTo>
                    <a:pt x="1761" y="9660"/>
                    <a:pt x="1404" y="9545"/>
                    <a:pt x="1072" y="9366"/>
                  </a:cubicBezTo>
                  <a:cubicBezTo>
                    <a:pt x="740" y="9175"/>
                    <a:pt x="523" y="8843"/>
                    <a:pt x="498" y="8460"/>
                  </a:cubicBezTo>
                  <a:cubicBezTo>
                    <a:pt x="498" y="8001"/>
                    <a:pt x="932" y="7618"/>
                    <a:pt x="1289" y="7337"/>
                  </a:cubicBezTo>
                  <a:cubicBezTo>
                    <a:pt x="1557" y="7133"/>
                    <a:pt x="1850" y="6929"/>
                    <a:pt x="2042" y="6636"/>
                  </a:cubicBezTo>
                  <a:cubicBezTo>
                    <a:pt x="2374" y="6151"/>
                    <a:pt x="2348" y="5474"/>
                    <a:pt x="2731" y="5015"/>
                  </a:cubicBezTo>
                  <a:cubicBezTo>
                    <a:pt x="3165" y="4492"/>
                    <a:pt x="3943" y="4454"/>
                    <a:pt x="4568" y="4186"/>
                  </a:cubicBezTo>
                  <a:cubicBezTo>
                    <a:pt x="4964" y="3994"/>
                    <a:pt x="5296" y="3713"/>
                    <a:pt x="5538" y="3343"/>
                  </a:cubicBezTo>
                  <a:cubicBezTo>
                    <a:pt x="5806" y="2935"/>
                    <a:pt x="5947" y="2463"/>
                    <a:pt x="6163" y="2029"/>
                  </a:cubicBezTo>
                  <a:cubicBezTo>
                    <a:pt x="6546" y="1289"/>
                    <a:pt x="7223" y="676"/>
                    <a:pt x="8039" y="523"/>
                  </a:cubicBezTo>
                  <a:cubicBezTo>
                    <a:pt x="8165" y="498"/>
                    <a:pt x="8290" y="485"/>
                    <a:pt x="8416" y="485"/>
                  </a:cubicBezTo>
                  <a:close/>
                  <a:moveTo>
                    <a:pt x="8409" y="0"/>
                  </a:moveTo>
                  <a:lnTo>
                    <a:pt x="8422" y="13"/>
                  </a:lnTo>
                  <a:cubicBezTo>
                    <a:pt x="8392" y="10"/>
                    <a:pt x="8362" y="9"/>
                    <a:pt x="8332" y="9"/>
                  </a:cubicBezTo>
                  <a:cubicBezTo>
                    <a:pt x="8200" y="9"/>
                    <a:pt x="8073" y="30"/>
                    <a:pt x="7937" y="51"/>
                  </a:cubicBezTo>
                  <a:cubicBezTo>
                    <a:pt x="7031" y="230"/>
                    <a:pt x="6202" y="881"/>
                    <a:pt x="5730" y="1812"/>
                  </a:cubicBezTo>
                  <a:cubicBezTo>
                    <a:pt x="5628" y="1991"/>
                    <a:pt x="5551" y="2195"/>
                    <a:pt x="5474" y="2374"/>
                  </a:cubicBezTo>
                  <a:cubicBezTo>
                    <a:pt x="5385" y="2616"/>
                    <a:pt x="5270" y="2858"/>
                    <a:pt x="5130" y="3088"/>
                  </a:cubicBezTo>
                  <a:cubicBezTo>
                    <a:pt x="4938" y="3369"/>
                    <a:pt x="4670" y="3599"/>
                    <a:pt x="4351" y="3739"/>
                  </a:cubicBezTo>
                  <a:cubicBezTo>
                    <a:pt x="4160" y="3828"/>
                    <a:pt x="3969" y="3892"/>
                    <a:pt x="3764" y="3943"/>
                  </a:cubicBezTo>
                  <a:cubicBezTo>
                    <a:pt x="3292" y="4083"/>
                    <a:pt x="2744" y="4249"/>
                    <a:pt x="2361" y="4709"/>
                  </a:cubicBezTo>
                  <a:cubicBezTo>
                    <a:pt x="2131" y="5015"/>
                    <a:pt x="1965" y="5372"/>
                    <a:pt x="1876" y="5742"/>
                  </a:cubicBezTo>
                  <a:cubicBezTo>
                    <a:pt x="1825" y="5959"/>
                    <a:pt x="1748" y="6176"/>
                    <a:pt x="1633" y="6380"/>
                  </a:cubicBezTo>
                  <a:cubicBezTo>
                    <a:pt x="1493" y="6559"/>
                    <a:pt x="1314" y="6725"/>
                    <a:pt x="1123" y="6853"/>
                  </a:cubicBezTo>
                  <a:cubicBezTo>
                    <a:pt x="1072" y="6891"/>
                    <a:pt x="1021" y="6929"/>
                    <a:pt x="970" y="6980"/>
                  </a:cubicBezTo>
                  <a:cubicBezTo>
                    <a:pt x="651" y="7223"/>
                    <a:pt x="0" y="7746"/>
                    <a:pt x="13" y="8473"/>
                  </a:cubicBezTo>
                  <a:cubicBezTo>
                    <a:pt x="38" y="9022"/>
                    <a:pt x="345" y="9507"/>
                    <a:pt x="817" y="9787"/>
                  </a:cubicBezTo>
                  <a:cubicBezTo>
                    <a:pt x="1200" y="10004"/>
                    <a:pt x="1621" y="10145"/>
                    <a:pt x="2055" y="10183"/>
                  </a:cubicBezTo>
                  <a:cubicBezTo>
                    <a:pt x="2964" y="10310"/>
                    <a:pt x="3883" y="10364"/>
                    <a:pt x="4804" y="10364"/>
                  </a:cubicBezTo>
                  <a:cubicBezTo>
                    <a:pt x="4904" y="10364"/>
                    <a:pt x="5004" y="10363"/>
                    <a:pt x="5104" y="10362"/>
                  </a:cubicBezTo>
                  <a:cubicBezTo>
                    <a:pt x="6202" y="10374"/>
                    <a:pt x="7325" y="10374"/>
                    <a:pt x="8422" y="10374"/>
                  </a:cubicBezTo>
                  <a:lnTo>
                    <a:pt x="8460" y="10374"/>
                  </a:lnTo>
                  <a:cubicBezTo>
                    <a:pt x="9417" y="10374"/>
                    <a:pt x="10272" y="10362"/>
                    <a:pt x="11293" y="10285"/>
                  </a:cubicBezTo>
                  <a:cubicBezTo>
                    <a:pt x="12059" y="10234"/>
                    <a:pt x="13105" y="10145"/>
                    <a:pt x="13947" y="9724"/>
                  </a:cubicBezTo>
                  <a:cubicBezTo>
                    <a:pt x="14917" y="9252"/>
                    <a:pt x="15440" y="8167"/>
                    <a:pt x="15224" y="7120"/>
                  </a:cubicBezTo>
                  <a:cubicBezTo>
                    <a:pt x="15109" y="6521"/>
                    <a:pt x="14739" y="6049"/>
                    <a:pt x="14420" y="5653"/>
                  </a:cubicBezTo>
                  <a:cubicBezTo>
                    <a:pt x="14177" y="5372"/>
                    <a:pt x="13973" y="5053"/>
                    <a:pt x="13833" y="4709"/>
                  </a:cubicBezTo>
                  <a:cubicBezTo>
                    <a:pt x="13794" y="4568"/>
                    <a:pt x="13769" y="4415"/>
                    <a:pt x="13756" y="4262"/>
                  </a:cubicBezTo>
                  <a:cubicBezTo>
                    <a:pt x="13743" y="4160"/>
                    <a:pt x="13731" y="4071"/>
                    <a:pt x="13705" y="3969"/>
                  </a:cubicBezTo>
                  <a:cubicBezTo>
                    <a:pt x="13552" y="3063"/>
                    <a:pt x="13041" y="2348"/>
                    <a:pt x="12352" y="2067"/>
                  </a:cubicBezTo>
                  <a:cubicBezTo>
                    <a:pt x="12084" y="1965"/>
                    <a:pt x="11804" y="1901"/>
                    <a:pt x="11523" y="1863"/>
                  </a:cubicBezTo>
                  <a:cubicBezTo>
                    <a:pt x="11115" y="1799"/>
                    <a:pt x="10859" y="1748"/>
                    <a:pt x="10745" y="1595"/>
                  </a:cubicBezTo>
                  <a:cubicBezTo>
                    <a:pt x="10706" y="1531"/>
                    <a:pt x="10668" y="1468"/>
                    <a:pt x="10642" y="1404"/>
                  </a:cubicBezTo>
                  <a:cubicBezTo>
                    <a:pt x="10617" y="1353"/>
                    <a:pt x="10591" y="1302"/>
                    <a:pt x="10566" y="1251"/>
                  </a:cubicBezTo>
                  <a:cubicBezTo>
                    <a:pt x="10183" y="485"/>
                    <a:pt x="9341" y="0"/>
                    <a:pt x="840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98" name="Google Shape;498;p39">
            <a:extLst>
              <a:ext uri="{FF2B5EF4-FFF2-40B4-BE49-F238E27FC236}">
                <a16:creationId xmlns:a16="http://schemas.microsoft.com/office/drawing/2014/main" id="{F1BA397E-6056-A977-C90F-0409324E4336}"/>
              </a:ext>
            </a:extLst>
          </p:cNvPr>
          <p:cNvSpPr/>
          <p:nvPr/>
        </p:nvSpPr>
        <p:spPr>
          <a:xfrm>
            <a:off x="825952" y="3143349"/>
            <a:ext cx="1070221" cy="866189"/>
          </a:xfrm>
          <a:custGeom>
            <a:avLst/>
            <a:gdLst/>
            <a:ahLst/>
            <a:cxnLst/>
            <a:rect l="l" t="t" r="r" b="b"/>
            <a:pathLst>
              <a:path w="31661" h="25625" fill="none" extrusionOk="0">
                <a:moveTo>
                  <a:pt x="24489" y="25267"/>
                </a:moveTo>
                <a:cubicBezTo>
                  <a:pt x="23404" y="24705"/>
                  <a:pt x="22358" y="23735"/>
                  <a:pt x="22383" y="22523"/>
                </a:cubicBezTo>
                <a:cubicBezTo>
                  <a:pt x="22421" y="20673"/>
                  <a:pt x="24872" y="19422"/>
                  <a:pt x="24616" y="17585"/>
                </a:cubicBezTo>
                <a:cubicBezTo>
                  <a:pt x="24463" y="16411"/>
                  <a:pt x="23213" y="15696"/>
                  <a:pt x="22051" y="15479"/>
                </a:cubicBezTo>
                <a:cubicBezTo>
                  <a:pt x="20877" y="15250"/>
                  <a:pt x="19652" y="15326"/>
                  <a:pt x="18555" y="14892"/>
                </a:cubicBezTo>
                <a:cubicBezTo>
                  <a:pt x="16934" y="14190"/>
                  <a:pt x="15965" y="12532"/>
                  <a:pt x="16143" y="10783"/>
                </a:cubicBezTo>
                <a:cubicBezTo>
                  <a:pt x="16347" y="9124"/>
                  <a:pt x="18147" y="7619"/>
                  <a:pt x="19652" y="8333"/>
                </a:cubicBezTo>
                <a:cubicBezTo>
                  <a:pt x="20112" y="8537"/>
                  <a:pt x="20469" y="8908"/>
                  <a:pt x="20788" y="9290"/>
                </a:cubicBezTo>
                <a:cubicBezTo>
                  <a:pt x="21299" y="9877"/>
                  <a:pt x="21783" y="10554"/>
                  <a:pt x="21847" y="11319"/>
                </a:cubicBezTo>
                <a:cubicBezTo>
                  <a:pt x="21962" y="12889"/>
                  <a:pt x="20367" y="13961"/>
                  <a:pt x="19002" y="14739"/>
                </a:cubicBezTo>
                <a:cubicBezTo>
                  <a:pt x="17636" y="15518"/>
                  <a:pt x="16092" y="16743"/>
                  <a:pt x="16398" y="18287"/>
                </a:cubicBezTo>
                <a:cubicBezTo>
                  <a:pt x="16692" y="19741"/>
                  <a:pt x="18657" y="20354"/>
                  <a:pt x="20010" y="19729"/>
                </a:cubicBezTo>
                <a:cubicBezTo>
                  <a:pt x="21375" y="19091"/>
                  <a:pt x="22179" y="17700"/>
                  <a:pt x="22728" y="16309"/>
                </a:cubicBezTo>
                <a:cubicBezTo>
                  <a:pt x="22945" y="15747"/>
                  <a:pt x="23174" y="15135"/>
                  <a:pt x="23685" y="14816"/>
                </a:cubicBezTo>
                <a:cubicBezTo>
                  <a:pt x="24259" y="14458"/>
                  <a:pt x="24999" y="14599"/>
                  <a:pt x="25675" y="14650"/>
                </a:cubicBezTo>
                <a:cubicBezTo>
                  <a:pt x="27526" y="14816"/>
                  <a:pt x="29542" y="14139"/>
                  <a:pt x="30588" y="12595"/>
                </a:cubicBezTo>
                <a:cubicBezTo>
                  <a:pt x="31647" y="11064"/>
                  <a:pt x="31392" y="8652"/>
                  <a:pt x="29810" y="7657"/>
                </a:cubicBezTo>
                <a:cubicBezTo>
                  <a:pt x="28700" y="6955"/>
                  <a:pt x="27194" y="7083"/>
                  <a:pt x="26084" y="7785"/>
                </a:cubicBezTo>
                <a:cubicBezTo>
                  <a:pt x="24974" y="8499"/>
                  <a:pt x="24246" y="9686"/>
                  <a:pt x="23889" y="10962"/>
                </a:cubicBezTo>
                <a:cubicBezTo>
                  <a:pt x="23468" y="12442"/>
                  <a:pt x="23570" y="14165"/>
                  <a:pt x="24527" y="15377"/>
                </a:cubicBezTo>
                <a:cubicBezTo>
                  <a:pt x="25484" y="16602"/>
                  <a:pt x="27436" y="17049"/>
                  <a:pt x="28649" y="16092"/>
                </a:cubicBezTo>
                <a:cubicBezTo>
                  <a:pt x="30116" y="14918"/>
                  <a:pt x="29682" y="12366"/>
                  <a:pt x="28215" y="11166"/>
                </a:cubicBezTo>
                <a:cubicBezTo>
                  <a:pt x="26747" y="9979"/>
                  <a:pt x="24706" y="9839"/>
                  <a:pt x="22817" y="9954"/>
                </a:cubicBezTo>
                <a:cubicBezTo>
                  <a:pt x="21541" y="10030"/>
                  <a:pt x="20201" y="10247"/>
                  <a:pt x="19257" y="11102"/>
                </a:cubicBezTo>
                <a:cubicBezTo>
                  <a:pt x="18300" y="11957"/>
                  <a:pt x="18032" y="13642"/>
                  <a:pt x="19002" y="14471"/>
                </a:cubicBezTo>
                <a:cubicBezTo>
                  <a:pt x="20010" y="15313"/>
                  <a:pt x="21669" y="14701"/>
                  <a:pt x="22409" y="13603"/>
                </a:cubicBezTo>
                <a:cubicBezTo>
                  <a:pt x="23162" y="12519"/>
                  <a:pt x="23302" y="11153"/>
                  <a:pt x="23595" y="9865"/>
                </a:cubicBezTo>
                <a:cubicBezTo>
                  <a:pt x="23876" y="8576"/>
                  <a:pt x="24438" y="7198"/>
                  <a:pt x="25624" y="6623"/>
                </a:cubicBezTo>
                <a:cubicBezTo>
                  <a:pt x="26211" y="6330"/>
                  <a:pt x="26900" y="6279"/>
                  <a:pt x="27487" y="5985"/>
                </a:cubicBezTo>
                <a:cubicBezTo>
                  <a:pt x="29185" y="5143"/>
                  <a:pt x="29236" y="2400"/>
                  <a:pt x="27768" y="1200"/>
                </a:cubicBezTo>
                <a:cubicBezTo>
                  <a:pt x="26301" y="1"/>
                  <a:pt x="23965" y="307"/>
                  <a:pt x="22562" y="1583"/>
                </a:cubicBezTo>
                <a:cubicBezTo>
                  <a:pt x="21720" y="2336"/>
                  <a:pt x="21158" y="3344"/>
                  <a:pt x="20482" y="4263"/>
                </a:cubicBezTo>
                <a:cubicBezTo>
                  <a:pt x="18606" y="6815"/>
                  <a:pt x="15875" y="8614"/>
                  <a:pt x="12787" y="9341"/>
                </a:cubicBezTo>
                <a:cubicBezTo>
                  <a:pt x="12455" y="9443"/>
                  <a:pt x="12098" y="9469"/>
                  <a:pt x="11754" y="9431"/>
                </a:cubicBezTo>
                <a:cubicBezTo>
                  <a:pt x="11383" y="9341"/>
                  <a:pt x="11039" y="9163"/>
                  <a:pt x="10771" y="8882"/>
                </a:cubicBezTo>
                <a:cubicBezTo>
                  <a:pt x="9750" y="7912"/>
                  <a:pt x="9508" y="6381"/>
                  <a:pt x="10158" y="5143"/>
                </a:cubicBezTo>
                <a:cubicBezTo>
                  <a:pt x="10822" y="3905"/>
                  <a:pt x="12226" y="3242"/>
                  <a:pt x="13591" y="3548"/>
                </a:cubicBezTo>
                <a:cubicBezTo>
                  <a:pt x="14867" y="3816"/>
                  <a:pt x="15837" y="4850"/>
                  <a:pt x="16845" y="5692"/>
                </a:cubicBezTo>
                <a:cubicBezTo>
                  <a:pt x="18006" y="6674"/>
                  <a:pt x="19423" y="7491"/>
                  <a:pt x="20941" y="7376"/>
                </a:cubicBezTo>
                <a:cubicBezTo>
                  <a:pt x="22447" y="7274"/>
                  <a:pt x="23927" y="5909"/>
                  <a:pt x="23685" y="4416"/>
                </a:cubicBezTo>
                <a:cubicBezTo>
                  <a:pt x="23417" y="2872"/>
                  <a:pt x="21490" y="2081"/>
                  <a:pt x="19971" y="2489"/>
                </a:cubicBezTo>
                <a:cubicBezTo>
                  <a:pt x="18453" y="2897"/>
                  <a:pt x="17304" y="4122"/>
                  <a:pt x="16296" y="5335"/>
                </a:cubicBezTo>
                <a:cubicBezTo>
                  <a:pt x="15518" y="6279"/>
                  <a:pt x="14625" y="7338"/>
                  <a:pt x="13400" y="7402"/>
                </a:cubicBezTo>
                <a:cubicBezTo>
                  <a:pt x="12034" y="7491"/>
                  <a:pt x="10873" y="6126"/>
                  <a:pt x="10784" y="4760"/>
                </a:cubicBezTo>
                <a:cubicBezTo>
                  <a:pt x="10707" y="3382"/>
                  <a:pt x="11473" y="2081"/>
                  <a:pt x="12443" y="1085"/>
                </a:cubicBezTo>
                <a:cubicBezTo>
                  <a:pt x="12953" y="562"/>
                  <a:pt x="13629" y="77"/>
                  <a:pt x="14369" y="166"/>
                </a:cubicBezTo>
                <a:cubicBezTo>
                  <a:pt x="15390" y="307"/>
                  <a:pt x="15901" y="1494"/>
                  <a:pt x="16105" y="2514"/>
                </a:cubicBezTo>
                <a:cubicBezTo>
                  <a:pt x="16654" y="5220"/>
                  <a:pt x="16296" y="8308"/>
                  <a:pt x="14357" y="10273"/>
                </a:cubicBezTo>
                <a:cubicBezTo>
                  <a:pt x="11958" y="12697"/>
                  <a:pt x="7428" y="12442"/>
                  <a:pt x="5335" y="9763"/>
                </a:cubicBezTo>
                <a:cubicBezTo>
                  <a:pt x="4773" y="9048"/>
                  <a:pt x="4365" y="8155"/>
                  <a:pt x="4442" y="7249"/>
                </a:cubicBezTo>
                <a:cubicBezTo>
                  <a:pt x="4531" y="6572"/>
                  <a:pt x="4799" y="5934"/>
                  <a:pt x="5233" y="5411"/>
                </a:cubicBezTo>
                <a:cubicBezTo>
                  <a:pt x="6011" y="4365"/>
                  <a:pt x="7211" y="3561"/>
                  <a:pt x="8525" y="3561"/>
                </a:cubicBezTo>
                <a:cubicBezTo>
                  <a:pt x="9827" y="3561"/>
                  <a:pt x="11141" y="4543"/>
                  <a:pt x="11256" y="5845"/>
                </a:cubicBezTo>
                <a:cubicBezTo>
                  <a:pt x="11358" y="7070"/>
                  <a:pt x="10414" y="8180"/>
                  <a:pt x="9291" y="8716"/>
                </a:cubicBezTo>
                <a:cubicBezTo>
                  <a:pt x="8168" y="9239"/>
                  <a:pt x="6892" y="9290"/>
                  <a:pt x="5679" y="9418"/>
                </a:cubicBezTo>
                <a:cubicBezTo>
                  <a:pt x="4454" y="9546"/>
                  <a:pt x="3166" y="9763"/>
                  <a:pt x="2196" y="10528"/>
                </a:cubicBezTo>
                <a:cubicBezTo>
                  <a:pt x="652" y="11740"/>
                  <a:pt x="511" y="14497"/>
                  <a:pt x="2170" y="15556"/>
                </a:cubicBezTo>
                <a:cubicBezTo>
                  <a:pt x="3497" y="16398"/>
                  <a:pt x="5373" y="15862"/>
                  <a:pt x="6458" y="14714"/>
                </a:cubicBezTo>
                <a:cubicBezTo>
                  <a:pt x="7555" y="13578"/>
                  <a:pt x="8040" y="11996"/>
                  <a:pt x="8397" y="10464"/>
                </a:cubicBezTo>
                <a:cubicBezTo>
                  <a:pt x="8653" y="9392"/>
                  <a:pt x="8831" y="8206"/>
                  <a:pt x="8283" y="7274"/>
                </a:cubicBezTo>
                <a:cubicBezTo>
                  <a:pt x="7849" y="6534"/>
                  <a:pt x="7019" y="6100"/>
                  <a:pt x="6177" y="5947"/>
                </a:cubicBezTo>
                <a:cubicBezTo>
                  <a:pt x="4556" y="5654"/>
                  <a:pt x="2821" y="6343"/>
                  <a:pt x="1685" y="7568"/>
                </a:cubicBezTo>
                <a:cubicBezTo>
                  <a:pt x="550" y="8780"/>
                  <a:pt x="1" y="10477"/>
                  <a:pt x="14" y="12136"/>
                </a:cubicBezTo>
                <a:cubicBezTo>
                  <a:pt x="14" y="13157"/>
                  <a:pt x="243" y="14203"/>
                  <a:pt x="830" y="15033"/>
                </a:cubicBezTo>
                <a:cubicBezTo>
                  <a:pt x="1953" y="16602"/>
                  <a:pt x="4186" y="17036"/>
                  <a:pt x="6037" y="16538"/>
                </a:cubicBezTo>
                <a:cubicBezTo>
                  <a:pt x="7517" y="16130"/>
                  <a:pt x="8831" y="15224"/>
                  <a:pt x="10299" y="14777"/>
                </a:cubicBezTo>
                <a:cubicBezTo>
                  <a:pt x="11779" y="14344"/>
                  <a:pt x="13655" y="14509"/>
                  <a:pt x="14472" y="15811"/>
                </a:cubicBezTo>
                <a:cubicBezTo>
                  <a:pt x="15250" y="17062"/>
                  <a:pt x="14574" y="18912"/>
                  <a:pt x="13234" y="19524"/>
                </a:cubicBezTo>
                <a:cubicBezTo>
                  <a:pt x="11894" y="20137"/>
                  <a:pt x="10197" y="19601"/>
                  <a:pt x="9278" y="18440"/>
                </a:cubicBezTo>
                <a:cubicBezTo>
                  <a:pt x="8372" y="17279"/>
                  <a:pt x="8206" y="15645"/>
                  <a:pt x="8640" y="14242"/>
                </a:cubicBezTo>
                <a:cubicBezTo>
                  <a:pt x="9125" y="12710"/>
                  <a:pt x="10312" y="11396"/>
                  <a:pt x="11830" y="10924"/>
                </a:cubicBezTo>
                <a:cubicBezTo>
                  <a:pt x="13999" y="10247"/>
                  <a:pt x="16590" y="11562"/>
                  <a:pt x="17330" y="13718"/>
                </a:cubicBezTo>
                <a:cubicBezTo>
                  <a:pt x="18057" y="15862"/>
                  <a:pt x="16820" y="18491"/>
                  <a:pt x="14688" y="19282"/>
                </a:cubicBezTo>
                <a:cubicBezTo>
                  <a:pt x="12966" y="19920"/>
                  <a:pt x="11001" y="19448"/>
                  <a:pt x="9240" y="19997"/>
                </a:cubicBezTo>
                <a:cubicBezTo>
                  <a:pt x="8449" y="20239"/>
                  <a:pt x="7721" y="20686"/>
                  <a:pt x="7147" y="21298"/>
                </a:cubicBezTo>
                <a:cubicBezTo>
                  <a:pt x="6764" y="21707"/>
                  <a:pt x="6445" y="22204"/>
                  <a:pt x="6394" y="22753"/>
                </a:cubicBezTo>
                <a:cubicBezTo>
                  <a:pt x="6330" y="23710"/>
                  <a:pt x="7160" y="24565"/>
                  <a:pt x="8091" y="24756"/>
                </a:cubicBezTo>
                <a:cubicBezTo>
                  <a:pt x="9035" y="24935"/>
                  <a:pt x="10005" y="24565"/>
                  <a:pt x="10771" y="23991"/>
                </a:cubicBezTo>
                <a:cubicBezTo>
                  <a:pt x="11856" y="23174"/>
                  <a:pt x="12621" y="21872"/>
                  <a:pt x="12583" y="20520"/>
                </a:cubicBezTo>
                <a:cubicBezTo>
                  <a:pt x="12557" y="19167"/>
                  <a:pt x="11600" y="17827"/>
                  <a:pt x="10273" y="17559"/>
                </a:cubicBezTo>
                <a:cubicBezTo>
                  <a:pt x="8946" y="17291"/>
                  <a:pt x="7440" y="18312"/>
                  <a:pt x="7389" y="19665"/>
                </a:cubicBezTo>
                <a:cubicBezTo>
                  <a:pt x="7338" y="20928"/>
                  <a:pt x="8512" y="22013"/>
                  <a:pt x="9776" y="22179"/>
                </a:cubicBezTo>
                <a:cubicBezTo>
                  <a:pt x="11026" y="22332"/>
                  <a:pt x="12277" y="21758"/>
                  <a:pt x="13247" y="20954"/>
                </a:cubicBezTo>
                <a:cubicBezTo>
                  <a:pt x="13987" y="20341"/>
                  <a:pt x="14612" y="19588"/>
                  <a:pt x="15480" y="19193"/>
                </a:cubicBezTo>
                <a:cubicBezTo>
                  <a:pt x="16985" y="18491"/>
                  <a:pt x="18989" y="19231"/>
                  <a:pt x="19678" y="20737"/>
                </a:cubicBezTo>
                <a:cubicBezTo>
                  <a:pt x="20367" y="22242"/>
                  <a:pt x="19627" y="24246"/>
                  <a:pt x="18121" y="24935"/>
                </a:cubicBezTo>
                <a:cubicBezTo>
                  <a:pt x="16615" y="25624"/>
                  <a:pt x="14612" y="24884"/>
                  <a:pt x="13936" y="23365"/>
                </a:cubicBezTo>
                <a:cubicBezTo>
                  <a:pt x="13566" y="22561"/>
                  <a:pt x="13553" y="21630"/>
                  <a:pt x="13668" y="20749"/>
                </a:cubicBezTo>
                <a:cubicBezTo>
                  <a:pt x="13834" y="19550"/>
                  <a:pt x="14216" y="18338"/>
                  <a:pt x="15020" y="17432"/>
                </a:cubicBezTo>
                <a:cubicBezTo>
                  <a:pt x="15811" y="16513"/>
                  <a:pt x="17075" y="15951"/>
                  <a:pt x="18261" y="16194"/>
                </a:cubicBezTo>
                <a:cubicBezTo>
                  <a:pt x="19448" y="16449"/>
                  <a:pt x="20431" y="17636"/>
                  <a:pt x="20227" y="18835"/>
                </a:cubicBezTo>
                <a:cubicBezTo>
                  <a:pt x="20112" y="19588"/>
                  <a:pt x="19589" y="20239"/>
                  <a:pt x="19589" y="21005"/>
                </a:cubicBezTo>
                <a:cubicBezTo>
                  <a:pt x="19589" y="21974"/>
                  <a:pt x="20482" y="22753"/>
                  <a:pt x="21413" y="23034"/>
                </a:cubicBezTo>
                <a:cubicBezTo>
                  <a:pt x="23621" y="23684"/>
                  <a:pt x="26199" y="22000"/>
                  <a:pt x="26530" y="19729"/>
                </a:cubicBezTo>
                <a:cubicBezTo>
                  <a:pt x="26862" y="17444"/>
                  <a:pt x="24923" y="15122"/>
                  <a:pt x="22626" y="15007"/>
                </a:cubicBezTo>
                <a:cubicBezTo>
                  <a:pt x="21758" y="14956"/>
                  <a:pt x="20737" y="15339"/>
                  <a:pt x="20584" y="16194"/>
                </a:cubicBezTo>
                <a:cubicBezTo>
                  <a:pt x="20444" y="16921"/>
                  <a:pt x="21056" y="17598"/>
                  <a:pt x="21720" y="17929"/>
                </a:cubicBezTo>
                <a:cubicBezTo>
                  <a:pt x="23340" y="18733"/>
                  <a:pt x="25548" y="18031"/>
                  <a:pt x="26416" y="16436"/>
                </a:cubicBezTo>
                <a:cubicBezTo>
                  <a:pt x="27322" y="14790"/>
                  <a:pt x="26798" y="12723"/>
                  <a:pt x="25918" y="11051"/>
                </a:cubicBezTo>
                <a:cubicBezTo>
                  <a:pt x="25050" y="9380"/>
                  <a:pt x="23851" y="7848"/>
                  <a:pt x="23366" y="6036"/>
                </a:cubicBezTo>
                <a:cubicBezTo>
                  <a:pt x="22894" y="4212"/>
                  <a:pt x="23430" y="1915"/>
                  <a:pt x="25165" y="1187"/>
                </a:cubicBezTo>
                <a:cubicBezTo>
                  <a:pt x="26900" y="460"/>
                  <a:pt x="28904" y="1672"/>
                  <a:pt x="30014" y="3204"/>
                </a:cubicBezTo>
                <a:cubicBezTo>
                  <a:pt x="31060" y="4658"/>
                  <a:pt x="31660" y="6560"/>
                  <a:pt x="31188" y="8282"/>
                </a:cubicBezTo>
                <a:cubicBezTo>
                  <a:pt x="30499" y="10745"/>
                  <a:pt x="27947" y="12149"/>
                  <a:pt x="26479" y="14242"/>
                </a:cubicBezTo>
                <a:cubicBezTo>
                  <a:pt x="26250" y="14573"/>
                  <a:pt x="26045" y="14931"/>
                  <a:pt x="26020" y="15339"/>
                </a:cubicBezTo>
                <a:cubicBezTo>
                  <a:pt x="25982" y="16322"/>
                  <a:pt x="27015" y="16947"/>
                  <a:pt x="27615" y="17725"/>
                </a:cubicBezTo>
                <a:cubicBezTo>
                  <a:pt x="28802" y="19307"/>
                  <a:pt x="28100" y="21758"/>
                  <a:pt x="26530" y="22957"/>
                </a:cubicBezTo>
                <a:cubicBezTo>
                  <a:pt x="24961" y="24169"/>
                  <a:pt x="22843" y="24361"/>
                  <a:pt x="20877" y="24169"/>
                </a:cubicBezTo>
                <a:cubicBezTo>
                  <a:pt x="18491" y="23940"/>
                  <a:pt x="16130" y="23187"/>
                  <a:pt x="14191" y="21783"/>
                </a:cubicBezTo>
                <a:cubicBezTo>
                  <a:pt x="12251" y="20392"/>
                  <a:pt x="10745" y="18312"/>
                  <a:pt x="10273" y="15964"/>
                </a:cubicBezTo>
                <a:cubicBezTo>
                  <a:pt x="9903" y="14139"/>
                  <a:pt x="10056" y="12034"/>
                  <a:pt x="8768" y="10707"/>
                </a:cubicBezTo>
                <a:cubicBezTo>
                  <a:pt x="7619" y="9507"/>
                  <a:pt x="5552" y="9456"/>
                  <a:pt x="4212" y="10413"/>
                </a:cubicBezTo>
                <a:cubicBezTo>
                  <a:pt x="2859" y="11383"/>
                  <a:pt x="2234" y="13170"/>
                  <a:pt x="2464" y="14816"/>
                </a:cubicBezTo>
                <a:cubicBezTo>
                  <a:pt x="2744" y="16883"/>
                  <a:pt x="4786" y="18848"/>
                  <a:pt x="6777" y="18197"/>
                </a:cubicBezTo>
                <a:cubicBezTo>
                  <a:pt x="8372" y="17674"/>
                  <a:pt x="9087" y="15824"/>
                  <a:pt x="9342" y="14152"/>
                </a:cubicBezTo>
                <a:cubicBezTo>
                  <a:pt x="9610" y="12493"/>
                  <a:pt x="9661" y="10681"/>
                  <a:pt x="10682" y="9354"/>
                </a:cubicBezTo>
                <a:cubicBezTo>
                  <a:pt x="11205" y="8691"/>
                  <a:pt x="11996" y="8180"/>
                  <a:pt x="12838" y="8218"/>
                </a:cubicBezTo>
                <a:cubicBezTo>
                  <a:pt x="13872" y="8257"/>
                  <a:pt x="14765" y="9137"/>
                  <a:pt x="14969" y="10145"/>
                </a:cubicBezTo>
                <a:cubicBezTo>
                  <a:pt x="15173" y="11166"/>
                  <a:pt x="14791" y="12238"/>
                  <a:pt x="14101" y="13016"/>
                </a:cubicBezTo>
                <a:cubicBezTo>
                  <a:pt x="13502" y="13667"/>
                  <a:pt x="12685" y="14178"/>
                  <a:pt x="12379" y="15007"/>
                </a:cubicBezTo>
                <a:cubicBezTo>
                  <a:pt x="12085" y="15837"/>
                  <a:pt x="12864" y="17036"/>
                  <a:pt x="13655" y="16628"/>
                </a:cubicBezTo>
              </a:path>
            </a:pathLst>
          </a:custGeom>
          <a:noFill/>
          <a:ln w="19050" cap="flat" cmpd="sng">
            <a:solidFill>
              <a:schemeClr val="dk1"/>
            </a:solidFill>
            <a:prstDash val="solid"/>
            <a:miter lim="1276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9" name="Google Shape;499;p39">
            <a:extLst>
              <a:ext uri="{FF2B5EF4-FFF2-40B4-BE49-F238E27FC236}">
                <a16:creationId xmlns:a16="http://schemas.microsoft.com/office/drawing/2014/main" id="{DBA67404-9985-9B48-8255-C5DCAED20C52}"/>
              </a:ext>
            </a:extLst>
          </p:cNvPr>
          <p:cNvGrpSpPr/>
          <p:nvPr/>
        </p:nvGrpSpPr>
        <p:grpSpPr>
          <a:xfrm rot="-2316253">
            <a:off x="1055698" y="1468819"/>
            <a:ext cx="664301" cy="1213372"/>
            <a:chOff x="849025" y="3368050"/>
            <a:chExt cx="491325" cy="897425"/>
          </a:xfrm>
        </p:grpSpPr>
        <p:sp>
          <p:nvSpPr>
            <p:cNvPr id="500" name="Google Shape;500;p39">
              <a:extLst>
                <a:ext uri="{FF2B5EF4-FFF2-40B4-BE49-F238E27FC236}">
                  <a16:creationId xmlns:a16="http://schemas.microsoft.com/office/drawing/2014/main" id="{76DAE18D-E8EA-32CC-0AE8-83A85E77C23A}"/>
                </a:ext>
              </a:extLst>
            </p:cNvPr>
            <p:cNvSpPr/>
            <p:nvPr/>
          </p:nvSpPr>
          <p:spPr>
            <a:xfrm>
              <a:off x="862600" y="3987625"/>
              <a:ext cx="375725" cy="232000"/>
            </a:xfrm>
            <a:custGeom>
              <a:avLst/>
              <a:gdLst/>
              <a:ahLst/>
              <a:cxnLst/>
              <a:rect l="l" t="t" r="r" b="b"/>
              <a:pathLst>
                <a:path w="15029" h="9280" extrusionOk="0">
                  <a:moveTo>
                    <a:pt x="1258" y="0"/>
                  </a:moveTo>
                  <a:cubicBezTo>
                    <a:pt x="380" y="0"/>
                    <a:pt x="1" y="868"/>
                    <a:pt x="389" y="2194"/>
                  </a:cubicBezTo>
                  <a:cubicBezTo>
                    <a:pt x="1474" y="5881"/>
                    <a:pt x="4468" y="9279"/>
                    <a:pt x="8133" y="9279"/>
                  </a:cubicBezTo>
                  <a:cubicBezTo>
                    <a:pt x="8477" y="9279"/>
                    <a:pt x="8827" y="9249"/>
                    <a:pt x="9181" y="9187"/>
                  </a:cubicBezTo>
                  <a:cubicBezTo>
                    <a:pt x="12946" y="8536"/>
                    <a:pt x="15026" y="5805"/>
                    <a:pt x="15026" y="4376"/>
                  </a:cubicBezTo>
                  <a:cubicBezTo>
                    <a:pt x="15029" y="3594"/>
                    <a:pt x="14596" y="3298"/>
                    <a:pt x="13931" y="3298"/>
                  </a:cubicBezTo>
                  <a:cubicBezTo>
                    <a:pt x="11847" y="3298"/>
                    <a:pt x="7485" y="6209"/>
                    <a:pt x="7135" y="6209"/>
                  </a:cubicBezTo>
                  <a:cubicBezTo>
                    <a:pt x="7124" y="6209"/>
                    <a:pt x="7117" y="6206"/>
                    <a:pt x="7114" y="6201"/>
                  </a:cubicBezTo>
                  <a:cubicBezTo>
                    <a:pt x="4682" y="1694"/>
                    <a:pt x="2484" y="0"/>
                    <a:pt x="125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39">
              <a:extLst>
                <a:ext uri="{FF2B5EF4-FFF2-40B4-BE49-F238E27FC236}">
                  <a16:creationId xmlns:a16="http://schemas.microsoft.com/office/drawing/2014/main" id="{B84A516C-C90B-94CE-4305-E289B7DA5EF4}"/>
                </a:ext>
              </a:extLst>
            </p:cNvPr>
            <p:cNvSpPr/>
            <p:nvPr/>
          </p:nvSpPr>
          <p:spPr>
            <a:xfrm>
              <a:off x="849025" y="3949300"/>
              <a:ext cx="389875" cy="286200"/>
            </a:xfrm>
            <a:custGeom>
              <a:avLst/>
              <a:gdLst/>
              <a:ahLst/>
              <a:cxnLst/>
              <a:rect l="l" t="t" r="r" b="b"/>
              <a:pathLst>
                <a:path w="15595" h="11448" fill="none" extrusionOk="0">
                  <a:moveTo>
                    <a:pt x="7657" y="7734"/>
                  </a:moveTo>
                  <a:cubicBezTo>
                    <a:pt x="3484" y="1"/>
                    <a:pt x="1" y="550"/>
                    <a:pt x="932" y="3727"/>
                  </a:cubicBezTo>
                  <a:cubicBezTo>
                    <a:pt x="2119" y="7759"/>
                    <a:pt x="5590" y="11447"/>
                    <a:pt x="9724" y="10720"/>
                  </a:cubicBezTo>
                  <a:cubicBezTo>
                    <a:pt x="13489" y="10069"/>
                    <a:pt x="15569" y="7338"/>
                    <a:pt x="15569" y="5909"/>
                  </a:cubicBezTo>
                  <a:cubicBezTo>
                    <a:pt x="15594" y="2604"/>
                    <a:pt x="7797" y="7989"/>
                    <a:pt x="7657" y="7734"/>
                  </a:cubicBezTo>
                  <a:close/>
                </a:path>
              </a:pathLst>
            </a:custGeom>
            <a:solidFill>
              <a:schemeClr val="dk1"/>
            </a:solidFill>
            <a:ln w="8625" cap="flat" cmpd="sng">
              <a:solidFill>
                <a:srgbClr val="000000"/>
              </a:solidFill>
              <a:prstDash val="solid"/>
              <a:miter lim="1276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39">
              <a:extLst>
                <a:ext uri="{FF2B5EF4-FFF2-40B4-BE49-F238E27FC236}">
                  <a16:creationId xmlns:a16="http://schemas.microsoft.com/office/drawing/2014/main" id="{5B007B45-610D-E78A-49F6-A6B8165CE771}"/>
                </a:ext>
              </a:extLst>
            </p:cNvPr>
            <p:cNvSpPr/>
            <p:nvPr/>
          </p:nvSpPr>
          <p:spPr>
            <a:xfrm>
              <a:off x="972800" y="3655825"/>
              <a:ext cx="327350" cy="237550"/>
            </a:xfrm>
            <a:custGeom>
              <a:avLst/>
              <a:gdLst/>
              <a:ahLst/>
              <a:cxnLst/>
              <a:rect l="l" t="t" r="r" b="b"/>
              <a:pathLst>
                <a:path w="13094" h="9502" extrusionOk="0">
                  <a:moveTo>
                    <a:pt x="1400" y="1"/>
                  </a:moveTo>
                  <a:cubicBezTo>
                    <a:pt x="1122" y="1"/>
                    <a:pt x="882" y="170"/>
                    <a:pt x="703" y="549"/>
                  </a:cubicBezTo>
                  <a:cubicBezTo>
                    <a:pt x="1" y="2055"/>
                    <a:pt x="1583" y="7299"/>
                    <a:pt x="4148" y="8920"/>
                  </a:cubicBezTo>
                  <a:cubicBezTo>
                    <a:pt x="4779" y="9317"/>
                    <a:pt x="5465" y="9501"/>
                    <a:pt x="6161" y="9501"/>
                  </a:cubicBezTo>
                  <a:cubicBezTo>
                    <a:pt x="6717" y="9501"/>
                    <a:pt x="7279" y="9383"/>
                    <a:pt x="7823" y="9162"/>
                  </a:cubicBezTo>
                  <a:cubicBezTo>
                    <a:pt x="10733" y="7963"/>
                    <a:pt x="13093" y="4568"/>
                    <a:pt x="10950" y="4224"/>
                  </a:cubicBezTo>
                  <a:lnTo>
                    <a:pt x="10937" y="4224"/>
                  </a:lnTo>
                  <a:cubicBezTo>
                    <a:pt x="10748" y="4196"/>
                    <a:pt x="10557" y="4183"/>
                    <a:pt x="10367" y="4183"/>
                  </a:cubicBezTo>
                  <a:cubicBezTo>
                    <a:pt x="9849" y="4183"/>
                    <a:pt x="9332" y="4283"/>
                    <a:pt x="8857" y="4479"/>
                  </a:cubicBezTo>
                  <a:cubicBezTo>
                    <a:pt x="7325" y="5041"/>
                    <a:pt x="6305" y="6010"/>
                    <a:pt x="5488" y="6712"/>
                  </a:cubicBezTo>
                  <a:cubicBezTo>
                    <a:pt x="5376" y="6806"/>
                    <a:pt x="5316" y="6857"/>
                    <a:pt x="5276" y="6857"/>
                  </a:cubicBezTo>
                  <a:cubicBezTo>
                    <a:pt x="5229" y="6857"/>
                    <a:pt x="5210" y="6787"/>
                    <a:pt x="5169" y="6636"/>
                  </a:cubicBezTo>
                  <a:cubicBezTo>
                    <a:pt x="4647" y="3421"/>
                    <a:pt x="2648" y="1"/>
                    <a:pt x="140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39">
              <a:extLst>
                <a:ext uri="{FF2B5EF4-FFF2-40B4-BE49-F238E27FC236}">
                  <a16:creationId xmlns:a16="http://schemas.microsoft.com/office/drawing/2014/main" id="{972A47ED-9EF9-D8AA-2745-022E8A621E46}"/>
                </a:ext>
              </a:extLst>
            </p:cNvPr>
            <p:cNvSpPr/>
            <p:nvPr/>
          </p:nvSpPr>
          <p:spPr>
            <a:xfrm>
              <a:off x="972800" y="3617525"/>
              <a:ext cx="327350" cy="279800"/>
            </a:xfrm>
            <a:custGeom>
              <a:avLst/>
              <a:gdLst/>
              <a:ahLst/>
              <a:cxnLst/>
              <a:rect l="l" t="t" r="r" b="b"/>
              <a:pathLst>
                <a:path w="13094" h="11192" fill="none" extrusionOk="0">
                  <a:moveTo>
                    <a:pt x="10937" y="5756"/>
                  </a:moveTo>
                  <a:cubicBezTo>
                    <a:pt x="10235" y="5654"/>
                    <a:pt x="9508" y="5743"/>
                    <a:pt x="8857" y="6011"/>
                  </a:cubicBezTo>
                  <a:cubicBezTo>
                    <a:pt x="7325" y="6573"/>
                    <a:pt x="6305" y="7542"/>
                    <a:pt x="5488" y="8244"/>
                  </a:cubicBezTo>
                  <a:cubicBezTo>
                    <a:pt x="5245" y="8448"/>
                    <a:pt x="5245" y="8448"/>
                    <a:pt x="5169" y="8168"/>
                  </a:cubicBezTo>
                  <a:cubicBezTo>
                    <a:pt x="4531" y="4237"/>
                    <a:pt x="1685" y="1"/>
                    <a:pt x="703" y="2081"/>
                  </a:cubicBezTo>
                  <a:cubicBezTo>
                    <a:pt x="1" y="3587"/>
                    <a:pt x="1583" y="8831"/>
                    <a:pt x="4148" y="10452"/>
                  </a:cubicBezTo>
                  <a:cubicBezTo>
                    <a:pt x="5284" y="11166"/>
                    <a:pt x="6598" y="11192"/>
                    <a:pt x="7823" y="10694"/>
                  </a:cubicBezTo>
                  <a:cubicBezTo>
                    <a:pt x="10733" y="9495"/>
                    <a:pt x="13093" y="6100"/>
                    <a:pt x="10937" y="5756"/>
                  </a:cubicBezTo>
                  <a:close/>
                </a:path>
              </a:pathLst>
            </a:custGeom>
            <a:solidFill>
              <a:schemeClr val="dk1"/>
            </a:solidFill>
            <a:ln w="8625" cap="flat" cmpd="sng">
              <a:solidFill>
                <a:srgbClr val="000000"/>
              </a:solidFill>
              <a:prstDash val="solid"/>
              <a:miter lim="1276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39">
              <a:extLst>
                <a:ext uri="{FF2B5EF4-FFF2-40B4-BE49-F238E27FC236}">
                  <a16:creationId xmlns:a16="http://schemas.microsoft.com/office/drawing/2014/main" id="{DBE1AE47-3BE5-301B-86B7-57BB412BD40E}"/>
                </a:ext>
              </a:extLst>
            </p:cNvPr>
            <p:cNvSpPr/>
            <p:nvPr/>
          </p:nvSpPr>
          <p:spPr>
            <a:xfrm>
              <a:off x="910125" y="3833975"/>
              <a:ext cx="310150" cy="213700"/>
            </a:xfrm>
            <a:custGeom>
              <a:avLst/>
              <a:gdLst/>
              <a:ahLst/>
              <a:cxnLst/>
              <a:rect l="l" t="t" r="r" b="b"/>
              <a:pathLst>
                <a:path w="12406" h="8548" extrusionOk="0">
                  <a:moveTo>
                    <a:pt x="1232" y="0"/>
                  </a:moveTo>
                  <a:cubicBezTo>
                    <a:pt x="895" y="0"/>
                    <a:pt x="611" y="190"/>
                    <a:pt x="492" y="722"/>
                  </a:cubicBezTo>
                  <a:cubicBezTo>
                    <a:pt x="1" y="2951"/>
                    <a:pt x="3362" y="8547"/>
                    <a:pt x="6921" y="8547"/>
                  </a:cubicBezTo>
                  <a:cubicBezTo>
                    <a:pt x="6968" y="8547"/>
                    <a:pt x="7016" y="8546"/>
                    <a:pt x="7063" y="8544"/>
                  </a:cubicBezTo>
                  <a:cubicBezTo>
                    <a:pt x="9386" y="8455"/>
                    <a:pt x="12168" y="5813"/>
                    <a:pt x="12308" y="4678"/>
                  </a:cubicBezTo>
                  <a:cubicBezTo>
                    <a:pt x="12405" y="3908"/>
                    <a:pt x="11931" y="3679"/>
                    <a:pt x="11337" y="3679"/>
                  </a:cubicBezTo>
                  <a:cubicBezTo>
                    <a:pt x="10760" y="3679"/>
                    <a:pt x="10069" y="3895"/>
                    <a:pt x="9679" y="4040"/>
                  </a:cubicBezTo>
                  <a:cubicBezTo>
                    <a:pt x="8429" y="4512"/>
                    <a:pt x="7268" y="5277"/>
                    <a:pt x="6145" y="5992"/>
                  </a:cubicBezTo>
                  <a:cubicBezTo>
                    <a:pt x="6145" y="5992"/>
                    <a:pt x="4920" y="2738"/>
                    <a:pt x="2699" y="735"/>
                  </a:cubicBezTo>
                  <a:cubicBezTo>
                    <a:pt x="2335" y="408"/>
                    <a:pt x="1727" y="0"/>
                    <a:pt x="12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39">
              <a:extLst>
                <a:ext uri="{FF2B5EF4-FFF2-40B4-BE49-F238E27FC236}">
                  <a16:creationId xmlns:a16="http://schemas.microsoft.com/office/drawing/2014/main" id="{355AAD0D-8137-D920-E461-E646C1ADBBE1}"/>
                </a:ext>
              </a:extLst>
            </p:cNvPr>
            <p:cNvSpPr/>
            <p:nvPr/>
          </p:nvSpPr>
          <p:spPr>
            <a:xfrm>
              <a:off x="909975" y="3819150"/>
              <a:ext cx="312650" cy="232275"/>
            </a:xfrm>
            <a:custGeom>
              <a:avLst/>
              <a:gdLst/>
              <a:ahLst/>
              <a:cxnLst/>
              <a:rect l="l" t="t" r="r" b="b"/>
              <a:pathLst>
                <a:path w="12506" h="9291" fill="none" extrusionOk="0">
                  <a:moveTo>
                    <a:pt x="7069" y="9137"/>
                  </a:moveTo>
                  <a:cubicBezTo>
                    <a:pt x="9392" y="9048"/>
                    <a:pt x="12174" y="6406"/>
                    <a:pt x="12314" y="5271"/>
                  </a:cubicBezTo>
                  <a:cubicBezTo>
                    <a:pt x="12505" y="3752"/>
                    <a:pt x="10477" y="4339"/>
                    <a:pt x="9685" y="4633"/>
                  </a:cubicBezTo>
                  <a:cubicBezTo>
                    <a:pt x="8435" y="5105"/>
                    <a:pt x="7274" y="5870"/>
                    <a:pt x="6151" y="6585"/>
                  </a:cubicBezTo>
                  <a:cubicBezTo>
                    <a:pt x="6151" y="6585"/>
                    <a:pt x="4926" y="3331"/>
                    <a:pt x="2705" y="1328"/>
                  </a:cubicBezTo>
                  <a:cubicBezTo>
                    <a:pt x="2093" y="779"/>
                    <a:pt x="791" y="1"/>
                    <a:pt x="498" y="1315"/>
                  </a:cubicBezTo>
                  <a:cubicBezTo>
                    <a:pt x="0" y="3561"/>
                    <a:pt x="3458" y="9290"/>
                    <a:pt x="7069" y="9137"/>
                  </a:cubicBezTo>
                  <a:close/>
                </a:path>
              </a:pathLst>
            </a:custGeom>
            <a:solidFill>
              <a:schemeClr val="dk1"/>
            </a:solidFill>
            <a:ln w="8625" cap="flat" cmpd="sng">
              <a:solidFill>
                <a:srgbClr val="000000"/>
              </a:solidFill>
              <a:prstDash val="solid"/>
              <a:miter lim="1276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39">
              <a:extLst>
                <a:ext uri="{FF2B5EF4-FFF2-40B4-BE49-F238E27FC236}">
                  <a16:creationId xmlns:a16="http://schemas.microsoft.com/office/drawing/2014/main" id="{3E99C414-C77F-96CD-A796-C8D4904D421A}"/>
                </a:ext>
              </a:extLst>
            </p:cNvPr>
            <p:cNvSpPr/>
            <p:nvPr/>
          </p:nvSpPr>
          <p:spPr>
            <a:xfrm>
              <a:off x="1056375" y="3497300"/>
              <a:ext cx="250475" cy="233900"/>
            </a:xfrm>
            <a:custGeom>
              <a:avLst/>
              <a:gdLst/>
              <a:ahLst/>
              <a:cxnLst/>
              <a:rect l="l" t="t" r="r" b="b"/>
              <a:pathLst>
                <a:path w="10019" h="9356" extrusionOk="0">
                  <a:moveTo>
                    <a:pt x="1356" y="1"/>
                  </a:moveTo>
                  <a:cubicBezTo>
                    <a:pt x="0" y="1"/>
                    <a:pt x="52" y="6220"/>
                    <a:pt x="2375" y="8600"/>
                  </a:cubicBezTo>
                  <a:cubicBezTo>
                    <a:pt x="2890" y="9134"/>
                    <a:pt x="3530" y="9356"/>
                    <a:pt x="4221" y="9356"/>
                  </a:cubicBezTo>
                  <a:cubicBezTo>
                    <a:pt x="5857" y="9356"/>
                    <a:pt x="7784" y="8116"/>
                    <a:pt x="9048" y="6852"/>
                  </a:cubicBezTo>
                  <a:cubicBezTo>
                    <a:pt x="9444" y="6443"/>
                    <a:pt x="10018" y="5614"/>
                    <a:pt x="9840" y="5001"/>
                  </a:cubicBezTo>
                  <a:cubicBezTo>
                    <a:pt x="9722" y="4596"/>
                    <a:pt x="9381" y="4455"/>
                    <a:pt x="8966" y="4455"/>
                  </a:cubicBezTo>
                  <a:cubicBezTo>
                    <a:pt x="8259" y="4455"/>
                    <a:pt x="7337" y="4864"/>
                    <a:pt x="6943" y="5065"/>
                  </a:cubicBezTo>
                  <a:lnTo>
                    <a:pt x="6943" y="5078"/>
                  </a:lnTo>
                  <a:cubicBezTo>
                    <a:pt x="4289" y="6456"/>
                    <a:pt x="3957" y="6481"/>
                    <a:pt x="3957" y="6481"/>
                  </a:cubicBezTo>
                  <a:cubicBezTo>
                    <a:pt x="3957" y="6481"/>
                    <a:pt x="3549" y="1696"/>
                    <a:pt x="1826" y="216"/>
                  </a:cubicBezTo>
                  <a:cubicBezTo>
                    <a:pt x="1655" y="69"/>
                    <a:pt x="1497" y="1"/>
                    <a:pt x="13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39">
              <a:extLst>
                <a:ext uri="{FF2B5EF4-FFF2-40B4-BE49-F238E27FC236}">
                  <a16:creationId xmlns:a16="http://schemas.microsoft.com/office/drawing/2014/main" id="{8A5689DC-8A74-5203-8832-34F90851EDF7}"/>
                </a:ext>
              </a:extLst>
            </p:cNvPr>
            <p:cNvSpPr/>
            <p:nvPr/>
          </p:nvSpPr>
          <p:spPr>
            <a:xfrm>
              <a:off x="1051600" y="3463775"/>
              <a:ext cx="255250" cy="293500"/>
            </a:xfrm>
            <a:custGeom>
              <a:avLst/>
              <a:gdLst/>
              <a:ahLst/>
              <a:cxnLst/>
              <a:rect l="l" t="t" r="r" b="b"/>
              <a:pathLst>
                <a:path w="10210" h="11740" fill="none" extrusionOk="0">
                  <a:moveTo>
                    <a:pt x="7134" y="6419"/>
                  </a:moveTo>
                  <a:cubicBezTo>
                    <a:pt x="4480" y="7797"/>
                    <a:pt x="4148" y="7822"/>
                    <a:pt x="4148" y="7822"/>
                  </a:cubicBezTo>
                  <a:cubicBezTo>
                    <a:pt x="4148" y="7822"/>
                    <a:pt x="3740" y="3037"/>
                    <a:pt x="2017" y="1557"/>
                  </a:cubicBezTo>
                  <a:cubicBezTo>
                    <a:pt x="205" y="0"/>
                    <a:pt x="1" y="7312"/>
                    <a:pt x="2566" y="9941"/>
                  </a:cubicBezTo>
                  <a:cubicBezTo>
                    <a:pt x="4301" y="11740"/>
                    <a:pt x="7440" y="9992"/>
                    <a:pt x="9239" y="8193"/>
                  </a:cubicBezTo>
                  <a:cubicBezTo>
                    <a:pt x="9635" y="7784"/>
                    <a:pt x="10209" y="6955"/>
                    <a:pt x="10031" y="6342"/>
                  </a:cubicBezTo>
                  <a:cubicBezTo>
                    <a:pt x="9712" y="5258"/>
                    <a:pt x="7746" y="6087"/>
                    <a:pt x="7134" y="6419"/>
                  </a:cubicBezTo>
                  <a:close/>
                </a:path>
              </a:pathLst>
            </a:custGeom>
            <a:solidFill>
              <a:schemeClr val="dk1"/>
            </a:solidFill>
            <a:ln w="8625" cap="flat" cmpd="sng">
              <a:solidFill>
                <a:srgbClr val="000000"/>
              </a:solidFill>
              <a:prstDash val="solid"/>
              <a:miter lim="1276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39">
              <a:extLst>
                <a:ext uri="{FF2B5EF4-FFF2-40B4-BE49-F238E27FC236}">
                  <a16:creationId xmlns:a16="http://schemas.microsoft.com/office/drawing/2014/main" id="{2B00EB51-9F3A-7CF4-2B69-3D9C2AAF9924}"/>
                </a:ext>
              </a:extLst>
            </p:cNvPr>
            <p:cNvSpPr/>
            <p:nvPr/>
          </p:nvSpPr>
          <p:spPr>
            <a:xfrm>
              <a:off x="1150175" y="3374450"/>
              <a:ext cx="184100" cy="199075"/>
            </a:xfrm>
            <a:custGeom>
              <a:avLst/>
              <a:gdLst/>
              <a:ahLst/>
              <a:cxnLst/>
              <a:rect l="l" t="t" r="r" b="b"/>
              <a:pathLst>
                <a:path w="7364" h="7963" extrusionOk="0">
                  <a:moveTo>
                    <a:pt x="2183" y="0"/>
                  </a:moveTo>
                  <a:cubicBezTo>
                    <a:pt x="1302" y="0"/>
                    <a:pt x="537" y="1812"/>
                    <a:pt x="307" y="3573"/>
                  </a:cubicBezTo>
                  <a:cubicBezTo>
                    <a:pt x="1" y="5896"/>
                    <a:pt x="652" y="7503"/>
                    <a:pt x="2043" y="7886"/>
                  </a:cubicBezTo>
                  <a:cubicBezTo>
                    <a:pt x="2247" y="7937"/>
                    <a:pt x="2464" y="7963"/>
                    <a:pt x="2681" y="7963"/>
                  </a:cubicBezTo>
                  <a:cubicBezTo>
                    <a:pt x="4607" y="7963"/>
                    <a:pt x="6483" y="5768"/>
                    <a:pt x="7108" y="4186"/>
                  </a:cubicBezTo>
                  <a:cubicBezTo>
                    <a:pt x="7338" y="3586"/>
                    <a:pt x="7364" y="3152"/>
                    <a:pt x="7172" y="2871"/>
                  </a:cubicBezTo>
                  <a:lnTo>
                    <a:pt x="7160" y="2871"/>
                  </a:lnTo>
                  <a:cubicBezTo>
                    <a:pt x="7021" y="2674"/>
                    <a:pt x="6797" y="2562"/>
                    <a:pt x="6557" y="2562"/>
                  </a:cubicBezTo>
                  <a:cubicBezTo>
                    <a:pt x="6532" y="2562"/>
                    <a:pt x="6508" y="2563"/>
                    <a:pt x="6483" y="2565"/>
                  </a:cubicBezTo>
                  <a:cubicBezTo>
                    <a:pt x="5590" y="2565"/>
                    <a:pt x="4148" y="3420"/>
                    <a:pt x="3752" y="3726"/>
                  </a:cubicBezTo>
                  <a:cubicBezTo>
                    <a:pt x="3701" y="3765"/>
                    <a:pt x="3574" y="3854"/>
                    <a:pt x="3472" y="3930"/>
                  </a:cubicBezTo>
                  <a:lnTo>
                    <a:pt x="3472" y="3714"/>
                  </a:lnTo>
                  <a:cubicBezTo>
                    <a:pt x="3484" y="2922"/>
                    <a:pt x="3395" y="2118"/>
                    <a:pt x="3204" y="1353"/>
                  </a:cubicBezTo>
                  <a:cubicBezTo>
                    <a:pt x="2987" y="447"/>
                    <a:pt x="2642" y="0"/>
                    <a:pt x="218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39">
              <a:extLst>
                <a:ext uri="{FF2B5EF4-FFF2-40B4-BE49-F238E27FC236}">
                  <a16:creationId xmlns:a16="http://schemas.microsoft.com/office/drawing/2014/main" id="{7E74FA6D-9DFA-0317-5ECF-7457C97A763E}"/>
                </a:ext>
              </a:extLst>
            </p:cNvPr>
            <p:cNvSpPr/>
            <p:nvPr/>
          </p:nvSpPr>
          <p:spPr>
            <a:xfrm>
              <a:off x="1150175" y="3374450"/>
              <a:ext cx="183775" cy="199075"/>
            </a:xfrm>
            <a:custGeom>
              <a:avLst/>
              <a:gdLst/>
              <a:ahLst/>
              <a:cxnLst/>
              <a:rect l="l" t="t" r="r" b="b"/>
              <a:pathLst>
                <a:path w="7351" h="7963" fill="none" extrusionOk="0">
                  <a:moveTo>
                    <a:pt x="7160" y="2871"/>
                  </a:moveTo>
                  <a:cubicBezTo>
                    <a:pt x="7006" y="2654"/>
                    <a:pt x="6751" y="2540"/>
                    <a:pt x="6483" y="2565"/>
                  </a:cubicBezTo>
                  <a:cubicBezTo>
                    <a:pt x="5590" y="2565"/>
                    <a:pt x="4148" y="3420"/>
                    <a:pt x="3752" y="3726"/>
                  </a:cubicBezTo>
                  <a:cubicBezTo>
                    <a:pt x="3701" y="3765"/>
                    <a:pt x="3574" y="3854"/>
                    <a:pt x="3472" y="3930"/>
                  </a:cubicBezTo>
                  <a:lnTo>
                    <a:pt x="3472" y="3714"/>
                  </a:lnTo>
                  <a:cubicBezTo>
                    <a:pt x="3484" y="2922"/>
                    <a:pt x="3395" y="2118"/>
                    <a:pt x="3204" y="1353"/>
                  </a:cubicBezTo>
                  <a:cubicBezTo>
                    <a:pt x="2987" y="447"/>
                    <a:pt x="2642" y="0"/>
                    <a:pt x="2183" y="0"/>
                  </a:cubicBezTo>
                  <a:cubicBezTo>
                    <a:pt x="1302" y="0"/>
                    <a:pt x="537" y="1812"/>
                    <a:pt x="307" y="3573"/>
                  </a:cubicBezTo>
                  <a:cubicBezTo>
                    <a:pt x="1" y="5896"/>
                    <a:pt x="652" y="7503"/>
                    <a:pt x="2043" y="7886"/>
                  </a:cubicBezTo>
                  <a:cubicBezTo>
                    <a:pt x="2247" y="7937"/>
                    <a:pt x="2464" y="7963"/>
                    <a:pt x="2681" y="7963"/>
                  </a:cubicBezTo>
                  <a:lnTo>
                    <a:pt x="2681" y="7963"/>
                  </a:lnTo>
                  <a:cubicBezTo>
                    <a:pt x="4607" y="7963"/>
                    <a:pt x="6483" y="5768"/>
                    <a:pt x="7108" y="4186"/>
                  </a:cubicBezTo>
                  <a:cubicBezTo>
                    <a:pt x="7338" y="3586"/>
                    <a:pt x="7351" y="3152"/>
                    <a:pt x="7160" y="2871"/>
                  </a:cubicBezTo>
                  <a:close/>
                </a:path>
              </a:pathLst>
            </a:custGeom>
            <a:solidFill>
              <a:schemeClr val="dk1"/>
            </a:solidFill>
            <a:ln w="8625" cap="flat" cmpd="sng">
              <a:solidFill>
                <a:srgbClr val="000000"/>
              </a:solidFill>
              <a:prstDash val="solid"/>
              <a:miter lim="1276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39">
              <a:extLst>
                <a:ext uri="{FF2B5EF4-FFF2-40B4-BE49-F238E27FC236}">
                  <a16:creationId xmlns:a16="http://schemas.microsoft.com/office/drawing/2014/main" id="{9BAD19B4-9F5B-3437-A4D2-10B38791B138}"/>
                </a:ext>
              </a:extLst>
            </p:cNvPr>
            <p:cNvSpPr/>
            <p:nvPr/>
          </p:nvSpPr>
          <p:spPr>
            <a:xfrm>
              <a:off x="1226200" y="3470100"/>
              <a:ext cx="78675" cy="64200"/>
            </a:xfrm>
            <a:custGeom>
              <a:avLst/>
              <a:gdLst/>
              <a:ahLst/>
              <a:cxnLst/>
              <a:rect l="l" t="t" r="r" b="b"/>
              <a:pathLst>
                <a:path w="3147" h="2568" extrusionOk="0">
                  <a:moveTo>
                    <a:pt x="2925" y="1"/>
                  </a:moveTo>
                  <a:cubicBezTo>
                    <a:pt x="2889" y="1"/>
                    <a:pt x="2851" y="13"/>
                    <a:pt x="2817" y="41"/>
                  </a:cubicBezTo>
                  <a:cubicBezTo>
                    <a:pt x="2498" y="283"/>
                    <a:pt x="1707" y="1010"/>
                    <a:pt x="852" y="1712"/>
                  </a:cubicBezTo>
                  <a:cubicBezTo>
                    <a:pt x="651" y="1850"/>
                    <a:pt x="154" y="2210"/>
                    <a:pt x="162" y="2210"/>
                  </a:cubicBezTo>
                  <a:cubicBezTo>
                    <a:pt x="162" y="2210"/>
                    <a:pt x="162" y="2210"/>
                    <a:pt x="163" y="2210"/>
                  </a:cubicBezTo>
                  <a:lnTo>
                    <a:pt x="163" y="2210"/>
                  </a:lnTo>
                  <a:cubicBezTo>
                    <a:pt x="1" y="2322"/>
                    <a:pt x="94" y="2568"/>
                    <a:pt x="277" y="2568"/>
                  </a:cubicBezTo>
                  <a:cubicBezTo>
                    <a:pt x="281" y="2568"/>
                    <a:pt x="286" y="2568"/>
                    <a:pt x="290" y="2567"/>
                  </a:cubicBezTo>
                  <a:cubicBezTo>
                    <a:pt x="1452" y="2440"/>
                    <a:pt x="2677" y="1304"/>
                    <a:pt x="3098" y="245"/>
                  </a:cubicBezTo>
                  <a:cubicBezTo>
                    <a:pt x="3146" y="119"/>
                    <a:pt x="3041" y="1"/>
                    <a:pt x="29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39">
              <a:extLst>
                <a:ext uri="{FF2B5EF4-FFF2-40B4-BE49-F238E27FC236}">
                  <a16:creationId xmlns:a16="http://schemas.microsoft.com/office/drawing/2014/main" id="{790094DB-EC6E-2C48-2236-5ED17D4679A6}"/>
                </a:ext>
              </a:extLst>
            </p:cNvPr>
            <p:cNvSpPr/>
            <p:nvPr/>
          </p:nvSpPr>
          <p:spPr>
            <a:xfrm>
              <a:off x="1178900" y="3412400"/>
              <a:ext cx="31600" cy="100375"/>
            </a:xfrm>
            <a:custGeom>
              <a:avLst/>
              <a:gdLst/>
              <a:ahLst/>
              <a:cxnLst/>
              <a:rect l="l" t="t" r="r" b="b"/>
              <a:pathLst>
                <a:path w="1264" h="4015" extrusionOk="0">
                  <a:moveTo>
                    <a:pt x="945" y="1"/>
                  </a:moveTo>
                  <a:cubicBezTo>
                    <a:pt x="881" y="1"/>
                    <a:pt x="817" y="26"/>
                    <a:pt x="779" y="90"/>
                  </a:cubicBezTo>
                  <a:cubicBezTo>
                    <a:pt x="587" y="358"/>
                    <a:pt x="447" y="664"/>
                    <a:pt x="345" y="983"/>
                  </a:cubicBezTo>
                  <a:cubicBezTo>
                    <a:pt x="77" y="1800"/>
                    <a:pt x="0" y="2974"/>
                    <a:pt x="383" y="3880"/>
                  </a:cubicBezTo>
                  <a:cubicBezTo>
                    <a:pt x="417" y="3971"/>
                    <a:pt x="495" y="4014"/>
                    <a:pt x="573" y="4014"/>
                  </a:cubicBezTo>
                  <a:cubicBezTo>
                    <a:pt x="669" y="4014"/>
                    <a:pt x="765" y="3949"/>
                    <a:pt x="779" y="3829"/>
                  </a:cubicBezTo>
                  <a:cubicBezTo>
                    <a:pt x="830" y="3510"/>
                    <a:pt x="842" y="3216"/>
                    <a:pt x="868" y="2910"/>
                  </a:cubicBezTo>
                  <a:cubicBezTo>
                    <a:pt x="1098" y="218"/>
                    <a:pt x="1264" y="13"/>
                    <a:pt x="94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39">
              <a:extLst>
                <a:ext uri="{FF2B5EF4-FFF2-40B4-BE49-F238E27FC236}">
                  <a16:creationId xmlns:a16="http://schemas.microsoft.com/office/drawing/2014/main" id="{03598926-9762-3D19-12D3-2938F63C8B25}"/>
                </a:ext>
              </a:extLst>
            </p:cNvPr>
            <p:cNvSpPr/>
            <p:nvPr/>
          </p:nvSpPr>
          <p:spPr>
            <a:xfrm>
              <a:off x="1085100" y="3542200"/>
              <a:ext cx="45325" cy="126275"/>
            </a:xfrm>
            <a:custGeom>
              <a:avLst/>
              <a:gdLst/>
              <a:ahLst/>
              <a:cxnLst/>
              <a:rect l="l" t="t" r="r" b="b"/>
              <a:pathLst>
                <a:path w="1813" h="5051" extrusionOk="0">
                  <a:moveTo>
                    <a:pt x="245" y="1"/>
                  </a:moveTo>
                  <a:cubicBezTo>
                    <a:pt x="156" y="1"/>
                    <a:pt x="66" y="62"/>
                    <a:pt x="52" y="181"/>
                  </a:cubicBezTo>
                  <a:cubicBezTo>
                    <a:pt x="1" y="602"/>
                    <a:pt x="179" y="2848"/>
                    <a:pt x="690" y="3920"/>
                  </a:cubicBezTo>
                  <a:cubicBezTo>
                    <a:pt x="854" y="4270"/>
                    <a:pt x="1299" y="5050"/>
                    <a:pt x="1607" y="5050"/>
                  </a:cubicBezTo>
                  <a:cubicBezTo>
                    <a:pt x="1659" y="5050"/>
                    <a:pt x="1707" y="5028"/>
                    <a:pt x="1749" y="4979"/>
                  </a:cubicBezTo>
                  <a:cubicBezTo>
                    <a:pt x="1813" y="4915"/>
                    <a:pt x="1813" y="4826"/>
                    <a:pt x="1774" y="4749"/>
                  </a:cubicBezTo>
                  <a:cubicBezTo>
                    <a:pt x="1213" y="3601"/>
                    <a:pt x="868" y="1495"/>
                    <a:pt x="422" y="130"/>
                  </a:cubicBezTo>
                  <a:cubicBezTo>
                    <a:pt x="393" y="43"/>
                    <a:pt x="319" y="1"/>
                    <a:pt x="24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39">
              <a:extLst>
                <a:ext uri="{FF2B5EF4-FFF2-40B4-BE49-F238E27FC236}">
                  <a16:creationId xmlns:a16="http://schemas.microsoft.com/office/drawing/2014/main" id="{558A9B0D-C9C7-99DE-5A63-849C8BE51183}"/>
                </a:ext>
              </a:extLst>
            </p:cNvPr>
            <p:cNvSpPr/>
            <p:nvPr/>
          </p:nvSpPr>
          <p:spPr>
            <a:xfrm>
              <a:off x="1012350" y="3706600"/>
              <a:ext cx="64175" cy="118825"/>
            </a:xfrm>
            <a:custGeom>
              <a:avLst/>
              <a:gdLst/>
              <a:ahLst/>
              <a:cxnLst/>
              <a:rect l="l" t="t" r="r" b="b"/>
              <a:pathLst>
                <a:path w="2567" h="4753" extrusionOk="0">
                  <a:moveTo>
                    <a:pt x="407" y="0"/>
                  </a:moveTo>
                  <a:cubicBezTo>
                    <a:pt x="387" y="0"/>
                    <a:pt x="367" y="4"/>
                    <a:pt x="346" y="11"/>
                  </a:cubicBezTo>
                  <a:cubicBezTo>
                    <a:pt x="269" y="36"/>
                    <a:pt x="218" y="100"/>
                    <a:pt x="218" y="177"/>
                  </a:cubicBezTo>
                  <a:lnTo>
                    <a:pt x="205" y="177"/>
                  </a:lnTo>
                  <a:cubicBezTo>
                    <a:pt x="1" y="2677"/>
                    <a:pt x="1740" y="4752"/>
                    <a:pt x="2357" y="4752"/>
                  </a:cubicBezTo>
                  <a:cubicBezTo>
                    <a:pt x="2433" y="4752"/>
                    <a:pt x="2492" y="4721"/>
                    <a:pt x="2528" y="4656"/>
                  </a:cubicBezTo>
                  <a:cubicBezTo>
                    <a:pt x="2566" y="4579"/>
                    <a:pt x="2553" y="4490"/>
                    <a:pt x="2502" y="4426"/>
                  </a:cubicBezTo>
                  <a:cubicBezTo>
                    <a:pt x="869" y="2290"/>
                    <a:pt x="902" y="0"/>
                    <a:pt x="4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39">
              <a:extLst>
                <a:ext uri="{FF2B5EF4-FFF2-40B4-BE49-F238E27FC236}">
                  <a16:creationId xmlns:a16="http://schemas.microsoft.com/office/drawing/2014/main" id="{A6F1B188-DB3E-946C-395D-1163E136796C}"/>
                </a:ext>
              </a:extLst>
            </p:cNvPr>
            <p:cNvSpPr/>
            <p:nvPr/>
          </p:nvSpPr>
          <p:spPr>
            <a:xfrm>
              <a:off x="948575" y="3860600"/>
              <a:ext cx="86150" cy="129125"/>
            </a:xfrm>
            <a:custGeom>
              <a:avLst/>
              <a:gdLst/>
              <a:ahLst/>
              <a:cxnLst/>
              <a:rect l="l" t="t" r="r" b="b"/>
              <a:pathLst>
                <a:path w="3446" h="5165" extrusionOk="0">
                  <a:moveTo>
                    <a:pt x="242" y="1"/>
                  </a:moveTo>
                  <a:cubicBezTo>
                    <a:pt x="210" y="1"/>
                    <a:pt x="179" y="9"/>
                    <a:pt x="153" y="27"/>
                  </a:cubicBezTo>
                  <a:cubicBezTo>
                    <a:pt x="0" y="116"/>
                    <a:pt x="64" y="320"/>
                    <a:pt x="128" y="614"/>
                  </a:cubicBezTo>
                  <a:lnTo>
                    <a:pt x="140" y="614"/>
                  </a:lnTo>
                  <a:cubicBezTo>
                    <a:pt x="741" y="2959"/>
                    <a:pt x="2599" y="5164"/>
                    <a:pt x="3231" y="5164"/>
                  </a:cubicBezTo>
                  <a:cubicBezTo>
                    <a:pt x="3311" y="5164"/>
                    <a:pt x="3371" y="5129"/>
                    <a:pt x="3407" y="5055"/>
                  </a:cubicBezTo>
                  <a:cubicBezTo>
                    <a:pt x="3445" y="4978"/>
                    <a:pt x="3433" y="4876"/>
                    <a:pt x="3356" y="4812"/>
                  </a:cubicBezTo>
                  <a:cubicBezTo>
                    <a:pt x="2731" y="4161"/>
                    <a:pt x="2118" y="3000"/>
                    <a:pt x="408" y="91"/>
                  </a:cubicBezTo>
                  <a:cubicBezTo>
                    <a:pt x="366" y="32"/>
                    <a:pt x="303" y="1"/>
                    <a:pt x="24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39">
              <a:extLst>
                <a:ext uri="{FF2B5EF4-FFF2-40B4-BE49-F238E27FC236}">
                  <a16:creationId xmlns:a16="http://schemas.microsoft.com/office/drawing/2014/main" id="{393A3465-DA48-734A-2597-2942DB277EA8}"/>
                </a:ext>
              </a:extLst>
            </p:cNvPr>
            <p:cNvSpPr/>
            <p:nvPr/>
          </p:nvSpPr>
          <p:spPr>
            <a:xfrm>
              <a:off x="912600" y="4041175"/>
              <a:ext cx="97225" cy="126275"/>
            </a:xfrm>
            <a:custGeom>
              <a:avLst/>
              <a:gdLst/>
              <a:ahLst/>
              <a:cxnLst/>
              <a:rect l="l" t="t" r="r" b="b"/>
              <a:pathLst>
                <a:path w="3889" h="5051" extrusionOk="0">
                  <a:moveTo>
                    <a:pt x="218" y="1"/>
                  </a:moveTo>
                  <a:cubicBezTo>
                    <a:pt x="106" y="1"/>
                    <a:pt x="1" y="101"/>
                    <a:pt x="35" y="231"/>
                  </a:cubicBezTo>
                  <a:cubicBezTo>
                    <a:pt x="35" y="231"/>
                    <a:pt x="90" y="439"/>
                    <a:pt x="88" y="439"/>
                  </a:cubicBezTo>
                  <a:cubicBezTo>
                    <a:pt x="88" y="439"/>
                    <a:pt x="87" y="438"/>
                    <a:pt x="86" y="435"/>
                  </a:cubicBezTo>
                  <a:lnTo>
                    <a:pt x="86" y="448"/>
                  </a:lnTo>
                  <a:cubicBezTo>
                    <a:pt x="405" y="1341"/>
                    <a:pt x="610" y="1953"/>
                    <a:pt x="1286" y="2974"/>
                  </a:cubicBezTo>
                  <a:cubicBezTo>
                    <a:pt x="1860" y="3816"/>
                    <a:pt x="2575" y="4595"/>
                    <a:pt x="3506" y="5029"/>
                  </a:cubicBezTo>
                  <a:cubicBezTo>
                    <a:pt x="3538" y="5044"/>
                    <a:pt x="3570" y="5050"/>
                    <a:pt x="3599" y="5050"/>
                  </a:cubicBezTo>
                  <a:cubicBezTo>
                    <a:pt x="3772" y="5050"/>
                    <a:pt x="3888" y="4826"/>
                    <a:pt x="3736" y="4684"/>
                  </a:cubicBezTo>
                  <a:cubicBezTo>
                    <a:pt x="3404" y="4352"/>
                    <a:pt x="3085" y="4008"/>
                    <a:pt x="2792" y="3651"/>
                  </a:cubicBezTo>
                  <a:cubicBezTo>
                    <a:pt x="1941" y="2597"/>
                    <a:pt x="485" y="243"/>
                    <a:pt x="494" y="243"/>
                  </a:cubicBezTo>
                  <a:lnTo>
                    <a:pt x="494" y="243"/>
                  </a:lnTo>
                  <a:cubicBezTo>
                    <a:pt x="495" y="243"/>
                    <a:pt x="495" y="243"/>
                    <a:pt x="495" y="243"/>
                  </a:cubicBezTo>
                  <a:lnTo>
                    <a:pt x="367" y="78"/>
                  </a:lnTo>
                  <a:cubicBezTo>
                    <a:pt x="326" y="24"/>
                    <a:pt x="271" y="1"/>
                    <a:pt x="2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39">
              <a:extLst>
                <a:ext uri="{FF2B5EF4-FFF2-40B4-BE49-F238E27FC236}">
                  <a16:creationId xmlns:a16="http://schemas.microsoft.com/office/drawing/2014/main" id="{21ABC52A-663E-61E1-F0C4-9BB1CFBC67A5}"/>
                </a:ext>
              </a:extLst>
            </p:cNvPr>
            <p:cNvSpPr/>
            <p:nvPr/>
          </p:nvSpPr>
          <p:spPr>
            <a:xfrm>
              <a:off x="1067975" y="4109925"/>
              <a:ext cx="134250" cy="81875"/>
            </a:xfrm>
            <a:custGeom>
              <a:avLst/>
              <a:gdLst/>
              <a:ahLst/>
              <a:cxnLst/>
              <a:rect l="l" t="t" r="r" b="b"/>
              <a:pathLst>
                <a:path w="5370" h="3275" extrusionOk="0">
                  <a:moveTo>
                    <a:pt x="5116" y="1"/>
                  </a:moveTo>
                  <a:cubicBezTo>
                    <a:pt x="5082" y="1"/>
                    <a:pt x="5046" y="11"/>
                    <a:pt x="5011" y="33"/>
                  </a:cubicBezTo>
                  <a:cubicBezTo>
                    <a:pt x="5011" y="33"/>
                    <a:pt x="2880" y="1462"/>
                    <a:pt x="2051" y="1947"/>
                  </a:cubicBezTo>
                  <a:lnTo>
                    <a:pt x="2064" y="1934"/>
                  </a:lnTo>
                  <a:lnTo>
                    <a:pt x="2064" y="1934"/>
                  </a:lnTo>
                  <a:cubicBezTo>
                    <a:pt x="757" y="2698"/>
                    <a:pt x="225" y="2879"/>
                    <a:pt x="213" y="2879"/>
                  </a:cubicBezTo>
                  <a:cubicBezTo>
                    <a:pt x="212" y="2879"/>
                    <a:pt x="213" y="2879"/>
                    <a:pt x="213" y="2878"/>
                  </a:cubicBezTo>
                  <a:lnTo>
                    <a:pt x="213" y="2878"/>
                  </a:lnTo>
                  <a:cubicBezTo>
                    <a:pt x="1" y="2966"/>
                    <a:pt x="70" y="3274"/>
                    <a:pt x="290" y="3274"/>
                  </a:cubicBezTo>
                  <a:cubicBezTo>
                    <a:pt x="294" y="3274"/>
                    <a:pt x="298" y="3274"/>
                    <a:pt x="303" y="3274"/>
                  </a:cubicBezTo>
                  <a:cubicBezTo>
                    <a:pt x="2038" y="3223"/>
                    <a:pt x="4233" y="1653"/>
                    <a:pt x="5267" y="314"/>
                  </a:cubicBezTo>
                  <a:cubicBezTo>
                    <a:pt x="5370" y="170"/>
                    <a:pt x="5257" y="1"/>
                    <a:pt x="51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39">
              <a:extLst>
                <a:ext uri="{FF2B5EF4-FFF2-40B4-BE49-F238E27FC236}">
                  <a16:creationId xmlns:a16="http://schemas.microsoft.com/office/drawing/2014/main" id="{6811B6A7-29D6-59F1-C613-CCA634F8D3EC}"/>
                </a:ext>
              </a:extLst>
            </p:cNvPr>
            <p:cNvSpPr/>
            <p:nvPr/>
          </p:nvSpPr>
          <p:spPr>
            <a:xfrm>
              <a:off x="1083825" y="3943700"/>
              <a:ext cx="119725" cy="75300"/>
            </a:xfrm>
            <a:custGeom>
              <a:avLst/>
              <a:gdLst/>
              <a:ahLst/>
              <a:cxnLst/>
              <a:rect l="l" t="t" r="r" b="b"/>
              <a:pathLst>
                <a:path w="4789" h="3012" extrusionOk="0">
                  <a:moveTo>
                    <a:pt x="4537" y="0"/>
                  </a:moveTo>
                  <a:cubicBezTo>
                    <a:pt x="4502" y="0"/>
                    <a:pt x="4465" y="10"/>
                    <a:pt x="4429" y="34"/>
                  </a:cubicBezTo>
                  <a:cubicBezTo>
                    <a:pt x="3433" y="774"/>
                    <a:pt x="2400" y="1463"/>
                    <a:pt x="1328" y="2101"/>
                  </a:cubicBezTo>
                  <a:lnTo>
                    <a:pt x="1328" y="2113"/>
                  </a:lnTo>
                  <a:cubicBezTo>
                    <a:pt x="970" y="2305"/>
                    <a:pt x="600" y="2471"/>
                    <a:pt x="205" y="2611"/>
                  </a:cubicBezTo>
                  <a:cubicBezTo>
                    <a:pt x="1" y="2688"/>
                    <a:pt x="39" y="2994"/>
                    <a:pt x="269" y="3007"/>
                  </a:cubicBezTo>
                  <a:cubicBezTo>
                    <a:pt x="321" y="3010"/>
                    <a:pt x="373" y="3012"/>
                    <a:pt x="426" y="3012"/>
                  </a:cubicBezTo>
                  <a:cubicBezTo>
                    <a:pt x="1992" y="3012"/>
                    <a:pt x="3882" y="1573"/>
                    <a:pt x="4697" y="301"/>
                  </a:cubicBezTo>
                  <a:cubicBezTo>
                    <a:pt x="4788" y="159"/>
                    <a:pt x="4677" y="0"/>
                    <a:pt x="45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39">
              <a:extLst>
                <a:ext uri="{FF2B5EF4-FFF2-40B4-BE49-F238E27FC236}">
                  <a16:creationId xmlns:a16="http://schemas.microsoft.com/office/drawing/2014/main" id="{0E6E7B8D-3CDE-DA00-AEDB-46EE01029452}"/>
                </a:ext>
              </a:extLst>
            </p:cNvPr>
            <p:cNvSpPr/>
            <p:nvPr/>
          </p:nvSpPr>
          <p:spPr>
            <a:xfrm>
              <a:off x="1125925" y="3784450"/>
              <a:ext cx="120100" cy="73400"/>
            </a:xfrm>
            <a:custGeom>
              <a:avLst/>
              <a:gdLst/>
              <a:ahLst/>
              <a:cxnLst/>
              <a:rect l="l" t="t" r="r" b="b"/>
              <a:pathLst>
                <a:path w="4804" h="2936" extrusionOk="0">
                  <a:moveTo>
                    <a:pt x="4554" y="0"/>
                  </a:moveTo>
                  <a:cubicBezTo>
                    <a:pt x="4512" y="0"/>
                    <a:pt x="4469" y="15"/>
                    <a:pt x="4429" y="49"/>
                  </a:cubicBezTo>
                  <a:cubicBezTo>
                    <a:pt x="2936" y="1350"/>
                    <a:pt x="2438" y="1554"/>
                    <a:pt x="2196" y="1720"/>
                  </a:cubicBezTo>
                  <a:cubicBezTo>
                    <a:pt x="1571" y="2065"/>
                    <a:pt x="907" y="2333"/>
                    <a:pt x="218" y="2512"/>
                  </a:cubicBezTo>
                  <a:cubicBezTo>
                    <a:pt x="1" y="2588"/>
                    <a:pt x="39" y="2894"/>
                    <a:pt x="256" y="2920"/>
                  </a:cubicBezTo>
                  <a:cubicBezTo>
                    <a:pt x="369" y="2930"/>
                    <a:pt x="482" y="2936"/>
                    <a:pt x="595" y="2936"/>
                  </a:cubicBezTo>
                  <a:cubicBezTo>
                    <a:pt x="2375" y="2936"/>
                    <a:pt x="4063" y="1647"/>
                    <a:pt x="4735" y="291"/>
                  </a:cubicBezTo>
                  <a:cubicBezTo>
                    <a:pt x="4803" y="146"/>
                    <a:pt x="4687" y="0"/>
                    <a:pt x="45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39">
              <a:extLst>
                <a:ext uri="{FF2B5EF4-FFF2-40B4-BE49-F238E27FC236}">
                  <a16:creationId xmlns:a16="http://schemas.microsoft.com/office/drawing/2014/main" id="{DD708B36-14E5-0E6D-A55A-72F114186ECC}"/>
                </a:ext>
              </a:extLst>
            </p:cNvPr>
            <p:cNvSpPr/>
            <p:nvPr/>
          </p:nvSpPr>
          <p:spPr>
            <a:xfrm>
              <a:off x="1160400" y="3628150"/>
              <a:ext cx="118100" cy="68375"/>
            </a:xfrm>
            <a:custGeom>
              <a:avLst/>
              <a:gdLst/>
              <a:ahLst/>
              <a:cxnLst/>
              <a:rect l="l" t="t" r="r" b="b"/>
              <a:pathLst>
                <a:path w="4724" h="2735" extrusionOk="0">
                  <a:moveTo>
                    <a:pt x="4486" y="1"/>
                  </a:moveTo>
                  <a:cubicBezTo>
                    <a:pt x="4467" y="1"/>
                    <a:pt x="4448" y="4"/>
                    <a:pt x="4428" y="10"/>
                  </a:cubicBezTo>
                  <a:cubicBezTo>
                    <a:pt x="4428" y="10"/>
                    <a:pt x="4300" y="61"/>
                    <a:pt x="4288" y="73"/>
                  </a:cubicBezTo>
                  <a:cubicBezTo>
                    <a:pt x="4264" y="85"/>
                    <a:pt x="4093" y="177"/>
                    <a:pt x="4094" y="177"/>
                  </a:cubicBezTo>
                  <a:cubicBezTo>
                    <a:pt x="4094" y="177"/>
                    <a:pt x="4095" y="176"/>
                    <a:pt x="4096" y="176"/>
                  </a:cubicBezTo>
                  <a:lnTo>
                    <a:pt x="4096" y="176"/>
                  </a:lnTo>
                  <a:lnTo>
                    <a:pt x="3318" y="648"/>
                  </a:lnTo>
                  <a:cubicBezTo>
                    <a:pt x="2476" y="1145"/>
                    <a:pt x="1136" y="2000"/>
                    <a:pt x="230" y="2319"/>
                  </a:cubicBezTo>
                  <a:lnTo>
                    <a:pt x="217" y="2319"/>
                  </a:lnTo>
                  <a:cubicBezTo>
                    <a:pt x="0" y="2396"/>
                    <a:pt x="38" y="2702"/>
                    <a:pt x="268" y="2728"/>
                  </a:cubicBezTo>
                  <a:cubicBezTo>
                    <a:pt x="322" y="2732"/>
                    <a:pt x="377" y="2734"/>
                    <a:pt x="432" y="2734"/>
                  </a:cubicBezTo>
                  <a:cubicBezTo>
                    <a:pt x="1188" y="2734"/>
                    <a:pt x="2063" y="2342"/>
                    <a:pt x="2705" y="1949"/>
                  </a:cubicBezTo>
                  <a:cubicBezTo>
                    <a:pt x="3331" y="1566"/>
                    <a:pt x="4249" y="865"/>
                    <a:pt x="4645" y="278"/>
                  </a:cubicBezTo>
                  <a:cubicBezTo>
                    <a:pt x="4724" y="154"/>
                    <a:pt x="4624" y="1"/>
                    <a:pt x="448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39">
              <a:extLst>
                <a:ext uri="{FF2B5EF4-FFF2-40B4-BE49-F238E27FC236}">
                  <a16:creationId xmlns:a16="http://schemas.microsoft.com/office/drawing/2014/main" id="{2911D621-D37C-9687-561C-9E308DC32B92}"/>
                </a:ext>
              </a:extLst>
            </p:cNvPr>
            <p:cNvSpPr/>
            <p:nvPr/>
          </p:nvSpPr>
          <p:spPr>
            <a:xfrm>
              <a:off x="857000" y="3368050"/>
              <a:ext cx="483350" cy="897425"/>
            </a:xfrm>
            <a:custGeom>
              <a:avLst/>
              <a:gdLst/>
              <a:ahLst/>
              <a:cxnLst/>
              <a:rect l="l" t="t" r="r" b="b"/>
              <a:pathLst>
                <a:path w="19334" h="35897" extrusionOk="0">
                  <a:moveTo>
                    <a:pt x="13910" y="486"/>
                  </a:moveTo>
                  <a:lnTo>
                    <a:pt x="13910" y="499"/>
                  </a:lnTo>
                  <a:cubicBezTo>
                    <a:pt x="14203" y="499"/>
                    <a:pt x="14484" y="843"/>
                    <a:pt x="14688" y="1673"/>
                  </a:cubicBezTo>
                  <a:cubicBezTo>
                    <a:pt x="15148" y="3561"/>
                    <a:pt x="14790" y="4505"/>
                    <a:pt x="15058" y="4505"/>
                  </a:cubicBezTo>
                  <a:cubicBezTo>
                    <a:pt x="15160" y="4505"/>
                    <a:pt x="15326" y="4403"/>
                    <a:pt x="15633" y="4174"/>
                  </a:cubicBezTo>
                  <a:cubicBezTo>
                    <a:pt x="16066" y="3855"/>
                    <a:pt x="17432" y="3051"/>
                    <a:pt x="18210" y="3051"/>
                  </a:cubicBezTo>
                  <a:cubicBezTo>
                    <a:pt x="18708" y="3051"/>
                    <a:pt x="18963" y="3370"/>
                    <a:pt x="18593" y="4340"/>
                  </a:cubicBezTo>
                  <a:cubicBezTo>
                    <a:pt x="18032" y="5794"/>
                    <a:pt x="16207" y="7964"/>
                    <a:pt x="14395" y="7964"/>
                  </a:cubicBezTo>
                  <a:cubicBezTo>
                    <a:pt x="14203" y="7964"/>
                    <a:pt x="14012" y="7938"/>
                    <a:pt x="13833" y="7887"/>
                  </a:cubicBezTo>
                  <a:cubicBezTo>
                    <a:pt x="13795" y="7874"/>
                    <a:pt x="13757" y="7862"/>
                    <a:pt x="13718" y="7849"/>
                  </a:cubicBezTo>
                  <a:cubicBezTo>
                    <a:pt x="13986" y="7211"/>
                    <a:pt x="14267" y="6573"/>
                    <a:pt x="14573" y="5884"/>
                  </a:cubicBezTo>
                  <a:cubicBezTo>
                    <a:pt x="14666" y="5691"/>
                    <a:pt x="14499" y="5531"/>
                    <a:pt x="14338" y="5531"/>
                  </a:cubicBezTo>
                  <a:cubicBezTo>
                    <a:pt x="14253" y="5531"/>
                    <a:pt x="14171" y="5574"/>
                    <a:pt x="14127" y="5679"/>
                  </a:cubicBezTo>
                  <a:cubicBezTo>
                    <a:pt x="13821" y="6356"/>
                    <a:pt x="13540" y="7007"/>
                    <a:pt x="13272" y="7632"/>
                  </a:cubicBezTo>
                  <a:cubicBezTo>
                    <a:pt x="11141" y="6177"/>
                    <a:pt x="12685" y="486"/>
                    <a:pt x="13910" y="486"/>
                  </a:cubicBezTo>
                  <a:close/>
                  <a:moveTo>
                    <a:pt x="9316" y="5411"/>
                  </a:moveTo>
                  <a:cubicBezTo>
                    <a:pt x="9444" y="5424"/>
                    <a:pt x="9546" y="5488"/>
                    <a:pt x="9635" y="5577"/>
                  </a:cubicBezTo>
                  <a:cubicBezTo>
                    <a:pt x="11166" y="6892"/>
                    <a:pt x="11626" y="11116"/>
                    <a:pt x="11677" y="11613"/>
                  </a:cubicBezTo>
                  <a:cubicBezTo>
                    <a:pt x="11370" y="12430"/>
                    <a:pt x="11115" y="13183"/>
                    <a:pt x="10873" y="13897"/>
                  </a:cubicBezTo>
                  <a:cubicBezTo>
                    <a:pt x="10745" y="13808"/>
                    <a:pt x="10630" y="13706"/>
                    <a:pt x="10516" y="13604"/>
                  </a:cubicBezTo>
                  <a:lnTo>
                    <a:pt x="10516" y="13591"/>
                  </a:lnTo>
                  <a:cubicBezTo>
                    <a:pt x="8538" y="11562"/>
                    <a:pt x="8282" y="6420"/>
                    <a:pt x="9137" y="5514"/>
                  </a:cubicBezTo>
                  <a:cubicBezTo>
                    <a:pt x="9188" y="5450"/>
                    <a:pt x="9252" y="5411"/>
                    <a:pt x="9316" y="5411"/>
                  </a:cubicBezTo>
                  <a:close/>
                  <a:moveTo>
                    <a:pt x="16946" y="9881"/>
                  </a:moveTo>
                  <a:cubicBezTo>
                    <a:pt x="17086" y="9881"/>
                    <a:pt x="17213" y="9899"/>
                    <a:pt x="17317" y="9942"/>
                  </a:cubicBezTo>
                  <a:cubicBezTo>
                    <a:pt x="17445" y="9993"/>
                    <a:pt x="17534" y="10107"/>
                    <a:pt x="17572" y="10248"/>
                  </a:cubicBezTo>
                  <a:cubicBezTo>
                    <a:pt x="17713" y="10733"/>
                    <a:pt x="17202" y="11486"/>
                    <a:pt x="16845" y="11843"/>
                  </a:cubicBezTo>
                  <a:cubicBezTo>
                    <a:pt x="15722" y="12953"/>
                    <a:pt x="13821" y="14267"/>
                    <a:pt x="12187" y="14267"/>
                  </a:cubicBezTo>
                  <a:lnTo>
                    <a:pt x="12162" y="14267"/>
                  </a:lnTo>
                  <a:cubicBezTo>
                    <a:pt x="11881" y="14267"/>
                    <a:pt x="11600" y="14216"/>
                    <a:pt x="11332" y="14127"/>
                  </a:cubicBezTo>
                  <a:cubicBezTo>
                    <a:pt x="11562" y="13412"/>
                    <a:pt x="11830" y="12660"/>
                    <a:pt x="12123" y="11843"/>
                  </a:cubicBezTo>
                  <a:cubicBezTo>
                    <a:pt x="12557" y="11703"/>
                    <a:pt x="13604" y="11205"/>
                    <a:pt x="15033" y="10465"/>
                  </a:cubicBezTo>
                  <a:cubicBezTo>
                    <a:pt x="15547" y="10198"/>
                    <a:pt x="16367" y="9881"/>
                    <a:pt x="16946" y="9881"/>
                  </a:cubicBezTo>
                  <a:close/>
                  <a:moveTo>
                    <a:pt x="6060" y="11757"/>
                  </a:moveTo>
                  <a:cubicBezTo>
                    <a:pt x="6072" y="11757"/>
                    <a:pt x="6081" y="11760"/>
                    <a:pt x="6088" y="11766"/>
                  </a:cubicBezTo>
                  <a:cubicBezTo>
                    <a:pt x="7172" y="11907"/>
                    <a:pt x="9035" y="15059"/>
                    <a:pt x="9558" y="18210"/>
                  </a:cubicBezTo>
                  <a:cubicBezTo>
                    <a:pt x="9558" y="18249"/>
                    <a:pt x="9571" y="18300"/>
                    <a:pt x="9597" y="18338"/>
                  </a:cubicBezTo>
                  <a:lnTo>
                    <a:pt x="9571" y="18389"/>
                  </a:lnTo>
                  <a:cubicBezTo>
                    <a:pt x="9482" y="18746"/>
                    <a:pt x="9380" y="19129"/>
                    <a:pt x="9265" y="19550"/>
                  </a:cubicBezTo>
                  <a:lnTo>
                    <a:pt x="9061" y="20303"/>
                  </a:lnTo>
                  <a:cubicBezTo>
                    <a:pt x="9010" y="20278"/>
                    <a:pt x="8959" y="20252"/>
                    <a:pt x="8920" y="20227"/>
                  </a:cubicBezTo>
                  <a:cubicBezTo>
                    <a:pt x="6407" y="18644"/>
                    <a:pt x="4952" y="13463"/>
                    <a:pt x="5552" y="12175"/>
                  </a:cubicBezTo>
                  <a:cubicBezTo>
                    <a:pt x="5718" y="11830"/>
                    <a:pt x="5883" y="11766"/>
                    <a:pt x="6024" y="11766"/>
                  </a:cubicBezTo>
                  <a:cubicBezTo>
                    <a:pt x="6037" y="11760"/>
                    <a:pt x="6049" y="11757"/>
                    <a:pt x="6060" y="11757"/>
                  </a:cubicBezTo>
                  <a:close/>
                  <a:moveTo>
                    <a:pt x="14988" y="15936"/>
                  </a:moveTo>
                  <a:cubicBezTo>
                    <a:pt x="15169" y="15936"/>
                    <a:pt x="15350" y="15950"/>
                    <a:pt x="15530" y="15977"/>
                  </a:cubicBezTo>
                  <a:cubicBezTo>
                    <a:pt x="16041" y="16054"/>
                    <a:pt x="16130" y="16309"/>
                    <a:pt x="16143" y="16488"/>
                  </a:cubicBezTo>
                  <a:cubicBezTo>
                    <a:pt x="16258" y="17483"/>
                    <a:pt x="14497" y="19550"/>
                    <a:pt x="12353" y="20431"/>
                  </a:cubicBezTo>
                  <a:cubicBezTo>
                    <a:pt x="11871" y="20644"/>
                    <a:pt x="11352" y="20750"/>
                    <a:pt x="10832" y="20750"/>
                  </a:cubicBezTo>
                  <a:cubicBezTo>
                    <a:pt x="10388" y="20750"/>
                    <a:pt x="9943" y="20673"/>
                    <a:pt x="9520" y="20520"/>
                  </a:cubicBezTo>
                  <a:cubicBezTo>
                    <a:pt x="9597" y="20227"/>
                    <a:pt x="9673" y="19946"/>
                    <a:pt x="9750" y="19691"/>
                  </a:cubicBezTo>
                  <a:cubicBezTo>
                    <a:pt x="9865" y="19282"/>
                    <a:pt x="9954" y="18925"/>
                    <a:pt x="10043" y="18581"/>
                  </a:cubicBezTo>
                  <a:cubicBezTo>
                    <a:pt x="10133" y="18542"/>
                    <a:pt x="10209" y="18478"/>
                    <a:pt x="10273" y="18427"/>
                  </a:cubicBezTo>
                  <a:lnTo>
                    <a:pt x="10554" y="18172"/>
                  </a:lnTo>
                  <a:cubicBezTo>
                    <a:pt x="11307" y="17521"/>
                    <a:pt x="12251" y="16705"/>
                    <a:pt x="13565" y="16220"/>
                  </a:cubicBezTo>
                  <a:cubicBezTo>
                    <a:pt x="14021" y="16034"/>
                    <a:pt x="14503" y="15936"/>
                    <a:pt x="14988" y="15936"/>
                  </a:cubicBezTo>
                  <a:close/>
                  <a:moveTo>
                    <a:pt x="3357" y="18874"/>
                  </a:moveTo>
                  <a:cubicBezTo>
                    <a:pt x="3740" y="18874"/>
                    <a:pt x="4276" y="19193"/>
                    <a:pt x="4658" y="19538"/>
                  </a:cubicBezTo>
                  <a:cubicBezTo>
                    <a:pt x="6815" y="21477"/>
                    <a:pt x="8027" y="24667"/>
                    <a:pt x="8040" y="24693"/>
                  </a:cubicBezTo>
                  <a:cubicBezTo>
                    <a:pt x="8040" y="24693"/>
                    <a:pt x="8053" y="24706"/>
                    <a:pt x="8053" y="24718"/>
                  </a:cubicBezTo>
                  <a:cubicBezTo>
                    <a:pt x="7938" y="25318"/>
                    <a:pt x="7823" y="25956"/>
                    <a:pt x="7708" y="26645"/>
                  </a:cubicBezTo>
                  <a:cubicBezTo>
                    <a:pt x="6509" y="26173"/>
                    <a:pt x="5526" y="25191"/>
                    <a:pt x="4965" y="24514"/>
                  </a:cubicBezTo>
                  <a:cubicBezTo>
                    <a:pt x="3523" y="22804"/>
                    <a:pt x="2604" y="20558"/>
                    <a:pt x="2859" y="19397"/>
                  </a:cubicBezTo>
                  <a:cubicBezTo>
                    <a:pt x="2948" y="18976"/>
                    <a:pt x="3140" y="18912"/>
                    <a:pt x="3204" y="18900"/>
                  </a:cubicBezTo>
                  <a:cubicBezTo>
                    <a:pt x="3255" y="18874"/>
                    <a:pt x="3306" y="18874"/>
                    <a:pt x="3357" y="18874"/>
                  </a:cubicBezTo>
                  <a:close/>
                  <a:moveTo>
                    <a:pt x="13458" y="22562"/>
                  </a:moveTo>
                  <a:cubicBezTo>
                    <a:pt x="13695" y="22562"/>
                    <a:pt x="13896" y="22603"/>
                    <a:pt x="14025" y="22702"/>
                  </a:cubicBezTo>
                  <a:cubicBezTo>
                    <a:pt x="14076" y="22753"/>
                    <a:pt x="14229" y="22868"/>
                    <a:pt x="14191" y="23289"/>
                  </a:cubicBezTo>
                  <a:cubicBezTo>
                    <a:pt x="14050" y="24323"/>
                    <a:pt x="11358" y="26849"/>
                    <a:pt x="9176" y="26939"/>
                  </a:cubicBezTo>
                  <a:cubicBezTo>
                    <a:pt x="9134" y="26940"/>
                    <a:pt x="9093" y="26941"/>
                    <a:pt x="9051" y="26941"/>
                  </a:cubicBezTo>
                  <a:cubicBezTo>
                    <a:pt x="8758" y="26941"/>
                    <a:pt x="8459" y="26902"/>
                    <a:pt x="8180" y="26824"/>
                  </a:cubicBezTo>
                  <a:cubicBezTo>
                    <a:pt x="8295" y="26071"/>
                    <a:pt x="8423" y="25382"/>
                    <a:pt x="8550" y="24744"/>
                  </a:cubicBezTo>
                  <a:lnTo>
                    <a:pt x="8589" y="24718"/>
                  </a:lnTo>
                  <a:cubicBezTo>
                    <a:pt x="9635" y="24042"/>
                    <a:pt x="10720" y="23353"/>
                    <a:pt x="11881" y="22906"/>
                  </a:cubicBezTo>
                  <a:cubicBezTo>
                    <a:pt x="12380" y="22720"/>
                    <a:pt x="12991" y="22562"/>
                    <a:pt x="13458" y="22562"/>
                  </a:cubicBezTo>
                  <a:close/>
                  <a:moveTo>
                    <a:pt x="1481" y="25012"/>
                  </a:moveTo>
                  <a:cubicBezTo>
                    <a:pt x="2527" y="25012"/>
                    <a:pt x="4633" y="26518"/>
                    <a:pt x="7083" y="31035"/>
                  </a:cubicBezTo>
                  <a:cubicBezTo>
                    <a:pt x="6994" y="31826"/>
                    <a:pt x="6904" y="32681"/>
                    <a:pt x="6815" y="33587"/>
                  </a:cubicBezTo>
                  <a:cubicBezTo>
                    <a:pt x="3969" y="32783"/>
                    <a:pt x="1723" y="29874"/>
                    <a:pt x="843" y="26888"/>
                  </a:cubicBezTo>
                  <a:cubicBezTo>
                    <a:pt x="575" y="25956"/>
                    <a:pt x="677" y="25267"/>
                    <a:pt x="1162" y="25076"/>
                  </a:cubicBezTo>
                  <a:cubicBezTo>
                    <a:pt x="1264" y="25037"/>
                    <a:pt x="1366" y="25012"/>
                    <a:pt x="1481" y="25012"/>
                  </a:cubicBezTo>
                  <a:close/>
                  <a:moveTo>
                    <a:pt x="14148" y="28307"/>
                  </a:moveTo>
                  <a:cubicBezTo>
                    <a:pt x="14369" y="28307"/>
                    <a:pt x="14557" y="28346"/>
                    <a:pt x="14701" y="28432"/>
                  </a:cubicBezTo>
                  <a:cubicBezTo>
                    <a:pt x="14905" y="28547"/>
                    <a:pt x="15007" y="28789"/>
                    <a:pt x="15007" y="29146"/>
                  </a:cubicBezTo>
                  <a:cubicBezTo>
                    <a:pt x="15007" y="30397"/>
                    <a:pt x="13068" y="33077"/>
                    <a:pt x="9367" y="33715"/>
                  </a:cubicBezTo>
                  <a:cubicBezTo>
                    <a:pt x="9046" y="33769"/>
                    <a:pt x="8719" y="33798"/>
                    <a:pt x="8390" y="33798"/>
                  </a:cubicBezTo>
                  <a:cubicBezTo>
                    <a:pt x="8027" y="33798"/>
                    <a:pt x="7662" y="33763"/>
                    <a:pt x="7300" y="33689"/>
                  </a:cubicBezTo>
                  <a:cubicBezTo>
                    <a:pt x="7389" y="32796"/>
                    <a:pt x="7478" y="31966"/>
                    <a:pt x="7568" y="31175"/>
                  </a:cubicBezTo>
                  <a:cubicBezTo>
                    <a:pt x="7759" y="31099"/>
                    <a:pt x="8065" y="30933"/>
                    <a:pt x="8652" y="30601"/>
                  </a:cubicBezTo>
                  <a:cubicBezTo>
                    <a:pt x="10050" y="29820"/>
                    <a:pt x="12758" y="28307"/>
                    <a:pt x="14148" y="28307"/>
                  </a:cubicBezTo>
                  <a:close/>
                  <a:moveTo>
                    <a:pt x="13910" y="1"/>
                  </a:moveTo>
                  <a:cubicBezTo>
                    <a:pt x="12723" y="1"/>
                    <a:pt x="11996" y="2272"/>
                    <a:pt x="11792" y="3791"/>
                  </a:cubicBezTo>
                  <a:cubicBezTo>
                    <a:pt x="11511" y="5884"/>
                    <a:pt x="11983" y="7440"/>
                    <a:pt x="13068" y="8104"/>
                  </a:cubicBezTo>
                  <a:cubicBezTo>
                    <a:pt x="12685" y="8984"/>
                    <a:pt x="12353" y="9814"/>
                    <a:pt x="12047" y="10605"/>
                  </a:cubicBezTo>
                  <a:cubicBezTo>
                    <a:pt x="11830" y="9099"/>
                    <a:pt x="11256" y="6305"/>
                    <a:pt x="9954" y="5182"/>
                  </a:cubicBezTo>
                  <a:cubicBezTo>
                    <a:pt x="9716" y="4979"/>
                    <a:pt x="9505" y="4909"/>
                    <a:pt x="9329" y="4909"/>
                  </a:cubicBezTo>
                  <a:cubicBezTo>
                    <a:pt x="9062" y="4909"/>
                    <a:pt x="8872" y="5069"/>
                    <a:pt x="8780" y="5169"/>
                  </a:cubicBezTo>
                  <a:cubicBezTo>
                    <a:pt x="8168" y="5820"/>
                    <a:pt x="8078" y="7645"/>
                    <a:pt x="8257" y="9150"/>
                  </a:cubicBezTo>
                  <a:cubicBezTo>
                    <a:pt x="8499" y="11205"/>
                    <a:pt x="9188" y="12940"/>
                    <a:pt x="10158" y="13936"/>
                  </a:cubicBezTo>
                  <a:cubicBezTo>
                    <a:pt x="10324" y="14102"/>
                    <a:pt x="10516" y="14255"/>
                    <a:pt x="10720" y="14369"/>
                  </a:cubicBezTo>
                  <a:cubicBezTo>
                    <a:pt x="10375" y="15441"/>
                    <a:pt x="10094" y="16398"/>
                    <a:pt x="9865" y="17253"/>
                  </a:cubicBezTo>
                  <a:cubicBezTo>
                    <a:pt x="9176" y="14331"/>
                    <a:pt x="7440" y="11435"/>
                    <a:pt x="6164" y="11256"/>
                  </a:cubicBezTo>
                  <a:cubicBezTo>
                    <a:pt x="6127" y="11252"/>
                    <a:pt x="6087" y="11250"/>
                    <a:pt x="6043" y="11250"/>
                  </a:cubicBezTo>
                  <a:cubicBezTo>
                    <a:pt x="5770" y="11250"/>
                    <a:pt x="5380" y="11350"/>
                    <a:pt x="5105" y="11945"/>
                  </a:cubicBezTo>
                  <a:cubicBezTo>
                    <a:pt x="4327" y="13591"/>
                    <a:pt x="5998" y="18963"/>
                    <a:pt x="8640" y="20635"/>
                  </a:cubicBezTo>
                  <a:cubicBezTo>
                    <a:pt x="8742" y="20699"/>
                    <a:pt x="8831" y="20737"/>
                    <a:pt x="8933" y="20788"/>
                  </a:cubicBezTo>
                  <a:cubicBezTo>
                    <a:pt x="8716" y="21643"/>
                    <a:pt x="8461" y="22638"/>
                    <a:pt x="8219" y="23863"/>
                  </a:cubicBezTo>
                  <a:cubicBezTo>
                    <a:pt x="7734" y="22792"/>
                    <a:pt x="6636" y="20673"/>
                    <a:pt x="4990" y="19180"/>
                  </a:cubicBezTo>
                  <a:cubicBezTo>
                    <a:pt x="4823" y="19035"/>
                    <a:pt x="4051" y="18383"/>
                    <a:pt x="3340" y="18383"/>
                  </a:cubicBezTo>
                  <a:cubicBezTo>
                    <a:pt x="3237" y="18383"/>
                    <a:pt x="3136" y="18397"/>
                    <a:pt x="3038" y="18427"/>
                  </a:cubicBezTo>
                  <a:cubicBezTo>
                    <a:pt x="2808" y="18504"/>
                    <a:pt x="2489" y="18721"/>
                    <a:pt x="2361" y="19295"/>
                  </a:cubicBezTo>
                  <a:cubicBezTo>
                    <a:pt x="2081" y="20609"/>
                    <a:pt x="3025" y="22996"/>
                    <a:pt x="4582" y="24846"/>
                  </a:cubicBezTo>
                  <a:cubicBezTo>
                    <a:pt x="5182" y="25573"/>
                    <a:pt x="6266" y="26671"/>
                    <a:pt x="7606" y="27168"/>
                  </a:cubicBezTo>
                  <a:cubicBezTo>
                    <a:pt x="7466" y="28087"/>
                    <a:pt x="7313" y="29095"/>
                    <a:pt x="7172" y="30193"/>
                  </a:cubicBezTo>
                  <a:cubicBezTo>
                    <a:pt x="4899" y="26206"/>
                    <a:pt x="2793" y="24519"/>
                    <a:pt x="1466" y="24519"/>
                  </a:cubicBezTo>
                  <a:cubicBezTo>
                    <a:pt x="1281" y="24519"/>
                    <a:pt x="1111" y="24552"/>
                    <a:pt x="958" y="24616"/>
                  </a:cubicBezTo>
                  <a:cubicBezTo>
                    <a:pt x="230" y="24910"/>
                    <a:pt x="1" y="25829"/>
                    <a:pt x="358" y="27028"/>
                  </a:cubicBezTo>
                  <a:cubicBezTo>
                    <a:pt x="1290" y="30193"/>
                    <a:pt x="3689" y="33243"/>
                    <a:pt x="6751" y="34085"/>
                  </a:cubicBezTo>
                  <a:cubicBezTo>
                    <a:pt x="6713" y="34582"/>
                    <a:pt x="6662" y="35093"/>
                    <a:pt x="6624" y="35616"/>
                  </a:cubicBezTo>
                  <a:cubicBezTo>
                    <a:pt x="6611" y="35756"/>
                    <a:pt x="6713" y="35884"/>
                    <a:pt x="6853" y="35897"/>
                  </a:cubicBezTo>
                  <a:lnTo>
                    <a:pt x="6866" y="35897"/>
                  </a:lnTo>
                  <a:cubicBezTo>
                    <a:pt x="6994" y="35897"/>
                    <a:pt x="7108" y="35795"/>
                    <a:pt x="7121" y="35667"/>
                  </a:cubicBezTo>
                  <a:cubicBezTo>
                    <a:pt x="7159" y="35157"/>
                    <a:pt x="7198" y="34672"/>
                    <a:pt x="7249" y="34187"/>
                  </a:cubicBezTo>
                  <a:cubicBezTo>
                    <a:pt x="7619" y="34263"/>
                    <a:pt x="7989" y="34302"/>
                    <a:pt x="8372" y="34302"/>
                  </a:cubicBezTo>
                  <a:cubicBezTo>
                    <a:pt x="8729" y="34302"/>
                    <a:pt x="9086" y="34263"/>
                    <a:pt x="9444" y="34200"/>
                  </a:cubicBezTo>
                  <a:cubicBezTo>
                    <a:pt x="13463" y="33511"/>
                    <a:pt x="15492" y="30588"/>
                    <a:pt x="15492" y="29146"/>
                  </a:cubicBezTo>
                  <a:cubicBezTo>
                    <a:pt x="15492" y="28598"/>
                    <a:pt x="15314" y="28215"/>
                    <a:pt x="14943" y="27998"/>
                  </a:cubicBezTo>
                  <a:cubicBezTo>
                    <a:pt x="14729" y="27872"/>
                    <a:pt x="14462" y="27816"/>
                    <a:pt x="14155" y="27816"/>
                  </a:cubicBezTo>
                  <a:cubicBezTo>
                    <a:pt x="12747" y="27816"/>
                    <a:pt x="10482" y="29004"/>
                    <a:pt x="8397" y="30167"/>
                  </a:cubicBezTo>
                  <a:cubicBezTo>
                    <a:pt x="8129" y="30320"/>
                    <a:pt x="7836" y="30486"/>
                    <a:pt x="7632" y="30588"/>
                  </a:cubicBezTo>
                  <a:cubicBezTo>
                    <a:pt x="7785" y="29376"/>
                    <a:pt x="7938" y="28279"/>
                    <a:pt x="8091" y="27296"/>
                  </a:cubicBezTo>
                  <a:cubicBezTo>
                    <a:pt x="8397" y="27373"/>
                    <a:pt x="8716" y="27411"/>
                    <a:pt x="9035" y="27424"/>
                  </a:cubicBezTo>
                  <a:lnTo>
                    <a:pt x="9188" y="27424"/>
                  </a:lnTo>
                  <a:cubicBezTo>
                    <a:pt x="11677" y="27309"/>
                    <a:pt x="14522" y="24553"/>
                    <a:pt x="14676" y="23340"/>
                  </a:cubicBezTo>
                  <a:cubicBezTo>
                    <a:pt x="14752" y="22753"/>
                    <a:pt x="14535" y="22460"/>
                    <a:pt x="14344" y="22307"/>
                  </a:cubicBezTo>
                  <a:cubicBezTo>
                    <a:pt x="14109" y="22121"/>
                    <a:pt x="13788" y="22053"/>
                    <a:pt x="13446" y="22053"/>
                  </a:cubicBezTo>
                  <a:cubicBezTo>
                    <a:pt x="12802" y="22053"/>
                    <a:pt x="12082" y="22293"/>
                    <a:pt x="11715" y="22434"/>
                  </a:cubicBezTo>
                  <a:cubicBezTo>
                    <a:pt x="10643" y="22830"/>
                    <a:pt x="9648" y="23442"/>
                    <a:pt x="8678" y="24055"/>
                  </a:cubicBezTo>
                  <a:cubicBezTo>
                    <a:pt x="8933" y="22855"/>
                    <a:pt x="9176" y="21847"/>
                    <a:pt x="9393" y="20992"/>
                  </a:cubicBezTo>
                  <a:cubicBezTo>
                    <a:pt x="9839" y="21158"/>
                    <a:pt x="10299" y="21247"/>
                    <a:pt x="10771" y="21247"/>
                  </a:cubicBezTo>
                  <a:cubicBezTo>
                    <a:pt x="11383" y="21247"/>
                    <a:pt x="11983" y="21120"/>
                    <a:pt x="12544" y="20890"/>
                  </a:cubicBezTo>
                  <a:cubicBezTo>
                    <a:pt x="14778" y="19971"/>
                    <a:pt x="16794" y="17751"/>
                    <a:pt x="16641" y="16424"/>
                  </a:cubicBezTo>
                  <a:cubicBezTo>
                    <a:pt x="16602" y="16118"/>
                    <a:pt x="16424" y="15607"/>
                    <a:pt x="15607" y="15467"/>
                  </a:cubicBezTo>
                  <a:cubicBezTo>
                    <a:pt x="15408" y="15440"/>
                    <a:pt x="15208" y="15426"/>
                    <a:pt x="15009" y="15426"/>
                  </a:cubicBezTo>
                  <a:cubicBezTo>
                    <a:pt x="14454" y="15426"/>
                    <a:pt x="13903" y="15532"/>
                    <a:pt x="13387" y="15748"/>
                  </a:cubicBezTo>
                  <a:cubicBezTo>
                    <a:pt x="12009" y="16258"/>
                    <a:pt x="11039" y="17088"/>
                    <a:pt x="10248" y="17764"/>
                  </a:cubicBezTo>
                  <a:cubicBezTo>
                    <a:pt x="10490" y="16832"/>
                    <a:pt x="10796" y="15786"/>
                    <a:pt x="11179" y="14586"/>
                  </a:cubicBezTo>
                  <a:cubicBezTo>
                    <a:pt x="11485" y="14701"/>
                    <a:pt x="11830" y="14765"/>
                    <a:pt x="12162" y="14765"/>
                  </a:cubicBezTo>
                  <a:lnTo>
                    <a:pt x="12187" y="14765"/>
                  </a:lnTo>
                  <a:cubicBezTo>
                    <a:pt x="13974" y="14765"/>
                    <a:pt x="16003" y="13374"/>
                    <a:pt x="17189" y="12187"/>
                  </a:cubicBezTo>
                  <a:cubicBezTo>
                    <a:pt x="17610" y="11766"/>
                    <a:pt x="18274" y="10848"/>
                    <a:pt x="18057" y="10095"/>
                  </a:cubicBezTo>
                  <a:cubicBezTo>
                    <a:pt x="17981" y="9814"/>
                    <a:pt x="17776" y="9584"/>
                    <a:pt x="17508" y="9469"/>
                  </a:cubicBezTo>
                  <a:cubicBezTo>
                    <a:pt x="17340" y="9398"/>
                    <a:pt x="17147" y="9369"/>
                    <a:pt x="16944" y="9369"/>
                  </a:cubicBezTo>
                  <a:cubicBezTo>
                    <a:pt x="16050" y="9369"/>
                    <a:pt x="14946" y="9933"/>
                    <a:pt x="14790" y="10005"/>
                  </a:cubicBezTo>
                  <a:cubicBezTo>
                    <a:pt x="13489" y="10694"/>
                    <a:pt x="12749" y="11039"/>
                    <a:pt x="12353" y="11218"/>
                  </a:cubicBezTo>
                  <a:cubicBezTo>
                    <a:pt x="12698" y="10312"/>
                    <a:pt x="13080" y="9342"/>
                    <a:pt x="13514" y="8308"/>
                  </a:cubicBezTo>
                  <a:cubicBezTo>
                    <a:pt x="13565" y="8334"/>
                    <a:pt x="13629" y="8346"/>
                    <a:pt x="13693" y="8372"/>
                  </a:cubicBezTo>
                  <a:lnTo>
                    <a:pt x="13706" y="8385"/>
                  </a:lnTo>
                  <a:cubicBezTo>
                    <a:pt x="13923" y="8449"/>
                    <a:pt x="14165" y="8474"/>
                    <a:pt x="14395" y="8474"/>
                  </a:cubicBezTo>
                  <a:cubicBezTo>
                    <a:pt x="16436" y="8474"/>
                    <a:pt x="18414" y="6190"/>
                    <a:pt x="19052" y="4531"/>
                  </a:cubicBezTo>
                  <a:cubicBezTo>
                    <a:pt x="19320" y="3842"/>
                    <a:pt x="19333" y="3344"/>
                    <a:pt x="19091" y="2987"/>
                  </a:cubicBezTo>
                  <a:cubicBezTo>
                    <a:pt x="18900" y="2725"/>
                    <a:pt x="18599" y="2563"/>
                    <a:pt x="18280" y="2563"/>
                  </a:cubicBezTo>
                  <a:cubicBezTo>
                    <a:pt x="18257" y="2563"/>
                    <a:pt x="18234" y="2564"/>
                    <a:pt x="18210" y="2566"/>
                  </a:cubicBezTo>
                  <a:cubicBezTo>
                    <a:pt x="17317" y="2566"/>
                    <a:pt x="15977" y="3332"/>
                    <a:pt x="15441" y="3702"/>
                  </a:cubicBezTo>
                  <a:cubicBezTo>
                    <a:pt x="15428" y="2974"/>
                    <a:pt x="15339" y="2260"/>
                    <a:pt x="15173" y="1558"/>
                  </a:cubicBezTo>
                  <a:cubicBezTo>
                    <a:pt x="14918" y="524"/>
                    <a:pt x="14497" y="1"/>
                    <a:pt x="1391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1" name="Google Shape;521;p39">
            <a:extLst>
              <a:ext uri="{FF2B5EF4-FFF2-40B4-BE49-F238E27FC236}">
                <a16:creationId xmlns:a16="http://schemas.microsoft.com/office/drawing/2014/main" id="{9824221F-7D4C-DCA0-B187-3D2B2D6ADD21}"/>
              </a:ext>
            </a:extLst>
          </p:cNvPr>
          <p:cNvGrpSpPr/>
          <p:nvPr/>
        </p:nvGrpSpPr>
        <p:grpSpPr>
          <a:xfrm>
            <a:off x="7695702" y="3083115"/>
            <a:ext cx="653267" cy="732771"/>
            <a:chOff x="3844875" y="2100375"/>
            <a:chExt cx="483150" cy="541950"/>
          </a:xfrm>
        </p:grpSpPr>
        <p:sp>
          <p:nvSpPr>
            <p:cNvPr id="522" name="Google Shape;522;p39">
              <a:extLst>
                <a:ext uri="{FF2B5EF4-FFF2-40B4-BE49-F238E27FC236}">
                  <a16:creationId xmlns:a16="http://schemas.microsoft.com/office/drawing/2014/main" id="{655B6077-FCC7-5061-ABC9-ACBA2762FF79}"/>
                </a:ext>
              </a:extLst>
            </p:cNvPr>
            <p:cNvSpPr/>
            <p:nvPr/>
          </p:nvSpPr>
          <p:spPr>
            <a:xfrm>
              <a:off x="3844875" y="2107500"/>
              <a:ext cx="483150" cy="465225"/>
            </a:xfrm>
            <a:custGeom>
              <a:avLst/>
              <a:gdLst/>
              <a:ahLst/>
              <a:cxnLst/>
              <a:rect l="l" t="t" r="r" b="b"/>
              <a:pathLst>
                <a:path w="19326" h="18609" extrusionOk="0">
                  <a:moveTo>
                    <a:pt x="11866" y="0"/>
                  </a:moveTo>
                  <a:cubicBezTo>
                    <a:pt x="11845" y="0"/>
                    <a:pt x="11825" y="2"/>
                    <a:pt x="11806" y="6"/>
                  </a:cubicBezTo>
                  <a:cubicBezTo>
                    <a:pt x="11500" y="57"/>
                    <a:pt x="10964" y="848"/>
                    <a:pt x="10721" y="1077"/>
                  </a:cubicBezTo>
                  <a:cubicBezTo>
                    <a:pt x="7659" y="3821"/>
                    <a:pt x="3907" y="4268"/>
                    <a:pt x="1980" y="7573"/>
                  </a:cubicBezTo>
                  <a:cubicBezTo>
                    <a:pt x="0" y="10954"/>
                    <a:pt x="2121" y="16196"/>
                    <a:pt x="6297" y="16196"/>
                  </a:cubicBezTo>
                  <a:cubicBezTo>
                    <a:pt x="6454" y="16196"/>
                    <a:pt x="6615" y="16189"/>
                    <a:pt x="6778" y="16173"/>
                  </a:cubicBezTo>
                  <a:cubicBezTo>
                    <a:pt x="6880" y="16161"/>
                    <a:pt x="8271" y="15893"/>
                    <a:pt x="8246" y="15829"/>
                  </a:cubicBezTo>
                  <a:lnTo>
                    <a:pt x="8246" y="15829"/>
                  </a:lnTo>
                  <a:cubicBezTo>
                    <a:pt x="8692" y="16913"/>
                    <a:pt x="9267" y="17832"/>
                    <a:pt x="10415" y="18317"/>
                  </a:cubicBezTo>
                  <a:cubicBezTo>
                    <a:pt x="10898" y="18514"/>
                    <a:pt x="11405" y="18608"/>
                    <a:pt x="11915" y="18608"/>
                  </a:cubicBezTo>
                  <a:cubicBezTo>
                    <a:pt x="15516" y="18608"/>
                    <a:pt x="19326" y="13896"/>
                    <a:pt x="16744" y="6922"/>
                  </a:cubicBezTo>
                  <a:cubicBezTo>
                    <a:pt x="15484" y="3528"/>
                    <a:pt x="12784" y="0"/>
                    <a:pt x="1186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39">
              <a:extLst>
                <a:ext uri="{FF2B5EF4-FFF2-40B4-BE49-F238E27FC236}">
                  <a16:creationId xmlns:a16="http://schemas.microsoft.com/office/drawing/2014/main" id="{76E205E4-8CA3-2126-8AC9-E1EA6DE0D924}"/>
                </a:ext>
              </a:extLst>
            </p:cNvPr>
            <p:cNvSpPr/>
            <p:nvPr/>
          </p:nvSpPr>
          <p:spPr>
            <a:xfrm>
              <a:off x="3940950" y="2267075"/>
              <a:ext cx="117025" cy="162750"/>
            </a:xfrm>
            <a:custGeom>
              <a:avLst/>
              <a:gdLst/>
              <a:ahLst/>
              <a:cxnLst/>
              <a:rect l="l" t="t" r="r" b="b"/>
              <a:pathLst>
                <a:path w="4681" h="6510" extrusionOk="0">
                  <a:moveTo>
                    <a:pt x="166" y="0"/>
                  </a:moveTo>
                  <a:cubicBezTo>
                    <a:pt x="158" y="0"/>
                    <a:pt x="149" y="1"/>
                    <a:pt x="141" y="3"/>
                  </a:cubicBezTo>
                  <a:cubicBezTo>
                    <a:pt x="51" y="28"/>
                    <a:pt x="0" y="105"/>
                    <a:pt x="13" y="194"/>
                  </a:cubicBezTo>
                  <a:cubicBezTo>
                    <a:pt x="523" y="2632"/>
                    <a:pt x="2310" y="5069"/>
                    <a:pt x="4352" y="6473"/>
                  </a:cubicBezTo>
                  <a:cubicBezTo>
                    <a:pt x="4385" y="6499"/>
                    <a:pt x="4420" y="6510"/>
                    <a:pt x="4453" y="6510"/>
                  </a:cubicBezTo>
                  <a:cubicBezTo>
                    <a:pt x="4582" y="6510"/>
                    <a:pt x="4680" y="6339"/>
                    <a:pt x="4569" y="6217"/>
                  </a:cubicBezTo>
                  <a:cubicBezTo>
                    <a:pt x="3701" y="5324"/>
                    <a:pt x="2884" y="4367"/>
                    <a:pt x="2157" y="3359"/>
                  </a:cubicBezTo>
                  <a:cubicBezTo>
                    <a:pt x="531" y="1100"/>
                    <a:pt x="462" y="0"/>
                    <a:pt x="1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39">
              <a:extLst>
                <a:ext uri="{FF2B5EF4-FFF2-40B4-BE49-F238E27FC236}">
                  <a16:creationId xmlns:a16="http://schemas.microsoft.com/office/drawing/2014/main" id="{35C72AA4-F701-E22E-48E1-17DC7DDF8006}"/>
                </a:ext>
              </a:extLst>
            </p:cNvPr>
            <p:cNvSpPr/>
            <p:nvPr/>
          </p:nvSpPr>
          <p:spPr>
            <a:xfrm>
              <a:off x="3989125" y="2222600"/>
              <a:ext cx="104925" cy="137875"/>
            </a:xfrm>
            <a:custGeom>
              <a:avLst/>
              <a:gdLst/>
              <a:ahLst/>
              <a:cxnLst/>
              <a:rect l="l" t="t" r="r" b="b"/>
              <a:pathLst>
                <a:path w="4197" h="5515" extrusionOk="0">
                  <a:moveTo>
                    <a:pt x="190" y="1"/>
                  </a:moveTo>
                  <a:cubicBezTo>
                    <a:pt x="174" y="1"/>
                    <a:pt x="158" y="3"/>
                    <a:pt x="140" y="8"/>
                  </a:cubicBezTo>
                  <a:cubicBezTo>
                    <a:pt x="51" y="34"/>
                    <a:pt x="0" y="110"/>
                    <a:pt x="26" y="200"/>
                  </a:cubicBezTo>
                  <a:cubicBezTo>
                    <a:pt x="587" y="2165"/>
                    <a:pt x="2131" y="4334"/>
                    <a:pt x="3867" y="5482"/>
                  </a:cubicBezTo>
                  <a:cubicBezTo>
                    <a:pt x="3899" y="5505"/>
                    <a:pt x="3933" y="5515"/>
                    <a:pt x="3965" y="5515"/>
                  </a:cubicBezTo>
                  <a:cubicBezTo>
                    <a:pt x="4095" y="5515"/>
                    <a:pt x="4196" y="5353"/>
                    <a:pt x="4084" y="5240"/>
                  </a:cubicBezTo>
                  <a:cubicBezTo>
                    <a:pt x="545" y="1237"/>
                    <a:pt x="530" y="1"/>
                    <a:pt x="1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39">
              <a:extLst>
                <a:ext uri="{FF2B5EF4-FFF2-40B4-BE49-F238E27FC236}">
                  <a16:creationId xmlns:a16="http://schemas.microsoft.com/office/drawing/2014/main" id="{0F47354A-B815-CB83-FAC2-4D0797E69CC2}"/>
                </a:ext>
              </a:extLst>
            </p:cNvPr>
            <p:cNvSpPr/>
            <p:nvPr/>
          </p:nvSpPr>
          <p:spPr>
            <a:xfrm>
              <a:off x="4112575" y="2380275"/>
              <a:ext cx="141850" cy="70325"/>
            </a:xfrm>
            <a:custGeom>
              <a:avLst/>
              <a:gdLst/>
              <a:ahLst/>
              <a:cxnLst/>
              <a:rect l="l" t="t" r="r" b="b"/>
              <a:pathLst>
                <a:path w="5674" h="2813" extrusionOk="0">
                  <a:moveTo>
                    <a:pt x="5457" y="0"/>
                  </a:moveTo>
                  <a:cubicBezTo>
                    <a:pt x="5434" y="0"/>
                    <a:pt x="5410" y="6"/>
                    <a:pt x="5386" y="18"/>
                  </a:cubicBezTo>
                  <a:cubicBezTo>
                    <a:pt x="2935" y="1409"/>
                    <a:pt x="2514" y="1587"/>
                    <a:pt x="154" y="2493"/>
                  </a:cubicBezTo>
                  <a:cubicBezTo>
                    <a:pt x="1" y="2570"/>
                    <a:pt x="52" y="2812"/>
                    <a:pt x="230" y="2812"/>
                  </a:cubicBezTo>
                  <a:cubicBezTo>
                    <a:pt x="2119" y="2659"/>
                    <a:pt x="4314" y="1574"/>
                    <a:pt x="5577" y="260"/>
                  </a:cubicBezTo>
                  <a:cubicBezTo>
                    <a:pt x="5674" y="153"/>
                    <a:pt x="5580" y="0"/>
                    <a:pt x="545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39">
              <a:extLst>
                <a:ext uri="{FF2B5EF4-FFF2-40B4-BE49-F238E27FC236}">
                  <a16:creationId xmlns:a16="http://schemas.microsoft.com/office/drawing/2014/main" id="{0748D467-42F2-B247-DB21-E90111BC6292}"/>
                </a:ext>
              </a:extLst>
            </p:cNvPr>
            <p:cNvSpPr/>
            <p:nvPr/>
          </p:nvSpPr>
          <p:spPr>
            <a:xfrm>
              <a:off x="3906175" y="2355250"/>
              <a:ext cx="100375" cy="108175"/>
            </a:xfrm>
            <a:custGeom>
              <a:avLst/>
              <a:gdLst/>
              <a:ahLst/>
              <a:cxnLst/>
              <a:rect l="l" t="t" r="r" b="b"/>
              <a:pathLst>
                <a:path w="4015" h="4327" extrusionOk="0">
                  <a:moveTo>
                    <a:pt x="181" y="1"/>
                  </a:moveTo>
                  <a:cubicBezTo>
                    <a:pt x="164" y="1"/>
                    <a:pt x="147" y="4"/>
                    <a:pt x="128" y="11"/>
                  </a:cubicBezTo>
                  <a:cubicBezTo>
                    <a:pt x="39" y="36"/>
                    <a:pt x="0" y="125"/>
                    <a:pt x="26" y="215"/>
                  </a:cubicBezTo>
                  <a:cubicBezTo>
                    <a:pt x="600" y="1835"/>
                    <a:pt x="2119" y="3558"/>
                    <a:pt x="3714" y="4311"/>
                  </a:cubicBezTo>
                  <a:cubicBezTo>
                    <a:pt x="3739" y="4322"/>
                    <a:pt x="3764" y="4327"/>
                    <a:pt x="3788" y="4327"/>
                  </a:cubicBezTo>
                  <a:cubicBezTo>
                    <a:pt x="3927" y="4327"/>
                    <a:pt x="4014" y="4152"/>
                    <a:pt x="3905" y="4043"/>
                  </a:cubicBezTo>
                  <a:cubicBezTo>
                    <a:pt x="581" y="948"/>
                    <a:pt x="462" y="1"/>
                    <a:pt x="18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39">
              <a:extLst>
                <a:ext uri="{FF2B5EF4-FFF2-40B4-BE49-F238E27FC236}">
                  <a16:creationId xmlns:a16="http://schemas.microsoft.com/office/drawing/2014/main" id="{10274841-C42B-7535-E0B6-E45FBC2E54D8}"/>
                </a:ext>
              </a:extLst>
            </p:cNvPr>
            <p:cNvSpPr/>
            <p:nvPr/>
          </p:nvSpPr>
          <p:spPr>
            <a:xfrm>
              <a:off x="4107475" y="2477200"/>
              <a:ext cx="126675" cy="51125"/>
            </a:xfrm>
            <a:custGeom>
              <a:avLst/>
              <a:gdLst/>
              <a:ahLst/>
              <a:cxnLst/>
              <a:rect l="l" t="t" r="r" b="b"/>
              <a:pathLst>
                <a:path w="5067" h="2045" extrusionOk="0">
                  <a:moveTo>
                    <a:pt x="4919" y="0"/>
                  </a:moveTo>
                  <a:cubicBezTo>
                    <a:pt x="4689" y="0"/>
                    <a:pt x="4160" y="491"/>
                    <a:pt x="2552" y="1041"/>
                  </a:cubicBezTo>
                  <a:cubicBezTo>
                    <a:pt x="651" y="1730"/>
                    <a:pt x="51" y="1526"/>
                    <a:pt x="13" y="1819"/>
                  </a:cubicBezTo>
                  <a:cubicBezTo>
                    <a:pt x="0" y="1909"/>
                    <a:pt x="77" y="1998"/>
                    <a:pt x="166" y="2011"/>
                  </a:cubicBezTo>
                  <a:cubicBezTo>
                    <a:pt x="349" y="2033"/>
                    <a:pt x="537" y="2044"/>
                    <a:pt x="729" y="2044"/>
                  </a:cubicBezTo>
                  <a:cubicBezTo>
                    <a:pt x="2258" y="2044"/>
                    <a:pt x="3995" y="1340"/>
                    <a:pt x="5015" y="262"/>
                  </a:cubicBezTo>
                  <a:cubicBezTo>
                    <a:pt x="5054" y="211"/>
                    <a:pt x="5066" y="148"/>
                    <a:pt x="5041" y="84"/>
                  </a:cubicBezTo>
                  <a:cubicBezTo>
                    <a:pt x="5010" y="26"/>
                    <a:pt x="4972" y="0"/>
                    <a:pt x="49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39">
              <a:extLst>
                <a:ext uri="{FF2B5EF4-FFF2-40B4-BE49-F238E27FC236}">
                  <a16:creationId xmlns:a16="http://schemas.microsoft.com/office/drawing/2014/main" id="{C45FCE60-8CAA-860C-518B-5E88B6A257E1}"/>
                </a:ext>
              </a:extLst>
            </p:cNvPr>
            <p:cNvSpPr/>
            <p:nvPr/>
          </p:nvSpPr>
          <p:spPr>
            <a:xfrm>
              <a:off x="4133300" y="2281675"/>
              <a:ext cx="110425" cy="81025"/>
            </a:xfrm>
            <a:custGeom>
              <a:avLst/>
              <a:gdLst/>
              <a:ahLst/>
              <a:cxnLst/>
              <a:rect l="l" t="t" r="r" b="b"/>
              <a:pathLst>
                <a:path w="4417" h="3241" extrusionOk="0">
                  <a:moveTo>
                    <a:pt x="4269" y="0"/>
                  </a:moveTo>
                  <a:cubicBezTo>
                    <a:pt x="4142" y="0"/>
                    <a:pt x="3912" y="223"/>
                    <a:pt x="3166" y="797"/>
                  </a:cubicBezTo>
                  <a:cubicBezTo>
                    <a:pt x="473" y="2864"/>
                    <a:pt x="1" y="2851"/>
                    <a:pt x="78" y="3119"/>
                  </a:cubicBezTo>
                  <a:cubicBezTo>
                    <a:pt x="99" y="3193"/>
                    <a:pt x="163" y="3241"/>
                    <a:pt x="235" y="3241"/>
                  </a:cubicBezTo>
                  <a:cubicBezTo>
                    <a:pt x="251" y="3241"/>
                    <a:pt x="266" y="3239"/>
                    <a:pt x="282" y="3234"/>
                  </a:cubicBezTo>
                  <a:cubicBezTo>
                    <a:pt x="1928" y="2698"/>
                    <a:pt x="3370" y="1665"/>
                    <a:pt x="4378" y="248"/>
                  </a:cubicBezTo>
                  <a:cubicBezTo>
                    <a:pt x="4416" y="197"/>
                    <a:pt x="4416" y="121"/>
                    <a:pt x="4378" y="70"/>
                  </a:cubicBezTo>
                  <a:cubicBezTo>
                    <a:pt x="4343" y="25"/>
                    <a:pt x="4312" y="0"/>
                    <a:pt x="42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39">
              <a:extLst>
                <a:ext uri="{FF2B5EF4-FFF2-40B4-BE49-F238E27FC236}">
                  <a16:creationId xmlns:a16="http://schemas.microsoft.com/office/drawing/2014/main" id="{38D052FA-1222-478C-7D6F-81C404BF57A1}"/>
                </a:ext>
              </a:extLst>
            </p:cNvPr>
            <p:cNvSpPr/>
            <p:nvPr/>
          </p:nvSpPr>
          <p:spPr>
            <a:xfrm>
              <a:off x="4140975" y="2202275"/>
              <a:ext cx="67900" cy="66675"/>
            </a:xfrm>
            <a:custGeom>
              <a:avLst/>
              <a:gdLst/>
              <a:ahLst/>
              <a:cxnLst/>
              <a:rect l="l" t="t" r="r" b="b"/>
              <a:pathLst>
                <a:path w="2716" h="2667" extrusionOk="0">
                  <a:moveTo>
                    <a:pt x="2524" y="1"/>
                  </a:moveTo>
                  <a:cubicBezTo>
                    <a:pt x="2483" y="1"/>
                    <a:pt x="2442" y="17"/>
                    <a:pt x="2412" y="56"/>
                  </a:cubicBezTo>
                  <a:cubicBezTo>
                    <a:pt x="689" y="1944"/>
                    <a:pt x="1646" y="949"/>
                    <a:pt x="115" y="2365"/>
                  </a:cubicBezTo>
                  <a:cubicBezTo>
                    <a:pt x="0" y="2480"/>
                    <a:pt x="81" y="2666"/>
                    <a:pt x="219" y="2666"/>
                  </a:cubicBezTo>
                  <a:cubicBezTo>
                    <a:pt x="235" y="2666"/>
                    <a:pt x="251" y="2664"/>
                    <a:pt x="268" y="2659"/>
                  </a:cubicBezTo>
                  <a:cubicBezTo>
                    <a:pt x="1340" y="2378"/>
                    <a:pt x="2412" y="1306"/>
                    <a:pt x="2680" y="209"/>
                  </a:cubicBezTo>
                  <a:cubicBezTo>
                    <a:pt x="2716" y="92"/>
                    <a:pt x="2620" y="1"/>
                    <a:pt x="252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39">
              <a:extLst>
                <a:ext uri="{FF2B5EF4-FFF2-40B4-BE49-F238E27FC236}">
                  <a16:creationId xmlns:a16="http://schemas.microsoft.com/office/drawing/2014/main" id="{CA2B64F2-C3C7-932F-C123-7D8D057BDC84}"/>
                </a:ext>
              </a:extLst>
            </p:cNvPr>
            <p:cNvSpPr/>
            <p:nvPr/>
          </p:nvSpPr>
          <p:spPr>
            <a:xfrm>
              <a:off x="4048125" y="2191775"/>
              <a:ext cx="56075" cy="70750"/>
            </a:xfrm>
            <a:custGeom>
              <a:avLst/>
              <a:gdLst/>
              <a:ahLst/>
              <a:cxnLst/>
              <a:rect l="l" t="t" r="r" b="b"/>
              <a:pathLst>
                <a:path w="2243" h="2830" extrusionOk="0">
                  <a:moveTo>
                    <a:pt x="182" y="1"/>
                  </a:moveTo>
                  <a:cubicBezTo>
                    <a:pt x="90" y="1"/>
                    <a:pt x="1" y="84"/>
                    <a:pt x="26" y="195"/>
                  </a:cubicBezTo>
                  <a:cubicBezTo>
                    <a:pt x="180" y="1190"/>
                    <a:pt x="1034" y="2351"/>
                    <a:pt x="1940" y="2811"/>
                  </a:cubicBezTo>
                  <a:cubicBezTo>
                    <a:pt x="1966" y="2823"/>
                    <a:pt x="1992" y="2829"/>
                    <a:pt x="2016" y="2829"/>
                  </a:cubicBezTo>
                  <a:cubicBezTo>
                    <a:pt x="2141" y="2829"/>
                    <a:pt x="2243" y="2685"/>
                    <a:pt x="2157" y="2568"/>
                  </a:cubicBezTo>
                  <a:lnTo>
                    <a:pt x="2157" y="2568"/>
                  </a:lnTo>
                  <a:cubicBezTo>
                    <a:pt x="2157" y="2568"/>
                    <a:pt x="2157" y="2568"/>
                    <a:pt x="2157" y="2568"/>
                  </a:cubicBezTo>
                  <a:cubicBezTo>
                    <a:pt x="2161" y="2568"/>
                    <a:pt x="447" y="245"/>
                    <a:pt x="307" y="67"/>
                  </a:cubicBezTo>
                  <a:cubicBezTo>
                    <a:pt x="273" y="21"/>
                    <a:pt x="227" y="1"/>
                    <a:pt x="1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39">
              <a:extLst>
                <a:ext uri="{FF2B5EF4-FFF2-40B4-BE49-F238E27FC236}">
                  <a16:creationId xmlns:a16="http://schemas.microsoft.com/office/drawing/2014/main" id="{6723C8D4-083D-2D61-2C6E-15BA69B59E7B}"/>
                </a:ext>
              </a:extLst>
            </p:cNvPr>
            <p:cNvSpPr/>
            <p:nvPr/>
          </p:nvSpPr>
          <p:spPr>
            <a:xfrm>
              <a:off x="3861200" y="2100375"/>
              <a:ext cx="435150" cy="541950"/>
            </a:xfrm>
            <a:custGeom>
              <a:avLst/>
              <a:gdLst/>
              <a:ahLst/>
              <a:cxnLst/>
              <a:rect l="l" t="t" r="r" b="b"/>
              <a:pathLst>
                <a:path w="17406" h="21678" extrusionOk="0">
                  <a:moveTo>
                    <a:pt x="11197" y="571"/>
                  </a:moveTo>
                  <a:cubicBezTo>
                    <a:pt x="11308" y="571"/>
                    <a:pt x="11982" y="886"/>
                    <a:pt x="13207" y="2549"/>
                  </a:cubicBezTo>
                  <a:cubicBezTo>
                    <a:pt x="13705" y="3238"/>
                    <a:pt x="14152" y="3940"/>
                    <a:pt x="14560" y="4680"/>
                  </a:cubicBezTo>
                  <a:cubicBezTo>
                    <a:pt x="15045" y="5522"/>
                    <a:pt x="15453" y="6403"/>
                    <a:pt x="15798" y="7309"/>
                  </a:cubicBezTo>
                  <a:cubicBezTo>
                    <a:pt x="16934" y="10371"/>
                    <a:pt x="17189" y="14570"/>
                    <a:pt x="14509" y="17173"/>
                  </a:cubicBezTo>
                  <a:cubicBezTo>
                    <a:pt x="13540" y="18106"/>
                    <a:pt x="12374" y="18604"/>
                    <a:pt x="11244" y="18604"/>
                  </a:cubicBezTo>
                  <a:cubicBezTo>
                    <a:pt x="10768" y="18604"/>
                    <a:pt x="10298" y="18516"/>
                    <a:pt x="9851" y="18334"/>
                  </a:cubicBezTo>
                  <a:cubicBezTo>
                    <a:pt x="8767" y="17888"/>
                    <a:pt x="8256" y="16982"/>
                    <a:pt x="7861" y="16063"/>
                  </a:cubicBezTo>
                  <a:cubicBezTo>
                    <a:pt x="8575" y="14634"/>
                    <a:pt x="9175" y="13153"/>
                    <a:pt x="9647" y="11635"/>
                  </a:cubicBezTo>
                  <a:lnTo>
                    <a:pt x="9660" y="11635"/>
                  </a:lnTo>
                  <a:cubicBezTo>
                    <a:pt x="10464" y="9070"/>
                    <a:pt x="11140" y="4770"/>
                    <a:pt x="11395" y="1860"/>
                  </a:cubicBezTo>
                  <a:cubicBezTo>
                    <a:pt x="11408" y="1707"/>
                    <a:pt x="11293" y="1567"/>
                    <a:pt x="11127" y="1554"/>
                  </a:cubicBezTo>
                  <a:cubicBezTo>
                    <a:pt x="11120" y="1553"/>
                    <a:pt x="11112" y="1553"/>
                    <a:pt x="11104" y="1553"/>
                  </a:cubicBezTo>
                  <a:cubicBezTo>
                    <a:pt x="10960" y="1553"/>
                    <a:pt x="10833" y="1664"/>
                    <a:pt x="10808" y="1809"/>
                  </a:cubicBezTo>
                  <a:cubicBezTo>
                    <a:pt x="10566" y="4693"/>
                    <a:pt x="9902" y="8930"/>
                    <a:pt x="9098" y="11456"/>
                  </a:cubicBezTo>
                  <a:cubicBezTo>
                    <a:pt x="8614" y="12987"/>
                    <a:pt x="8014" y="14480"/>
                    <a:pt x="7299" y="15910"/>
                  </a:cubicBezTo>
                  <a:cubicBezTo>
                    <a:pt x="6708" y="16084"/>
                    <a:pt x="6141" y="16170"/>
                    <a:pt x="5604" y="16170"/>
                  </a:cubicBezTo>
                  <a:cubicBezTo>
                    <a:pt x="4022" y="16170"/>
                    <a:pt x="2701" y="15422"/>
                    <a:pt x="1787" y="13983"/>
                  </a:cubicBezTo>
                  <a:cubicBezTo>
                    <a:pt x="625" y="12158"/>
                    <a:pt x="523" y="9759"/>
                    <a:pt x="1557" y="8011"/>
                  </a:cubicBezTo>
                  <a:cubicBezTo>
                    <a:pt x="2654" y="6135"/>
                    <a:pt x="4390" y="5191"/>
                    <a:pt x="6240" y="4195"/>
                  </a:cubicBezTo>
                  <a:cubicBezTo>
                    <a:pt x="7567" y="3468"/>
                    <a:pt x="8945" y="2728"/>
                    <a:pt x="10234" y="1579"/>
                  </a:cubicBezTo>
                  <a:cubicBezTo>
                    <a:pt x="10362" y="1452"/>
                    <a:pt x="10477" y="1324"/>
                    <a:pt x="10579" y="1184"/>
                  </a:cubicBezTo>
                  <a:cubicBezTo>
                    <a:pt x="10898" y="801"/>
                    <a:pt x="11115" y="597"/>
                    <a:pt x="11191" y="571"/>
                  </a:cubicBezTo>
                  <a:cubicBezTo>
                    <a:pt x="11193" y="571"/>
                    <a:pt x="11195" y="571"/>
                    <a:pt x="11197" y="571"/>
                  </a:cubicBezTo>
                  <a:close/>
                  <a:moveTo>
                    <a:pt x="11191" y="1"/>
                  </a:moveTo>
                  <a:cubicBezTo>
                    <a:pt x="11156" y="1"/>
                    <a:pt x="11122" y="4"/>
                    <a:pt x="11089" y="10"/>
                  </a:cubicBezTo>
                  <a:cubicBezTo>
                    <a:pt x="10808" y="61"/>
                    <a:pt x="10540" y="367"/>
                    <a:pt x="10158" y="826"/>
                  </a:cubicBezTo>
                  <a:cubicBezTo>
                    <a:pt x="10068" y="929"/>
                    <a:pt x="9966" y="1043"/>
                    <a:pt x="9864" y="1146"/>
                  </a:cubicBezTo>
                  <a:cubicBezTo>
                    <a:pt x="8639" y="2243"/>
                    <a:pt x="7286" y="2970"/>
                    <a:pt x="5985" y="3685"/>
                  </a:cubicBezTo>
                  <a:cubicBezTo>
                    <a:pt x="4071" y="4718"/>
                    <a:pt x="2246" y="5688"/>
                    <a:pt x="1072" y="7704"/>
                  </a:cubicBezTo>
                  <a:cubicBezTo>
                    <a:pt x="0" y="9542"/>
                    <a:pt x="26" y="12005"/>
                    <a:pt x="1123" y="13983"/>
                  </a:cubicBezTo>
                  <a:cubicBezTo>
                    <a:pt x="1187" y="14085"/>
                    <a:pt x="1251" y="14187"/>
                    <a:pt x="1314" y="14302"/>
                  </a:cubicBezTo>
                  <a:cubicBezTo>
                    <a:pt x="2342" y="15905"/>
                    <a:pt x="3834" y="16747"/>
                    <a:pt x="5616" y="16747"/>
                  </a:cubicBezTo>
                  <a:cubicBezTo>
                    <a:pt x="6046" y="16747"/>
                    <a:pt x="6493" y="16698"/>
                    <a:pt x="6955" y="16599"/>
                  </a:cubicBezTo>
                  <a:lnTo>
                    <a:pt x="6955" y="16599"/>
                  </a:lnTo>
                  <a:cubicBezTo>
                    <a:pt x="6202" y="18002"/>
                    <a:pt x="5347" y="19355"/>
                    <a:pt x="4403" y="20644"/>
                  </a:cubicBezTo>
                  <a:cubicBezTo>
                    <a:pt x="4224" y="20899"/>
                    <a:pt x="4071" y="21116"/>
                    <a:pt x="3994" y="21244"/>
                  </a:cubicBezTo>
                  <a:cubicBezTo>
                    <a:pt x="3943" y="21333"/>
                    <a:pt x="3943" y="21448"/>
                    <a:pt x="3994" y="21537"/>
                  </a:cubicBezTo>
                  <a:cubicBezTo>
                    <a:pt x="4045" y="21626"/>
                    <a:pt x="4135" y="21677"/>
                    <a:pt x="4237" y="21677"/>
                  </a:cubicBezTo>
                  <a:lnTo>
                    <a:pt x="4313" y="21677"/>
                  </a:lnTo>
                  <a:cubicBezTo>
                    <a:pt x="4390" y="21652"/>
                    <a:pt x="4454" y="21601"/>
                    <a:pt x="4492" y="21537"/>
                  </a:cubicBezTo>
                  <a:cubicBezTo>
                    <a:pt x="4556" y="21422"/>
                    <a:pt x="4709" y="21218"/>
                    <a:pt x="4875" y="20976"/>
                  </a:cubicBezTo>
                  <a:cubicBezTo>
                    <a:pt x="5870" y="19623"/>
                    <a:pt x="6750" y="18194"/>
                    <a:pt x="7542" y="16714"/>
                  </a:cubicBezTo>
                  <a:cubicBezTo>
                    <a:pt x="7937" y="17543"/>
                    <a:pt x="8511" y="18398"/>
                    <a:pt x="9647" y="18857"/>
                  </a:cubicBezTo>
                  <a:cubicBezTo>
                    <a:pt x="10168" y="19070"/>
                    <a:pt x="10717" y="19173"/>
                    <a:pt x="11270" y="19173"/>
                  </a:cubicBezTo>
                  <a:cubicBezTo>
                    <a:pt x="12546" y="19173"/>
                    <a:pt x="13849" y="18622"/>
                    <a:pt x="14917" y="17581"/>
                  </a:cubicBezTo>
                  <a:cubicBezTo>
                    <a:pt x="16015" y="16522"/>
                    <a:pt x="16755" y="15055"/>
                    <a:pt x="17061" y="13357"/>
                  </a:cubicBezTo>
                  <a:cubicBezTo>
                    <a:pt x="17406" y="11431"/>
                    <a:pt x="17163" y="9325"/>
                    <a:pt x="16347" y="7117"/>
                  </a:cubicBezTo>
                  <a:lnTo>
                    <a:pt x="16359" y="7117"/>
                  </a:lnTo>
                  <a:cubicBezTo>
                    <a:pt x="15217" y="4025"/>
                    <a:pt x="12478" y="1"/>
                    <a:pt x="111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32" name="Google Shape;532;p39">
            <a:extLst>
              <a:ext uri="{FF2B5EF4-FFF2-40B4-BE49-F238E27FC236}">
                <a16:creationId xmlns:a16="http://schemas.microsoft.com/office/drawing/2014/main" id="{BBD82C15-D45C-49F1-C475-95339E74AC5F}"/>
              </a:ext>
            </a:extLst>
          </p:cNvPr>
          <p:cNvSpPr/>
          <p:nvPr/>
        </p:nvSpPr>
        <p:spPr>
          <a:xfrm flipH="1">
            <a:off x="6992952" y="1772774"/>
            <a:ext cx="1070221" cy="866189"/>
          </a:xfrm>
          <a:custGeom>
            <a:avLst/>
            <a:gdLst/>
            <a:ahLst/>
            <a:cxnLst/>
            <a:rect l="l" t="t" r="r" b="b"/>
            <a:pathLst>
              <a:path w="31661" h="25625" fill="none" extrusionOk="0">
                <a:moveTo>
                  <a:pt x="24489" y="25267"/>
                </a:moveTo>
                <a:cubicBezTo>
                  <a:pt x="23404" y="24705"/>
                  <a:pt x="22358" y="23735"/>
                  <a:pt x="22383" y="22523"/>
                </a:cubicBezTo>
                <a:cubicBezTo>
                  <a:pt x="22421" y="20673"/>
                  <a:pt x="24872" y="19422"/>
                  <a:pt x="24616" y="17585"/>
                </a:cubicBezTo>
                <a:cubicBezTo>
                  <a:pt x="24463" y="16411"/>
                  <a:pt x="23213" y="15696"/>
                  <a:pt x="22051" y="15479"/>
                </a:cubicBezTo>
                <a:cubicBezTo>
                  <a:pt x="20877" y="15250"/>
                  <a:pt x="19652" y="15326"/>
                  <a:pt x="18555" y="14892"/>
                </a:cubicBezTo>
                <a:cubicBezTo>
                  <a:pt x="16934" y="14190"/>
                  <a:pt x="15965" y="12532"/>
                  <a:pt x="16143" y="10783"/>
                </a:cubicBezTo>
                <a:cubicBezTo>
                  <a:pt x="16347" y="9124"/>
                  <a:pt x="18147" y="7619"/>
                  <a:pt x="19652" y="8333"/>
                </a:cubicBezTo>
                <a:cubicBezTo>
                  <a:pt x="20112" y="8537"/>
                  <a:pt x="20469" y="8908"/>
                  <a:pt x="20788" y="9290"/>
                </a:cubicBezTo>
                <a:cubicBezTo>
                  <a:pt x="21299" y="9877"/>
                  <a:pt x="21783" y="10554"/>
                  <a:pt x="21847" y="11319"/>
                </a:cubicBezTo>
                <a:cubicBezTo>
                  <a:pt x="21962" y="12889"/>
                  <a:pt x="20367" y="13961"/>
                  <a:pt x="19002" y="14739"/>
                </a:cubicBezTo>
                <a:cubicBezTo>
                  <a:pt x="17636" y="15518"/>
                  <a:pt x="16092" y="16743"/>
                  <a:pt x="16398" y="18287"/>
                </a:cubicBezTo>
                <a:cubicBezTo>
                  <a:pt x="16692" y="19741"/>
                  <a:pt x="18657" y="20354"/>
                  <a:pt x="20010" y="19729"/>
                </a:cubicBezTo>
                <a:cubicBezTo>
                  <a:pt x="21375" y="19091"/>
                  <a:pt x="22179" y="17700"/>
                  <a:pt x="22728" y="16309"/>
                </a:cubicBezTo>
                <a:cubicBezTo>
                  <a:pt x="22945" y="15747"/>
                  <a:pt x="23174" y="15135"/>
                  <a:pt x="23685" y="14816"/>
                </a:cubicBezTo>
                <a:cubicBezTo>
                  <a:pt x="24259" y="14458"/>
                  <a:pt x="24999" y="14599"/>
                  <a:pt x="25675" y="14650"/>
                </a:cubicBezTo>
                <a:cubicBezTo>
                  <a:pt x="27526" y="14816"/>
                  <a:pt x="29542" y="14139"/>
                  <a:pt x="30588" y="12595"/>
                </a:cubicBezTo>
                <a:cubicBezTo>
                  <a:pt x="31647" y="11064"/>
                  <a:pt x="31392" y="8652"/>
                  <a:pt x="29810" y="7657"/>
                </a:cubicBezTo>
                <a:cubicBezTo>
                  <a:pt x="28700" y="6955"/>
                  <a:pt x="27194" y="7083"/>
                  <a:pt x="26084" y="7785"/>
                </a:cubicBezTo>
                <a:cubicBezTo>
                  <a:pt x="24974" y="8499"/>
                  <a:pt x="24246" y="9686"/>
                  <a:pt x="23889" y="10962"/>
                </a:cubicBezTo>
                <a:cubicBezTo>
                  <a:pt x="23468" y="12442"/>
                  <a:pt x="23570" y="14165"/>
                  <a:pt x="24527" y="15377"/>
                </a:cubicBezTo>
                <a:cubicBezTo>
                  <a:pt x="25484" y="16602"/>
                  <a:pt x="27436" y="17049"/>
                  <a:pt x="28649" y="16092"/>
                </a:cubicBezTo>
                <a:cubicBezTo>
                  <a:pt x="30116" y="14918"/>
                  <a:pt x="29682" y="12366"/>
                  <a:pt x="28215" y="11166"/>
                </a:cubicBezTo>
                <a:cubicBezTo>
                  <a:pt x="26747" y="9979"/>
                  <a:pt x="24706" y="9839"/>
                  <a:pt x="22817" y="9954"/>
                </a:cubicBezTo>
                <a:cubicBezTo>
                  <a:pt x="21541" y="10030"/>
                  <a:pt x="20201" y="10247"/>
                  <a:pt x="19257" y="11102"/>
                </a:cubicBezTo>
                <a:cubicBezTo>
                  <a:pt x="18300" y="11957"/>
                  <a:pt x="18032" y="13642"/>
                  <a:pt x="19002" y="14471"/>
                </a:cubicBezTo>
                <a:cubicBezTo>
                  <a:pt x="20010" y="15313"/>
                  <a:pt x="21669" y="14701"/>
                  <a:pt x="22409" y="13603"/>
                </a:cubicBezTo>
                <a:cubicBezTo>
                  <a:pt x="23162" y="12519"/>
                  <a:pt x="23302" y="11153"/>
                  <a:pt x="23595" y="9865"/>
                </a:cubicBezTo>
                <a:cubicBezTo>
                  <a:pt x="23876" y="8576"/>
                  <a:pt x="24438" y="7198"/>
                  <a:pt x="25624" y="6623"/>
                </a:cubicBezTo>
                <a:cubicBezTo>
                  <a:pt x="26211" y="6330"/>
                  <a:pt x="26900" y="6279"/>
                  <a:pt x="27487" y="5985"/>
                </a:cubicBezTo>
                <a:cubicBezTo>
                  <a:pt x="29185" y="5143"/>
                  <a:pt x="29236" y="2400"/>
                  <a:pt x="27768" y="1200"/>
                </a:cubicBezTo>
                <a:cubicBezTo>
                  <a:pt x="26301" y="1"/>
                  <a:pt x="23965" y="307"/>
                  <a:pt x="22562" y="1583"/>
                </a:cubicBezTo>
                <a:cubicBezTo>
                  <a:pt x="21720" y="2336"/>
                  <a:pt x="21158" y="3344"/>
                  <a:pt x="20482" y="4263"/>
                </a:cubicBezTo>
                <a:cubicBezTo>
                  <a:pt x="18606" y="6815"/>
                  <a:pt x="15875" y="8614"/>
                  <a:pt x="12787" y="9341"/>
                </a:cubicBezTo>
                <a:cubicBezTo>
                  <a:pt x="12455" y="9443"/>
                  <a:pt x="12098" y="9469"/>
                  <a:pt x="11754" y="9431"/>
                </a:cubicBezTo>
                <a:cubicBezTo>
                  <a:pt x="11383" y="9341"/>
                  <a:pt x="11039" y="9163"/>
                  <a:pt x="10771" y="8882"/>
                </a:cubicBezTo>
                <a:cubicBezTo>
                  <a:pt x="9750" y="7912"/>
                  <a:pt x="9508" y="6381"/>
                  <a:pt x="10158" y="5143"/>
                </a:cubicBezTo>
                <a:cubicBezTo>
                  <a:pt x="10822" y="3905"/>
                  <a:pt x="12226" y="3242"/>
                  <a:pt x="13591" y="3548"/>
                </a:cubicBezTo>
                <a:cubicBezTo>
                  <a:pt x="14867" y="3816"/>
                  <a:pt x="15837" y="4850"/>
                  <a:pt x="16845" y="5692"/>
                </a:cubicBezTo>
                <a:cubicBezTo>
                  <a:pt x="18006" y="6674"/>
                  <a:pt x="19423" y="7491"/>
                  <a:pt x="20941" y="7376"/>
                </a:cubicBezTo>
                <a:cubicBezTo>
                  <a:pt x="22447" y="7274"/>
                  <a:pt x="23927" y="5909"/>
                  <a:pt x="23685" y="4416"/>
                </a:cubicBezTo>
                <a:cubicBezTo>
                  <a:pt x="23417" y="2872"/>
                  <a:pt x="21490" y="2081"/>
                  <a:pt x="19971" y="2489"/>
                </a:cubicBezTo>
                <a:cubicBezTo>
                  <a:pt x="18453" y="2897"/>
                  <a:pt x="17304" y="4122"/>
                  <a:pt x="16296" y="5335"/>
                </a:cubicBezTo>
                <a:cubicBezTo>
                  <a:pt x="15518" y="6279"/>
                  <a:pt x="14625" y="7338"/>
                  <a:pt x="13400" y="7402"/>
                </a:cubicBezTo>
                <a:cubicBezTo>
                  <a:pt x="12034" y="7491"/>
                  <a:pt x="10873" y="6126"/>
                  <a:pt x="10784" y="4760"/>
                </a:cubicBezTo>
                <a:cubicBezTo>
                  <a:pt x="10707" y="3382"/>
                  <a:pt x="11473" y="2081"/>
                  <a:pt x="12443" y="1085"/>
                </a:cubicBezTo>
                <a:cubicBezTo>
                  <a:pt x="12953" y="562"/>
                  <a:pt x="13629" y="77"/>
                  <a:pt x="14369" y="166"/>
                </a:cubicBezTo>
                <a:cubicBezTo>
                  <a:pt x="15390" y="307"/>
                  <a:pt x="15901" y="1494"/>
                  <a:pt x="16105" y="2514"/>
                </a:cubicBezTo>
                <a:cubicBezTo>
                  <a:pt x="16654" y="5220"/>
                  <a:pt x="16296" y="8308"/>
                  <a:pt x="14357" y="10273"/>
                </a:cubicBezTo>
                <a:cubicBezTo>
                  <a:pt x="11958" y="12697"/>
                  <a:pt x="7428" y="12442"/>
                  <a:pt x="5335" y="9763"/>
                </a:cubicBezTo>
                <a:cubicBezTo>
                  <a:pt x="4773" y="9048"/>
                  <a:pt x="4365" y="8155"/>
                  <a:pt x="4442" y="7249"/>
                </a:cubicBezTo>
                <a:cubicBezTo>
                  <a:pt x="4531" y="6572"/>
                  <a:pt x="4799" y="5934"/>
                  <a:pt x="5233" y="5411"/>
                </a:cubicBezTo>
                <a:cubicBezTo>
                  <a:pt x="6011" y="4365"/>
                  <a:pt x="7211" y="3561"/>
                  <a:pt x="8525" y="3561"/>
                </a:cubicBezTo>
                <a:cubicBezTo>
                  <a:pt x="9827" y="3561"/>
                  <a:pt x="11141" y="4543"/>
                  <a:pt x="11256" y="5845"/>
                </a:cubicBezTo>
                <a:cubicBezTo>
                  <a:pt x="11358" y="7070"/>
                  <a:pt x="10414" y="8180"/>
                  <a:pt x="9291" y="8716"/>
                </a:cubicBezTo>
                <a:cubicBezTo>
                  <a:pt x="8168" y="9239"/>
                  <a:pt x="6892" y="9290"/>
                  <a:pt x="5679" y="9418"/>
                </a:cubicBezTo>
                <a:cubicBezTo>
                  <a:pt x="4454" y="9546"/>
                  <a:pt x="3166" y="9763"/>
                  <a:pt x="2196" y="10528"/>
                </a:cubicBezTo>
                <a:cubicBezTo>
                  <a:pt x="652" y="11740"/>
                  <a:pt x="511" y="14497"/>
                  <a:pt x="2170" y="15556"/>
                </a:cubicBezTo>
                <a:cubicBezTo>
                  <a:pt x="3497" y="16398"/>
                  <a:pt x="5373" y="15862"/>
                  <a:pt x="6458" y="14714"/>
                </a:cubicBezTo>
                <a:cubicBezTo>
                  <a:pt x="7555" y="13578"/>
                  <a:pt x="8040" y="11996"/>
                  <a:pt x="8397" y="10464"/>
                </a:cubicBezTo>
                <a:cubicBezTo>
                  <a:pt x="8653" y="9392"/>
                  <a:pt x="8831" y="8206"/>
                  <a:pt x="8283" y="7274"/>
                </a:cubicBezTo>
                <a:cubicBezTo>
                  <a:pt x="7849" y="6534"/>
                  <a:pt x="7019" y="6100"/>
                  <a:pt x="6177" y="5947"/>
                </a:cubicBezTo>
                <a:cubicBezTo>
                  <a:pt x="4556" y="5654"/>
                  <a:pt x="2821" y="6343"/>
                  <a:pt x="1685" y="7568"/>
                </a:cubicBezTo>
                <a:cubicBezTo>
                  <a:pt x="550" y="8780"/>
                  <a:pt x="1" y="10477"/>
                  <a:pt x="14" y="12136"/>
                </a:cubicBezTo>
                <a:cubicBezTo>
                  <a:pt x="14" y="13157"/>
                  <a:pt x="243" y="14203"/>
                  <a:pt x="830" y="15033"/>
                </a:cubicBezTo>
                <a:cubicBezTo>
                  <a:pt x="1953" y="16602"/>
                  <a:pt x="4186" y="17036"/>
                  <a:pt x="6037" y="16538"/>
                </a:cubicBezTo>
                <a:cubicBezTo>
                  <a:pt x="7517" y="16130"/>
                  <a:pt x="8831" y="15224"/>
                  <a:pt x="10299" y="14777"/>
                </a:cubicBezTo>
                <a:cubicBezTo>
                  <a:pt x="11779" y="14344"/>
                  <a:pt x="13655" y="14509"/>
                  <a:pt x="14472" y="15811"/>
                </a:cubicBezTo>
                <a:cubicBezTo>
                  <a:pt x="15250" y="17062"/>
                  <a:pt x="14574" y="18912"/>
                  <a:pt x="13234" y="19524"/>
                </a:cubicBezTo>
                <a:cubicBezTo>
                  <a:pt x="11894" y="20137"/>
                  <a:pt x="10197" y="19601"/>
                  <a:pt x="9278" y="18440"/>
                </a:cubicBezTo>
                <a:cubicBezTo>
                  <a:pt x="8372" y="17279"/>
                  <a:pt x="8206" y="15645"/>
                  <a:pt x="8640" y="14242"/>
                </a:cubicBezTo>
                <a:cubicBezTo>
                  <a:pt x="9125" y="12710"/>
                  <a:pt x="10312" y="11396"/>
                  <a:pt x="11830" y="10924"/>
                </a:cubicBezTo>
                <a:cubicBezTo>
                  <a:pt x="13999" y="10247"/>
                  <a:pt x="16590" y="11562"/>
                  <a:pt x="17330" y="13718"/>
                </a:cubicBezTo>
                <a:cubicBezTo>
                  <a:pt x="18057" y="15862"/>
                  <a:pt x="16820" y="18491"/>
                  <a:pt x="14688" y="19282"/>
                </a:cubicBezTo>
                <a:cubicBezTo>
                  <a:pt x="12966" y="19920"/>
                  <a:pt x="11001" y="19448"/>
                  <a:pt x="9240" y="19997"/>
                </a:cubicBezTo>
                <a:cubicBezTo>
                  <a:pt x="8449" y="20239"/>
                  <a:pt x="7721" y="20686"/>
                  <a:pt x="7147" y="21298"/>
                </a:cubicBezTo>
                <a:cubicBezTo>
                  <a:pt x="6764" y="21707"/>
                  <a:pt x="6445" y="22204"/>
                  <a:pt x="6394" y="22753"/>
                </a:cubicBezTo>
                <a:cubicBezTo>
                  <a:pt x="6330" y="23710"/>
                  <a:pt x="7160" y="24565"/>
                  <a:pt x="8091" y="24756"/>
                </a:cubicBezTo>
                <a:cubicBezTo>
                  <a:pt x="9035" y="24935"/>
                  <a:pt x="10005" y="24565"/>
                  <a:pt x="10771" y="23991"/>
                </a:cubicBezTo>
                <a:cubicBezTo>
                  <a:pt x="11856" y="23174"/>
                  <a:pt x="12621" y="21872"/>
                  <a:pt x="12583" y="20520"/>
                </a:cubicBezTo>
                <a:cubicBezTo>
                  <a:pt x="12557" y="19167"/>
                  <a:pt x="11600" y="17827"/>
                  <a:pt x="10273" y="17559"/>
                </a:cubicBezTo>
                <a:cubicBezTo>
                  <a:pt x="8946" y="17291"/>
                  <a:pt x="7440" y="18312"/>
                  <a:pt x="7389" y="19665"/>
                </a:cubicBezTo>
                <a:cubicBezTo>
                  <a:pt x="7338" y="20928"/>
                  <a:pt x="8512" y="22013"/>
                  <a:pt x="9776" y="22179"/>
                </a:cubicBezTo>
                <a:cubicBezTo>
                  <a:pt x="11026" y="22332"/>
                  <a:pt x="12277" y="21758"/>
                  <a:pt x="13247" y="20954"/>
                </a:cubicBezTo>
                <a:cubicBezTo>
                  <a:pt x="13987" y="20341"/>
                  <a:pt x="14612" y="19588"/>
                  <a:pt x="15480" y="19193"/>
                </a:cubicBezTo>
                <a:cubicBezTo>
                  <a:pt x="16985" y="18491"/>
                  <a:pt x="18989" y="19231"/>
                  <a:pt x="19678" y="20737"/>
                </a:cubicBezTo>
                <a:cubicBezTo>
                  <a:pt x="20367" y="22242"/>
                  <a:pt x="19627" y="24246"/>
                  <a:pt x="18121" y="24935"/>
                </a:cubicBezTo>
                <a:cubicBezTo>
                  <a:pt x="16615" y="25624"/>
                  <a:pt x="14612" y="24884"/>
                  <a:pt x="13936" y="23365"/>
                </a:cubicBezTo>
                <a:cubicBezTo>
                  <a:pt x="13566" y="22561"/>
                  <a:pt x="13553" y="21630"/>
                  <a:pt x="13668" y="20749"/>
                </a:cubicBezTo>
                <a:cubicBezTo>
                  <a:pt x="13834" y="19550"/>
                  <a:pt x="14216" y="18338"/>
                  <a:pt x="15020" y="17432"/>
                </a:cubicBezTo>
                <a:cubicBezTo>
                  <a:pt x="15811" y="16513"/>
                  <a:pt x="17075" y="15951"/>
                  <a:pt x="18261" y="16194"/>
                </a:cubicBezTo>
                <a:cubicBezTo>
                  <a:pt x="19448" y="16449"/>
                  <a:pt x="20431" y="17636"/>
                  <a:pt x="20227" y="18835"/>
                </a:cubicBezTo>
                <a:cubicBezTo>
                  <a:pt x="20112" y="19588"/>
                  <a:pt x="19589" y="20239"/>
                  <a:pt x="19589" y="21005"/>
                </a:cubicBezTo>
                <a:cubicBezTo>
                  <a:pt x="19589" y="21974"/>
                  <a:pt x="20482" y="22753"/>
                  <a:pt x="21413" y="23034"/>
                </a:cubicBezTo>
                <a:cubicBezTo>
                  <a:pt x="23621" y="23684"/>
                  <a:pt x="26199" y="22000"/>
                  <a:pt x="26530" y="19729"/>
                </a:cubicBezTo>
                <a:cubicBezTo>
                  <a:pt x="26862" y="17444"/>
                  <a:pt x="24923" y="15122"/>
                  <a:pt x="22626" y="15007"/>
                </a:cubicBezTo>
                <a:cubicBezTo>
                  <a:pt x="21758" y="14956"/>
                  <a:pt x="20737" y="15339"/>
                  <a:pt x="20584" y="16194"/>
                </a:cubicBezTo>
                <a:cubicBezTo>
                  <a:pt x="20444" y="16921"/>
                  <a:pt x="21056" y="17598"/>
                  <a:pt x="21720" y="17929"/>
                </a:cubicBezTo>
                <a:cubicBezTo>
                  <a:pt x="23340" y="18733"/>
                  <a:pt x="25548" y="18031"/>
                  <a:pt x="26416" y="16436"/>
                </a:cubicBezTo>
                <a:cubicBezTo>
                  <a:pt x="27322" y="14790"/>
                  <a:pt x="26798" y="12723"/>
                  <a:pt x="25918" y="11051"/>
                </a:cubicBezTo>
                <a:cubicBezTo>
                  <a:pt x="25050" y="9380"/>
                  <a:pt x="23851" y="7848"/>
                  <a:pt x="23366" y="6036"/>
                </a:cubicBezTo>
                <a:cubicBezTo>
                  <a:pt x="22894" y="4212"/>
                  <a:pt x="23430" y="1915"/>
                  <a:pt x="25165" y="1187"/>
                </a:cubicBezTo>
                <a:cubicBezTo>
                  <a:pt x="26900" y="460"/>
                  <a:pt x="28904" y="1672"/>
                  <a:pt x="30014" y="3204"/>
                </a:cubicBezTo>
                <a:cubicBezTo>
                  <a:pt x="31060" y="4658"/>
                  <a:pt x="31660" y="6560"/>
                  <a:pt x="31188" y="8282"/>
                </a:cubicBezTo>
                <a:cubicBezTo>
                  <a:pt x="30499" y="10745"/>
                  <a:pt x="27947" y="12149"/>
                  <a:pt x="26479" y="14242"/>
                </a:cubicBezTo>
                <a:cubicBezTo>
                  <a:pt x="26250" y="14573"/>
                  <a:pt x="26045" y="14931"/>
                  <a:pt x="26020" y="15339"/>
                </a:cubicBezTo>
                <a:cubicBezTo>
                  <a:pt x="25982" y="16322"/>
                  <a:pt x="27015" y="16947"/>
                  <a:pt x="27615" y="17725"/>
                </a:cubicBezTo>
                <a:cubicBezTo>
                  <a:pt x="28802" y="19307"/>
                  <a:pt x="28100" y="21758"/>
                  <a:pt x="26530" y="22957"/>
                </a:cubicBezTo>
                <a:cubicBezTo>
                  <a:pt x="24961" y="24169"/>
                  <a:pt x="22843" y="24361"/>
                  <a:pt x="20877" y="24169"/>
                </a:cubicBezTo>
                <a:cubicBezTo>
                  <a:pt x="18491" y="23940"/>
                  <a:pt x="16130" y="23187"/>
                  <a:pt x="14191" y="21783"/>
                </a:cubicBezTo>
                <a:cubicBezTo>
                  <a:pt x="12251" y="20392"/>
                  <a:pt x="10745" y="18312"/>
                  <a:pt x="10273" y="15964"/>
                </a:cubicBezTo>
                <a:cubicBezTo>
                  <a:pt x="9903" y="14139"/>
                  <a:pt x="10056" y="12034"/>
                  <a:pt x="8768" y="10707"/>
                </a:cubicBezTo>
                <a:cubicBezTo>
                  <a:pt x="7619" y="9507"/>
                  <a:pt x="5552" y="9456"/>
                  <a:pt x="4212" y="10413"/>
                </a:cubicBezTo>
                <a:cubicBezTo>
                  <a:pt x="2859" y="11383"/>
                  <a:pt x="2234" y="13170"/>
                  <a:pt x="2464" y="14816"/>
                </a:cubicBezTo>
                <a:cubicBezTo>
                  <a:pt x="2744" y="16883"/>
                  <a:pt x="4786" y="18848"/>
                  <a:pt x="6777" y="18197"/>
                </a:cubicBezTo>
                <a:cubicBezTo>
                  <a:pt x="8372" y="17674"/>
                  <a:pt x="9087" y="15824"/>
                  <a:pt x="9342" y="14152"/>
                </a:cubicBezTo>
                <a:cubicBezTo>
                  <a:pt x="9610" y="12493"/>
                  <a:pt x="9661" y="10681"/>
                  <a:pt x="10682" y="9354"/>
                </a:cubicBezTo>
                <a:cubicBezTo>
                  <a:pt x="11205" y="8691"/>
                  <a:pt x="11996" y="8180"/>
                  <a:pt x="12838" y="8218"/>
                </a:cubicBezTo>
                <a:cubicBezTo>
                  <a:pt x="13872" y="8257"/>
                  <a:pt x="14765" y="9137"/>
                  <a:pt x="14969" y="10145"/>
                </a:cubicBezTo>
                <a:cubicBezTo>
                  <a:pt x="15173" y="11166"/>
                  <a:pt x="14791" y="12238"/>
                  <a:pt x="14101" y="13016"/>
                </a:cubicBezTo>
                <a:cubicBezTo>
                  <a:pt x="13502" y="13667"/>
                  <a:pt x="12685" y="14178"/>
                  <a:pt x="12379" y="15007"/>
                </a:cubicBezTo>
                <a:cubicBezTo>
                  <a:pt x="12085" y="15837"/>
                  <a:pt x="12864" y="17036"/>
                  <a:pt x="13655" y="16628"/>
                </a:cubicBezTo>
              </a:path>
            </a:pathLst>
          </a:custGeom>
          <a:noFill/>
          <a:ln w="19050" cap="flat" cmpd="sng">
            <a:solidFill>
              <a:schemeClr val="dk1"/>
            </a:solidFill>
            <a:prstDash val="solid"/>
            <a:miter lim="1276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39">
            <a:extLst>
              <a:ext uri="{FF2B5EF4-FFF2-40B4-BE49-F238E27FC236}">
                <a16:creationId xmlns:a16="http://schemas.microsoft.com/office/drawing/2014/main" id="{D6717941-9A8C-DB11-9550-E97D109065A1}"/>
              </a:ext>
            </a:extLst>
          </p:cNvPr>
          <p:cNvSpPr/>
          <p:nvPr/>
        </p:nvSpPr>
        <p:spPr>
          <a:xfrm>
            <a:off x="6998750" y="3510449"/>
            <a:ext cx="381612" cy="413821"/>
          </a:xfrm>
          <a:custGeom>
            <a:avLst/>
            <a:gdLst/>
            <a:ahLst/>
            <a:cxnLst/>
            <a:rect l="l" t="t" r="r" b="b"/>
            <a:pathLst>
              <a:path w="12239" h="13272" extrusionOk="0">
                <a:moveTo>
                  <a:pt x="10087" y="496"/>
                </a:moveTo>
                <a:cubicBezTo>
                  <a:pt x="10089" y="496"/>
                  <a:pt x="10092" y="496"/>
                  <a:pt x="10095" y="497"/>
                </a:cubicBezTo>
                <a:cubicBezTo>
                  <a:pt x="10120" y="497"/>
                  <a:pt x="10158" y="535"/>
                  <a:pt x="10184" y="599"/>
                </a:cubicBezTo>
                <a:cubicBezTo>
                  <a:pt x="10222" y="663"/>
                  <a:pt x="10235" y="676"/>
                  <a:pt x="10248" y="714"/>
                </a:cubicBezTo>
                <a:cubicBezTo>
                  <a:pt x="11613" y="3151"/>
                  <a:pt x="11753" y="6635"/>
                  <a:pt x="10414" y="9085"/>
                </a:cubicBezTo>
                <a:cubicBezTo>
                  <a:pt x="9402" y="10913"/>
                  <a:pt x="7386" y="12554"/>
                  <a:pt x="5495" y="12554"/>
                </a:cubicBezTo>
                <a:cubicBezTo>
                  <a:pt x="5286" y="12554"/>
                  <a:pt x="5079" y="12534"/>
                  <a:pt x="4875" y="12492"/>
                </a:cubicBezTo>
                <a:cubicBezTo>
                  <a:pt x="4544" y="12428"/>
                  <a:pt x="4225" y="12301"/>
                  <a:pt x="3931" y="12122"/>
                </a:cubicBezTo>
                <a:cubicBezTo>
                  <a:pt x="7364" y="10246"/>
                  <a:pt x="9495" y="6431"/>
                  <a:pt x="10171" y="2781"/>
                </a:cubicBezTo>
                <a:cubicBezTo>
                  <a:pt x="10197" y="2641"/>
                  <a:pt x="10107" y="2513"/>
                  <a:pt x="9980" y="2488"/>
                </a:cubicBezTo>
                <a:cubicBezTo>
                  <a:pt x="9964" y="2485"/>
                  <a:pt x="9948" y="2483"/>
                  <a:pt x="9932" y="2483"/>
                </a:cubicBezTo>
                <a:cubicBezTo>
                  <a:pt x="9811" y="2483"/>
                  <a:pt x="9709" y="2568"/>
                  <a:pt x="9686" y="2692"/>
                </a:cubicBezTo>
                <a:cubicBezTo>
                  <a:pt x="9023" y="6265"/>
                  <a:pt x="6917" y="10029"/>
                  <a:pt x="3510" y="11790"/>
                </a:cubicBezTo>
                <a:cubicBezTo>
                  <a:pt x="2732" y="10884"/>
                  <a:pt x="3140" y="9008"/>
                  <a:pt x="3893" y="7834"/>
                </a:cubicBezTo>
                <a:cubicBezTo>
                  <a:pt x="5488" y="5346"/>
                  <a:pt x="6573" y="5499"/>
                  <a:pt x="8040" y="3853"/>
                </a:cubicBezTo>
                <a:cubicBezTo>
                  <a:pt x="9778" y="1926"/>
                  <a:pt x="9888" y="496"/>
                  <a:pt x="10087" y="496"/>
                </a:cubicBezTo>
                <a:close/>
                <a:moveTo>
                  <a:pt x="10066" y="0"/>
                </a:moveTo>
                <a:cubicBezTo>
                  <a:pt x="9693" y="0"/>
                  <a:pt x="9533" y="388"/>
                  <a:pt x="9406" y="701"/>
                </a:cubicBezTo>
                <a:cubicBezTo>
                  <a:pt x="9023" y="1748"/>
                  <a:pt x="8436" y="2705"/>
                  <a:pt x="7683" y="3521"/>
                </a:cubicBezTo>
                <a:cubicBezTo>
                  <a:pt x="7211" y="4032"/>
                  <a:pt x="6687" y="4478"/>
                  <a:pt x="6126" y="4848"/>
                </a:cubicBezTo>
                <a:cubicBezTo>
                  <a:pt x="5054" y="5550"/>
                  <a:pt x="4148" y="6469"/>
                  <a:pt x="3485" y="7566"/>
                </a:cubicBezTo>
                <a:cubicBezTo>
                  <a:pt x="2732" y="8740"/>
                  <a:pt x="2145" y="10820"/>
                  <a:pt x="3063" y="12020"/>
                </a:cubicBezTo>
                <a:cubicBezTo>
                  <a:pt x="2157" y="12428"/>
                  <a:pt x="1213" y="12683"/>
                  <a:pt x="231" y="12773"/>
                </a:cubicBezTo>
                <a:cubicBezTo>
                  <a:pt x="103" y="12786"/>
                  <a:pt x="1" y="12913"/>
                  <a:pt x="14" y="13053"/>
                </a:cubicBezTo>
                <a:lnTo>
                  <a:pt x="26" y="13053"/>
                </a:lnTo>
                <a:cubicBezTo>
                  <a:pt x="38" y="13174"/>
                  <a:pt x="141" y="13272"/>
                  <a:pt x="271" y="13272"/>
                </a:cubicBezTo>
                <a:cubicBezTo>
                  <a:pt x="279" y="13272"/>
                  <a:pt x="286" y="13271"/>
                  <a:pt x="294" y="13270"/>
                </a:cubicBezTo>
                <a:cubicBezTo>
                  <a:pt x="1379" y="13156"/>
                  <a:pt x="2438" y="12862"/>
                  <a:pt x="3434" y="12390"/>
                </a:cubicBezTo>
                <a:cubicBezTo>
                  <a:pt x="3459" y="12403"/>
                  <a:pt x="3472" y="12428"/>
                  <a:pt x="3497" y="12441"/>
                </a:cubicBezTo>
                <a:cubicBezTo>
                  <a:pt x="3880" y="12696"/>
                  <a:pt x="4314" y="12888"/>
                  <a:pt x="4773" y="12977"/>
                </a:cubicBezTo>
                <a:cubicBezTo>
                  <a:pt x="5011" y="13024"/>
                  <a:pt x="5250" y="13047"/>
                  <a:pt x="5490" y="13047"/>
                </a:cubicBezTo>
                <a:cubicBezTo>
                  <a:pt x="7639" y="13047"/>
                  <a:pt x="9790" y="11234"/>
                  <a:pt x="10835" y="9327"/>
                </a:cubicBezTo>
                <a:cubicBezTo>
                  <a:pt x="12238" y="6788"/>
                  <a:pt x="12162" y="3151"/>
                  <a:pt x="10682" y="471"/>
                </a:cubicBezTo>
                <a:cubicBezTo>
                  <a:pt x="10656" y="433"/>
                  <a:pt x="10631" y="395"/>
                  <a:pt x="10605" y="344"/>
                </a:cubicBezTo>
                <a:cubicBezTo>
                  <a:pt x="10528" y="178"/>
                  <a:pt x="10375" y="63"/>
                  <a:pt x="10184" y="12"/>
                </a:cubicBezTo>
                <a:cubicBezTo>
                  <a:pt x="10143" y="4"/>
                  <a:pt x="10103" y="0"/>
                  <a:pt x="100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891756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72">
          <a:extLst>
            <a:ext uri="{FF2B5EF4-FFF2-40B4-BE49-F238E27FC236}">
              <a16:creationId xmlns:a16="http://schemas.microsoft.com/office/drawing/2014/main" id="{BC35AB7B-D3E5-51B5-B456-0386A5101E38}"/>
            </a:ext>
          </a:extLst>
        </p:cNvPr>
        <p:cNvGrpSpPr/>
        <p:nvPr/>
      </p:nvGrpSpPr>
      <p:grpSpPr>
        <a:xfrm>
          <a:off x="0" y="0"/>
          <a:ext cx="0" cy="0"/>
          <a:chOff x="0" y="0"/>
          <a:chExt cx="0" cy="0"/>
        </a:xfrm>
      </p:grpSpPr>
      <p:sp>
        <p:nvSpPr>
          <p:cNvPr id="673" name="Google Shape;673;p42">
            <a:extLst>
              <a:ext uri="{FF2B5EF4-FFF2-40B4-BE49-F238E27FC236}">
                <a16:creationId xmlns:a16="http://schemas.microsoft.com/office/drawing/2014/main" id="{7AECE783-F301-AE2D-B0D7-9902C6F9D69F}"/>
              </a:ext>
            </a:extLst>
          </p:cNvPr>
          <p:cNvSpPr txBox="1">
            <a:spLocks noGrp="1"/>
          </p:cNvSpPr>
          <p:nvPr>
            <p:ph type="subTitle" idx="3"/>
          </p:nvPr>
        </p:nvSpPr>
        <p:spPr>
          <a:xfrm>
            <a:off x="813484" y="1252715"/>
            <a:ext cx="3023700" cy="507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Clr>
                <a:schemeClr val="dk1"/>
              </a:buClr>
              <a:buSzPts val="1100"/>
              <a:buFont typeface="Arial"/>
              <a:buNone/>
            </a:pPr>
            <a:r>
              <a:rPr lang="en" dirty="0"/>
              <a:t>What is it?</a:t>
            </a:r>
            <a:endParaRPr dirty="0"/>
          </a:p>
        </p:txBody>
      </p:sp>
      <p:sp>
        <p:nvSpPr>
          <p:cNvPr id="674" name="Google Shape;674;p42">
            <a:extLst>
              <a:ext uri="{FF2B5EF4-FFF2-40B4-BE49-F238E27FC236}">
                <a16:creationId xmlns:a16="http://schemas.microsoft.com/office/drawing/2014/main" id="{EDDA0947-A178-035A-D521-DF04AC810A47}"/>
              </a:ext>
            </a:extLst>
          </p:cNvPr>
          <p:cNvSpPr txBox="1">
            <a:spLocks noGrp="1"/>
          </p:cNvSpPr>
          <p:nvPr>
            <p:ph type="subTitle" idx="4"/>
          </p:nvPr>
        </p:nvSpPr>
        <p:spPr>
          <a:xfrm>
            <a:off x="5931696" y="1265906"/>
            <a:ext cx="2927180" cy="704213"/>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Clr>
                <a:schemeClr val="dk1"/>
              </a:buClr>
              <a:buSzPts val="1100"/>
              <a:buFont typeface="Arial"/>
              <a:buNone/>
            </a:pPr>
            <a:r>
              <a:rPr lang="en" dirty="0"/>
              <a:t>Why does this design matter?</a:t>
            </a:r>
            <a:endParaRPr dirty="0"/>
          </a:p>
        </p:txBody>
      </p:sp>
      <p:sp>
        <p:nvSpPr>
          <p:cNvPr id="675" name="Google Shape;675;p42">
            <a:extLst>
              <a:ext uri="{FF2B5EF4-FFF2-40B4-BE49-F238E27FC236}">
                <a16:creationId xmlns:a16="http://schemas.microsoft.com/office/drawing/2014/main" id="{C4ACFA11-CEA3-F654-921F-206179F4CFA7}"/>
              </a:ext>
            </a:extLst>
          </p:cNvPr>
          <p:cNvSpPr txBox="1">
            <a:spLocks noGrp="1"/>
          </p:cNvSpPr>
          <p:nvPr>
            <p:ph type="title"/>
          </p:nvPr>
        </p:nvSpPr>
        <p:spPr>
          <a:xfrm>
            <a:off x="720000" y="462443"/>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Study design: 2023 National YRBS</a:t>
            </a:r>
            <a:endParaRPr b="1" dirty="0"/>
          </a:p>
        </p:txBody>
      </p:sp>
      <p:sp>
        <p:nvSpPr>
          <p:cNvPr id="676" name="Google Shape;676;p42">
            <a:extLst>
              <a:ext uri="{FF2B5EF4-FFF2-40B4-BE49-F238E27FC236}">
                <a16:creationId xmlns:a16="http://schemas.microsoft.com/office/drawing/2014/main" id="{BD8AFA5D-866B-1FEF-1179-0343CF6599D2}"/>
              </a:ext>
            </a:extLst>
          </p:cNvPr>
          <p:cNvSpPr txBox="1">
            <a:spLocks noGrp="1"/>
          </p:cNvSpPr>
          <p:nvPr>
            <p:ph type="subTitle" idx="1"/>
          </p:nvPr>
        </p:nvSpPr>
        <p:spPr>
          <a:xfrm>
            <a:off x="5264088" y="1992644"/>
            <a:ext cx="3879912" cy="2411738"/>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t>Weight</a:t>
            </a:r>
          </a:p>
          <a:p>
            <a:pPr marL="0" lvl="0" indent="0" algn="l" rtl="0">
              <a:spcBef>
                <a:spcPts val="0"/>
              </a:spcBef>
              <a:spcAft>
                <a:spcPts val="0"/>
              </a:spcAft>
              <a:buNone/>
            </a:pPr>
            <a:r>
              <a:rPr lang="en-GB" dirty="0"/>
              <a:t>Each respondent stands in for a number of real students nationally (not every student in the survey represents just one person)</a:t>
            </a:r>
          </a:p>
          <a:p>
            <a:pPr marL="0" lvl="0" indent="0" algn="l" rtl="0">
              <a:spcBef>
                <a:spcPts val="0"/>
              </a:spcBef>
              <a:spcAft>
                <a:spcPts val="0"/>
              </a:spcAft>
              <a:buNone/>
            </a:pPr>
            <a:endParaRPr lang="en-GB" dirty="0"/>
          </a:p>
          <a:p>
            <a:pPr marL="0" lvl="0" indent="0" algn="l" rtl="0">
              <a:spcBef>
                <a:spcPts val="0"/>
              </a:spcBef>
              <a:spcAft>
                <a:spcPts val="0"/>
              </a:spcAft>
              <a:buNone/>
            </a:pPr>
            <a:r>
              <a:rPr lang="en-GB" b="1" dirty="0"/>
              <a:t>stratum / psu</a:t>
            </a:r>
          </a:p>
          <a:p>
            <a:pPr marL="0" lvl="0" indent="0" algn="l" rtl="0">
              <a:spcBef>
                <a:spcPts val="0"/>
              </a:spcBef>
              <a:spcAft>
                <a:spcPts val="0"/>
              </a:spcAft>
              <a:buNone/>
            </a:pPr>
            <a:r>
              <a:rPr lang="en-GB" dirty="0"/>
              <a:t>Students in the same school answer more alike than random students elsewhere.</a:t>
            </a:r>
          </a:p>
          <a:p>
            <a:pPr marL="0" lvl="0" indent="0" algn="l" rtl="0">
              <a:spcBef>
                <a:spcPts val="0"/>
              </a:spcBef>
              <a:spcAft>
                <a:spcPts val="0"/>
              </a:spcAft>
              <a:buNone/>
            </a:pPr>
            <a:endParaRPr lang="en-GB" dirty="0"/>
          </a:p>
          <a:p>
            <a:pPr marL="0" lvl="0" indent="0" algn="l" rtl="0">
              <a:spcBef>
                <a:spcPts val="0"/>
              </a:spcBef>
              <a:spcAft>
                <a:spcPts val="0"/>
              </a:spcAft>
              <a:buNone/>
            </a:pPr>
            <a:r>
              <a:rPr lang="en-GB" dirty="0"/>
              <a:t>Ignoring this understates uncertainty.</a:t>
            </a:r>
          </a:p>
          <a:p>
            <a:pPr marL="0" lvl="0" indent="0" algn="l" rtl="0">
              <a:spcBef>
                <a:spcPts val="0"/>
              </a:spcBef>
              <a:spcAft>
                <a:spcPts val="0"/>
              </a:spcAft>
              <a:buNone/>
            </a:pPr>
            <a:endParaRPr lang="en-GB" dirty="0"/>
          </a:p>
          <a:p>
            <a:pPr marL="0" lvl="0" indent="0" algn="l" rtl="0">
              <a:spcBef>
                <a:spcPts val="0"/>
              </a:spcBef>
              <a:spcAft>
                <a:spcPts val="0"/>
              </a:spcAft>
              <a:buNone/>
            </a:pPr>
            <a:endParaRPr lang="en-GB" dirty="0"/>
          </a:p>
          <a:p>
            <a:pPr marL="0" lvl="0" indent="0" algn="l" rtl="0">
              <a:spcBef>
                <a:spcPts val="0"/>
              </a:spcBef>
              <a:spcAft>
                <a:spcPts val="0"/>
              </a:spcAft>
              <a:buNone/>
            </a:pPr>
            <a:endParaRPr lang="en-GB" dirty="0"/>
          </a:p>
        </p:txBody>
      </p:sp>
      <p:sp>
        <p:nvSpPr>
          <p:cNvPr id="677" name="Google Shape;677;p42">
            <a:extLst>
              <a:ext uri="{FF2B5EF4-FFF2-40B4-BE49-F238E27FC236}">
                <a16:creationId xmlns:a16="http://schemas.microsoft.com/office/drawing/2014/main" id="{F2F9EEF8-A4EB-A974-01E5-8C9FCF063303}"/>
              </a:ext>
            </a:extLst>
          </p:cNvPr>
          <p:cNvSpPr txBox="1">
            <a:spLocks noGrp="1"/>
          </p:cNvSpPr>
          <p:nvPr>
            <p:ph type="subTitle" idx="2"/>
          </p:nvPr>
        </p:nvSpPr>
        <p:spPr>
          <a:xfrm>
            <a:off x="854876" y="1705695"/>
            <a:ext cx="4135135" cy="299278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pPr>
            <a:r>
              <a:rPr lang="en-GB" dirty="0"/>
              <a:t>A nationally representative, biennial CDC survey of U.S. high school students (grades 9-12)</a:t>
            </a:r>
          </a:p>
          <a:p>
            <a:pPr marL="0" lvl="0" indent="0" algn="l" rtl="0">
              <a:spcBef>
                <a:spcPts val="0"/>
              </a:spcBef>
              <a:spcAft>
                <a:spcPts val="0"/>
              </a:spcAft>
            </a:pPr>
            <a:endParaRPr lang="en-GB" dirty="0"/>
          </a:p>
          <a:p>
            <a:pPr marL="0" lvl="0" indent="0" algn="l" rtl="0">
              <a:spcBef>
                <a:spcPts val="0"/>
              </a:spcBef>
              <a:spcAft>
                <a:spcPts val="0"/>
              </a:spcAft>
            </a:pPr>
            <a:r>
              <a:rPr lang="en-GB" dirty="0"/>
              <a:t>Anonymous, self-report questionnaire: every value in this dataset is what a student said, not something independently verified</a:t>
            </a:r>
          </a:p>
          <a:p>
            <a:pPr marL="0" lvl="0" indent="0" algn="l" rtl="0">
              <a:spcBef>
                <a:spcPts val="0"/>
              </a:spcBef>
              <a:spcAft>
                <a:spcPts val="0"/>
              </a:spcAft>
            </a:pPr>
            <a:endParaRPr lang="en-GB" dirty="0"/>
          </a:p>
          <a:p>
            <a:pPr marL="0" lvl="0" indent="0" algn="l" rtl="0">
              <a:spcBef>
                <a:spcPts val="0"/>
              </a:spcBef>
              <a:spcAft>
                <a:spcPts val="0"/>
              </a:spcAft>
            </a:pPr>
            <a:r>
              <a:rPr lang="en-GB" dirty="0"/>
              <a:t>20,103 usable student responses in the 2023 cycle</a:t>
            </a:r>
          </a:p>
          <a:p>
            <a:pPr marL="0" lvl="0" indent="0" algn="l" rtl="0">
              <a:spcBef>
                <a:spcPts val="0"/>
              </a:spcBef>
              <a:spcAft>
                <a:spcPts val="0"/>
              </a:spcAft>
            </a:pPr>
            <a:endParaRPr lang="en-GB" dirty="0"/>
          </a:p>
          <a:p>
            <a:pPr marL="0" lvl="0" indent="0" algn="l" rtl="0">
              <a:spcBef>
                <a:spcPts val="0"/>
              </a:spcBef>
              <a:spcAft>
                <a:spcPts val="0"/>
              </a:spcAft>
            </a:pPr>
            <a:r>
              <a:rPr lang="en-GB" dirty="0"/>
              <a:t>Three-stage stratified cluster design:</a:t>
            </a:r>
          </a:p>
          <a:p>
            <a:pPr marL="0" lvl="0" indent="0" algn="l" rtl="0">
              <a:spcBef>
                <a:spcPts val="0"/>
              </a:spcBef>
              <a:spcAft>
                <a:spcPts val="0"/>
              </a:spcAft>
            </a:pPr>
            <a:r>
              <a:rPr lang="en-GB" dirty="0"/>
              <a:t>strata → primary sampling units (PSUs, roughly clusters of schools) → classrooms</a:t>
            </a:r>
          </a:p>
          <a:p>
            <a:pPr marL="0" lvl="0" indent="0" algn="l" rtl="0">
              <a:spcBef>
                <a:spcPts val="0"/>
              </a:spcBef>
              <a:spcAft>
                <a:spcPts val="0"/>
              </a:spcAft>
            </a:pPr>
            <a:endParaRPr lang="en-GB" dirty="0"/>
          </a:p>
          <a:p>
            <a:pPr marL="0" lvl="0" indent="0" algn="l" rtl="0">
              <a:spcBef>
                <a:spcPts val="0"/>
              </a:spcBef>
              <a:spcAft>
                <a:spcPts val="0"/>
              </a:spcAft>
            </a:pPr>
            <a:endParaRPr lang="en-GB" dirty="0"/>
          </a:p>
          <a:p>
            <a:pPr marL="0" lvl="0" indent="0" algn="l" rtl="0">
              <a:spcBef>
                <a:spcPts val="0"/>
              </a:spcBef>
              <a:spcAft>
                <a:spcPts val="0"/>
              </a:spcAft>
            </a:pPr>
            <a:endParaRPr lang="en-GB" dirty="0"/>
          </a:p>
          <a:p>
            <a:pPr marL="0" lvl="0" indent="0" algn="l" rtl="0">
              <a:spcBef>
                <a:spcPts val="0"/>
              </a:spcBef>
              <a:spcAft>
                <a:spcPts val="0"/>
              </a:spcAft>
            </a:pPr>
            <a:endParaRPr lang="en-GB" dirty="0"/>
          </a:p>
        </p:txBody>
      </p:sp>
      <p:sp>
        <p:nvSpPr>
          <p:cNvPr id="679" name="Google Shape;679;p42">
            <a:extLst>
              <a:ext uri="{FF2B5EF4-FFF2-40B4-BE49-F238E27FC236}">
                <a16:creationId xmlns:a16="http://schemas.microsoft.com/office/drawing/2014/main" id="{305C8351-D444-44F5-3E55-8C1DF38016C4}"/>
              </a:ext>
            </a:extLst>
          </p:cNvPr>
          <p:cNvSpPr/>
          <p:nvPr/>
        </p:nvSpPr>
        <p:spPr>
          <a:xfrm>
            <a:off x="5264088" y="1252715"/>
            <a:ext cx="627163" cy="627163"/>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91" name="Google Shape;691;p42">
            <a:extLst>
              <a:ext uri="{FF2B5EF4-FFF2-40B4-BE49-F238E27FC236}">
                <a16:creationId xmlns:a16="http://schemas.microsoft.com/office/drawing/2014/main" id="{4B6F0DE7-030A-8600-9B0C-07892679D828}"/>
              </a:ext>
            </a:extLst>
          </p:cNvPr>
          <p:cNvGrpSpPr/>
          <p:nvPr/>
        </p:nvGrpSpPr>
        <p:grpSpPr>
          <a:xfrm>
            <a:off x="5400790" y="1373734"/>
            <a:ext cx="353757" cy="351463"/>
            <a:chOff x="-22845575" y="3504075"/>
            <a:chExt cx="296950" cy="295025"/>
          </a:xfrm>
        </p:grpSpPr>
        <p:sp>
          <p:nvSpPr>
            <p:cNvPr id="692" name="Google Shape;692;p42">
              <a:extLst>
                <a:ext uri="{FF2B5EF4-FFF2-40B4-BE49-F238E27FC236}">
                  <a16:creationId xmlns:a16="http://schemas.microsoft.com/office/drawing/2014/main" id="{38BF3400-41C0-735B-0833-802E2AD47152}"/>
                </a:ext>
              </a:extLst>
            </p:cNvPr>
            <p:cNvSpPr/>
            <p:nvPr/>
          </p:nvSpPr>
          <p:spPr>
            <a:xfrm>
              <a:off x="-22688825" y="3504100"/>
              <a:ext cx="140200" cy="295000"/>
            </a:xfrm>
            <a:custGeom>
              <a:avLst/>
              <a:gdLst/>
              <a:ahLst/>
              <a:cxnLst/>
              <a:rect l="l" t="t" r="r" b="b"/>
              <a:pathLst>
                <a:path w="5608" h="11800" extrusionOk="0">
                  <a:moveTo>
                    <a:pt x="1465" y="2908"/>
                  </a:moveTo>
                  <a:cubicBezTo>
                    <a:pt x="1552" y="2908"/>
                    <a:pt x="1638" y="2931"/>
                    <a:pt x="1701" y="2979"/>
                  </a:cubicBezTo>
                  <a:cubicBezTo>
                    <a:pt x="1827" y="3105"/>
                    <a:pt x="1827" y="3357"/>
                    <a:pt x="1701" y="3451"/>
                  </a:cubicBezTo>
                  <a:cubicBezTo>
                    <a:pt x="1292" y="3861"/>
                    <a:pt x="1292" y="4522"/>
                    <a:pt x="1701" y="4932"/>
                  </a:cubicBezTo>
                  <a:cubicBezTo>
                    <a:pt x="1827" y="5026"/>
                    <a:pt x="1827" y="5279"/>
                    <a:pt x="1701" y="5373"/>
                  </a:cubicBezTo>
                  <a:cubicBezTo>
                    <a:pt x="1632" y="5477"/>
                    <a:pt x="1544" y="5524"/>
                    <a:pt x="1452" y="5524"/>
                  </a:cubicBezTo>
                  <a:cubicBezTo>
                    <a:pt x="1377" y="5524"/>
                    <a:pt x="1300" y="5493"/>
                    <a:pt x="1229" y="5436"/>
                  </a:cubicBezTo>
                  <a:cubicBezTo>
                    <a:pt x="567" y="4774"/>
                    <a:pt x="567" y="3672"/>
                    <a:pt x="1229" y="2979"/>
                  </a:cubicBezTo>
                  <a:cubicBezTo>
                    <a:pt x="1292" y="2931"/>
                    <a:pt x="1378" y="2908"/>
                    <a:pt x="1465" y="2908"/>
                  </a:cubicBezTo>
                  <a:close/>
                  <a:moveTo>
                    <a:pt x="2461" y="7313"/>
                  </a:moveTo>
                  <a:cubicBezTo>
                    <a:pt x="2532" y="7313"/>
                    <a:pt x="2605" y="7318"/>
                    <a:pt x="2678" y="7326"/>
                  </a:cubicBezTo>
                  <a:cubicBezTo>
                    <a:pt x="2867" y="7358"/>
                    <a:pt x="3025" y="7515"/>
                    <a:pt x="2993" y="7704"/>
                  </a:cubicBezTo>
                  <a:cubicBezTo>
                    <a:pt x="2962" y="7925"/>
                    <a:pt x="2804" y="8019"/>
                    <a:pt x="2615" y="8019"/>
                  </a:cubicBezTo>
                  <a:cubicBezTo>
                    <a:pt x="2579" y="8016"/>
                    <a:pt x="2543" y="8014"/>
                    <a:pt x="2507" y="8014"/>
                  </a:cubicBezTo>
                  <a:cubicBezTo>
                    <a:pt x="1947" y="8014"/>
                    <a:pt x="1418" y="8467"/>
                    <a:pt x="1418" y="9059"/>
                  </a:cubicBezTo>
                  <a:cubicBezTo>
                    <a:pt x="1418" y="9248"/>
                    <a:pt x="1260" y="9406"/>
                    <a:pt x="1071" y="9406"/>
                  </a:cubicBezTo>
                  <a:cubicBezTo>
                    <a:pt x="882" y="9406"/>
                    <a:pt x="725" y="9248"/>
                    <a:pt x="725" y="9059"/>
                  </a:cubicBezTo>
                  <a:cubicBezTo>
                    <a:pt x="725" y="8091"/>
                    <a:pt x="1490" y="7313"/>
                    <a:pt x="2461" y="7313"/>
                  </a:cubicBezTo>
                  <a:close/>
                  <a:moveTo>
                    <a:pt x="1060" y="0"/>
                  </a:moveTo>
                  <a:cubicBezTo>
                    <a:pt x="689" y="0"/>
                    <a:pt x="327" y="130"/>
                    <a:pt x="0" y="364"/>
                  </a:cubicBezTo>
                  <a:lnTo>
                    <a:pt x="0" y="5247"/>
                  </a:lnTo>
                  <a:cubicBezTo>
                    <a:pt x="0" y="5814"/>
                    <a:pt x="473" y="6255"/>
                    <a:pt x="1040" y="6255"/>
                  </a:cubicBezTo>
                  <a:cubicBezTo>
                    <a:pt x="1229" y="6255"/>
                    <a:pt x="1386" y="6413"/>
                    <a:pt x="1386" y="6602"/>
                  </a:cubicBezTo>
                  <a:cubicBezTo>
                    <a:pt x="1386" y="6822"/>
                    <a:pt x="1229" y="6948"/>
                    <a:pt x="1040" y="6948"/>
                  </a:cubicBezTo>
                  <a:cubicBezTo>
                    <a:pt x="630" y="6948"/>
                    <a:pt x="284" y="6854"/>
                    <a:pt x="0" y="6602"/>
                  </a:cubicBezTo>
                  <a:lnTo>
                    <a:pt x="0" y="11453"/>
                  </a:lnTo>
                  <a:cubicBezTo>
                    <a:pt x="284" y="11705"/>
                    <a:pt x="630" y="11800"/>
                    <a:pt x="1040" y="11800"/>
                  </a:cubicBezTo>
                  <a:cubicBezTo>
                    <a:pt x="1733" y="11800"/>
                    <a:pt x="2363" y="11359"/>
                    <a:pt x="2647" y="10760"/>
                  </a:cubicBezTo>
                  <a:cubicBezTo>
                    <a:pt x="3497" y="10634"/>
                    <a:pt x="4190" y="9910"/>
                    <a:pt x="4190" y="9028"/>
                  </a:cubicBezTo>
                  <a:cubicBezTo>
                    <a:pt x="4190" y="8902"/>
                    <a:pt x="4159" y="8776"/>
                    <a:pt x="4159" y="8618"/>
                  </a:cubicBezTo>
                  <a:cubicBezTo>
                    <a:pt x="4505" y="8555"/>
                    <a:pt x="4820" y="8397"/>
                    <a:pt x="5104" y="8145"/>
                  </a:cubicBezTo>
                  <a:cubicBezTo>
                    <a:pt x="5419" y="7830"/>
                    <a:pt x="5608" y="7389"/>
                    <a:pt x="5608" y="6917"/>
                  </a:cubicBezTo>
                  <a:cubicBezTo>
                    <a:pt x="5608" y="6539"/>
                    <a:pt x="5482" y="6192"/>
                    <a:pt x="5261" y="5909"/>
                  </a:cubicBezTo>
                  <a:cubicBezTo>
                    <a:pt x="5482" y="5594"/>
                    <a:pt x="5608" y="5247"/>
                    <a:pt x="5608" y="4869"/>
                  </a:cubicBezTo>
                  <a:cubicBezTo>
                    <a:pt x="5608" y="4396"/>
                    <a:pt x="5387" y="3987"/>
                    <a:pt x="5072" y="3672"/>
                  </a:cubicBezTo>
                  <a:cubicBezTo>
                    <a:pt x="4852" y="3420"/>
                    <a:pt x="4505" y="3262"/>
                    <a:pt x="4127" y="3199"/>
                  </a:cubicBezTo>
                  <a:cubicBezTo>
                    <a:pt x="4253" y="2632"/>
                    <a:pt x="4096" y="2002"/>
                    <a:pt x="3655" y="1561"/>
                  </a:cubicBezTo>
                  <a:cubicBezTo>
                    <a:pt x="3403" y="1309"/>
                    <a:pt x="3025" y="1120"/>
                    <a:pt x="2647" y="1088"/>
                  </a:cubicBezTo>
                  <a:cubicBezTo>
                    <a:pt x="2394" y="584"/>
                    <a:pt x="1985" y="143"/>
                    <a:pt x="1449" y="49"/>
                  </a:cubicBezTo>
                  <a:cubicBezTo>
                    <a:pt x="1319" y="16"/>
                    <a:pt x="1189" y="0"/>
                    <a:pt x="10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42">
              <a:extLst>
                <a:ext uri="{FF2B5EF4-FFF2-40B4-BE49-F238E27FC236}">
                  <a16:creationId xmlns:a16="http://schemas.microsoft.com/office/drawing/2014/main" id="{D77984BE-4910-2FCA-A0A9-9B359D87F23F}"/>
                </a:ext>
              </a:extLst>
            </p:cNvPr>
            <p:cNvSpPr/>
            <p:nvPr/>
          </p:nvSpPr>
          <p:spPr>
            <a:xfrm>
              <a:off x="-22845575" y="3504075"/>
              <a:ext cx="139425" cy="294250"/>
            </a:xfrm>
            <a:custGeom>
              <a:avLst/>
              <a:gdLst/>
              <a:ahLst/>
              <a:cxnLst/>
              <a:rect l="l" t="t" r="r" b="b"/>
              <a:pathLst>
                <a:path w="5577" h="11770" extrusionOk="0">
                  <a:moveTo>
                    <a:pt x="4187" y="2948"/>
                  </a:moveTo>
                  <a:cubicBezTo>
                    <a:pt x="4277" y="2948"/>
                    <a:pt x="4364" y="2980"/>
                    <a:pt x="4411" y="3043"/>
                  </a:cubicBezTo>
                  <a:cubicBezTo>
                    <a:pt x="5104" y="3673"/>
                    <a:pt x="5104" y="4775"/>
                    <a:pt x="4411" y="5437"/>
                  </a:cubicBezTo>
                  <a:cubicBezTo>
                    <a:pt x="4364" y="5500"/>
                    <a:pt x="4277" y="5532"/>
                    <a:pt x="4187" y="5532"/>
                  </a:cubicBezTo>
                  <a:cubicBezTo>
                    <a:pt x="4096" y="5532"/>
                    <a:pt x="4002" y="5500"/>
                    <a:pt x="3939" y="5437"/>
                  </a:cubicBezTo>
                  <a:cubicBezTo>
                    <a:pt x="3844" y="5311"/>
                    <a:pt x="3844" y="5090"/>
                    <a:pt x="3939" y="4964"/>
                  </a:cubicBezTo>
                  <a:cubicBezTo>
                    <a:pt x="4348" y="4555"/>
                    <a:pt x="4348" y="3893"/>
                    <a:pt x="3939" y="3515"/>
                  </a:cubicBezTo>
                  <a:cubicBezTo>
                    <a:pt x="3844" y="3389"/>
                    <a:pt x="3844" y="3137"/>
                    <a:pt x="3939" y="3043"/>
                  </a:cubicBezTo>
                  <a:cubicBezTo>
                    <a:pt x="4002" y="2980"/>
                    <a:pt x="4096" y="2948"/>
                    <a:pt x="4187" y="2948"/>
                  </a:cubicBezTo>
                  <a:close/>
                  <a:moveTo>
                    <a:pt x="3148" y="7314"/>
                  </a:moveTo>
                  <a:cubicBezTo>
                    <a:pt x="4123" y="7314"/>
                    <a:pt x="4915" y="8092"/>
                    <a:pt x="4915" y="9060"/>
                  </a:cubicBezTo>
                  <a:cubicBezTo>
                    <a:pt x="4915" y="9249"/>
                    <a:pt x="4726" y="9407"/>
                    <a:pt x="4537" y="9407"/>
                  </a:cubicBezTo>
                  <a:cubicBezTo>
                    <a:pt x="4348" y="9407"/>
                    <a:pt x="4191" y="9249"/>
                    <a:pt x="4191" y="9060"/>
                  </a:cubicBezTo>
                  <a:cubicBezTo>
                    <a:pt x="4191" y="8468"/>
                    <a:pt x="3662" y="8015"/>
                    <a:pt x="3101" y="8015"/>
                  </a:cubicBezTo>
                  <a:cubicBezTo>
                    <a:pt x="3066" y="8015"/>
                    <a:pt x="3030" y="8017"/>
                    <a:pt x="2994" y="8020"/>
                  </a:cubicBezTo>
                  <a:cubicBezTo>
                    <a:pt x="2968" y="8029"/>
                    <a:pt x="2944" y="8033"/>
                    <a:pt x="2920" y="8033"/>
                  </a:cubicBezTo>
                  <a:cubicBezTo>
                    <a:pt x="2765" y="8033"/>
                    <a:pt x="2643" y="7869"/>
                    <a:pt x="2616" y="7705"/>
                  </a:cubicBezTo>
                  <a:cubicBezTo>
                    <a:pt x="2584" y="7516"/>
                    <a:pt x="2742" y="7359"/>
                    <a:pt x="2931" y="7327"/>
                  </a:cubicBezTo>
                  <a:cubicBezTo>
                    <a:pt x="3004" y="7319"/>
                    <a:pt x="3077" y="7314"/>
                    <a:pt x="3148" y="7314"/>
                  </a:cubicBezTo>
                  <a:close/>
                  <a:moveTo>
                    <a:pt x="4581" y="0"/>
                  </a:moveTo>
                  <a:cubicBezTo>
                    <a:pt x="4444" y="0"/>
                    <a:pt x="4303" y="16"/>
                    <a:pt x="4159" y="50"/>
                  </a:cubicBezTo>
                  <a:cubicBezTo>
                    <a:pt x="3592" y="144"/>
                    <a:pt x="3214" y="585"/>
                    <a:pt x="2962" y="1089"/>
                  </a:cubicBezTo>
                  <a:cubicBezTo>
                    <a:pt x="2584" y="1152"/>
                    <a:pt x="2206" y="1310"/>
                    <a:pt x="1954" y="1562"/>
                  </a:cubicBezTo>
                  <a:cubicBezTo>
                    <a:pt x="1513" y="2003"/>
                    <a:pt x="1355" y="2633"/>
                    <a:pt x="1481" y="3200"/>
                  </a:cubicBezTo>
                  <a:cubicBezTo>
                    <a:pt x="1135" y="3232"/>
                    <a:pt x="820" y="3389"/>
                    <a:pt x="536" y="3673"/>
                  </a:cubicBezTo>
                  <a:cubicBezTo>
                    <a:pt x="221" y="3988"/>
                    <a:pt x="1" y="4397"/>
                    <a:pt x="1" y="4870"/>
                  </a:cubicBezTo>
                  <a:cubicBezTo>
                    <a:pt x="1" y="5280"/>
                    <a:pt x="127" y="5626"/>
                    <a:pt x="379" y="5910"/>
                  </a:cubicBezTo>
                  <a:cubicBezTo>
                    <a:pt x="127" y="6225"/>
                    <a:pt x="1" y="6571"/>
                    <a:pt x="1" y="6918"/>
                  </a:cubicBezTo>
                  <a:cubicBezTo>
                    <a:pt x="1" y="7390"/>
                    <a:pt x="221" y="7831"/>
                    <a:pt x="536" y="8146"/>
                  </a:cubicBezTo>
                  <a:cubicBezTo>
                    <a:pt x="788" y="8430"/>
                    <a:pt x="1135" y="8588"/>
                    <a:pt x="1481" y="8619"/>
                  </a:cubicBezTo>
                  <a:cubicBezTo>
                    <a:pt x="1229" y="9690"/>
                    <a:pt x="1985" y="10604"/>
                    <a:pt x="2931" y="10698"/>
                  </a:cubicBezTo>
                  <a:cubicBezTo>
                    <a:pt x="3214" y="11328"/>
                    <a:pt x="3781" y="11769"/>
                    <a:pt x="4537" y="11769"/>
                  </a:cubicBezTo>
                  <a:cubicBezTo>
                    <a:pt x="4947" y="11769"/>
                    <a:pt x="5293" y="11612"/>
                    <a:pt x="5577" y="11423"/>
                  </a:cubicBezTo>
                  <a:lnTo>
                    <a:pt x="5577" y="6571"/>
                  </a:lnTo>
                  <a:cubicBezTo>
                    <a:pt x="5293" y="6823"/>
                    <a:pt x="4947" y="6918"/>
                    <a:pt x="4537" y="6918"/>
                  </a:cubicBezTo>
                  <a:cubicBezTo>
                    <a:pt x="4348" y="6918"/>
                    <a:pt x="4191" y="6760"/>
                    <a:pt x="4191" y="6571"/>
                  </a:cubicBezTo>
                  <a:cubicBezTo>
                    <a:pt x="4191" y="6382"/>
                    <a:pt x="4348" y="6225"/>
                    <a:pt x="4537" y="6225"/>
                  </a:cubicBezTo>
                  <a:cubicBezTo>
                    <a:pt x="5136" y="6225"/>
                    <a:pt x="5577" y="5752"/>
                    <a:pt x="5577" y="5185"/>
                  </a:cubicBezTo>
                  <a:lnTo>
                    <a:pt x="5577" y="302"/>
                  </a:lnTo>
                  <a:cubicBezTo>
                    <a:pt x="5300" y="117"/>
                    <a:pt x="4956" y="0"/>
                    <a:pt x="458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 name="Google Shape;679;p42">
            <a:extLst>
              <a:ext uri="{FF2B5EF4-FFF2-40B4-BE49-F238E27FC236}">
                <a16:creationId xmlns:a16="http://schemas.microsoft.com/office/drawing/2014/main" id="{3A8B1FDE-CF8A-E9BE-1645-769C42C86E4E}"/>
              </a:ext>
            </a:extLst>
          </p:cNvPr>
          <p:cNvSpPr/>
          <p:nvPr/>
        </p:nvSpPr>
        <p:spPr>
          <a:xfrm>
            <a:off x="159362" y="1252715"/>
            <a:ext cx="627163" cy="627163"/>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81" name="Google Shape;681;p42">
            <a:extLst>
              <a:ext uri="{FF2B5EF4-FFF2-40B4-BE49-F238E27FC236}">
                <a16:creationId xmlns:a16="http://schemas.microsoft.com/office/drawing/2014/main" id="{295DF914-B078-92D1-A1E2-AE40E9EAB2DF}"/>
              </a:ext>
            </a:extLst>
          </p:cNvPr>
          <p:cNvGrpSpPr/>
          <p:nvPr/>
        </p:nvGrpSpPr>
        <p:grpSpPr>
          <a:xfrm>
            <a:off x="320887" y="1370335"/>
            <a:ext cx="310602" cy="352803"/>
            <a:chOff x="-28069875" y="3175300"/>
            <a:chExt cx="260725" cy="296150"/>
          </a:xfrm>
        </p:grpSpPr>
        <p:sp>
          <p:nvSpPr>
            <p:cNvPr id="682" name="Google Shape;682;p42">
              <a:extLst>
                <a:ext uri="{FF2B5EF4-FFF2-40B4-BE49-F238E27FC236}">
                  <a16:creationId xmlns:a16="http://schemas.microsoft.com/office/drawing/2014/main" id="{38AB6975-83EB-25A6-11F5-7829E477165E}"/>
                </a:ext>
              </a:extLst>
            </p:cNvPr>
            <p:cNvSpPr/>
            <p:nvPr/>
          </p:nvSpPr>
          <p:spPr>
            <a:xfrm>
              <a:off x="-28059650" y="3192625"/>
              <a:ext cx="26025" cy="70125"/>
            </a:xfrm>
            <a:custGeom>
              <a:avLst/>
              <a:gdLst/>
              <a:ahLst/>
              <a:cxnLst/>
              <a:rect l="l" t="t" r="r" b="b"/>
              <a:pathLst>
                <a:path w="1041" h="2805" extrusionOk="0">
                  <a:moveTo>
                    <a:pt x="536" y="0"/>
                  </a:moveTo>
                  <a:cubicBezTo>
                    <a:pt x="253" y="0"/>
                    <a:pt x="1" y="252"/>
                    <a:pt x="1" y="536"/>
                  </a:cubicBezTo>
                  <a:lnTo>
                    <a:pt x="1" y="2458"/>
                  </a:lnTo>
                  <a:cubicBezTo>
                    <a:pt x="410" y="2458"/>
                    <a:pt x="757" y="2584"/>
                    <a:pt x="1040" y="2804"/>
                  </a:cubicBezTo>
                  <a:lnTo>
                    <a:pt x="1040" y="536"/>
                  </a:lnTo>
                  <a:cubicBezTo>
                    <a:pt x="1040" y="252"/>
                    <a:pt x="788" y="0"/>
                    <a:pt x="5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42">
              <a:extLst>
                <a:ext uri="{FF2B5EF4-FFF2-40B4-BE49-F238E27FC236}">
                  <a16:creationId xmlns:a16="http://schemas.microsoft.com/office/drawing/2014/main" id="{60C9D8CD-B5C3-6B0A-768A-0A18B8042AB6}"/>
                </a:ext>
              </a:extLst>
            </p:cNvPr>
            <p:cNvSpPr/>
            <p:nvPr/>
          </p:nvSpPr>
          <p:spPr>
            <a:xfrm>
              <a:off x="-27843050" y="3192625"/>
              <a:ext cx="26025" cy="69325"/>
            </a:xfrm>
            <a:custGeom>
              <a:avLst/>
              <a:gdLst/>
              <a:ahLst/>
              <a:cxnLst/>
              <a:rect l="l" t="t" r="r" b="b"/>
              <a:pathLst>
                <a:path w="1041" h="2773" extrusionOk="0">
                  <a:moveTo>
                    <a:pt x="536" y="0"/>
                  </a:moveTo>
                  <a:cubicBezTo>
                    <a:pt x="253" y="0"/>
                    <a:pt x="1" y="252"/>
                    <a:pt x="1" y="536"/>
                  </a:cubicBezTo>
                  <a:lnTo>
                    <a:pt x="1" y="2773"/>
                  </a:lnTo>
                  <a:cubicBezTo>
                    <a:pt x="284" y="2584"/>
                    <a:pt x="694" y="2426"/>
                    <a:pt x="1040" y="2426"/>
                  </a:cubicBezTo>
                  <a:lnTo>
                    <a:pt x="1040" y="536"/>
                  </a:lnTo>
                  <a:cubicBezTo>
                    <a:pt x="1040" y="252"/>
                    <a:pt x="788" y="0"/>
                    <a:pt x="5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42">
              <a:extLst>
                <a:ext uri="{FF2B5EF4-FFF2-40B4-BE49-F238E27FC236}">
                  <a16:creationId xmlns:a16="http://schemas.microsoft.com/office/drawing/2014/main" id="{C145C4A1-079A-1B3A-0006-3E58E1F90AE8}"/>
                </a:ext>
              </a:extLst>
            </p:cNvPr>
            <p:cNvSpPr/>
            <p:nvPr/>
          </p:nvSpPr>
          <p:spPr>
            <a:xfrm>
              <a:off x="-27973000" y="3202075"/>
              <a:ext cx="26000" cy="57525"/>
            </a:xfrm>
            <a:custGeom>
              <a:avLst/>
              <a:gdLst/>
              <a:ahLst/>
              <a:cxnLst/>
              <a:rect l="l" t="t" r="r" b="b"/>
              <a:pathLst>
                <a:path w="1040" h="2301" extrusionOk="0">
                  <a:moveTo>
                    <a:pt x="536" y="0"/>
                  </a:moveTo>
                  <a:cubicBezTo>
                    <a:pt x="252" y="0"/>
                    <a:pt x="0" y="221"/>
                    <a:pt x="0" y="504"/>
                  </a:cubicBezTo>
                  <a:lnTo>
                    <a:pt x="0" y="1954"/>
                  </a:lnTo>
                  <a:cubicBezTo>
                    <a:pt x="410" y="1985"/>
                    <a:pt x="756" y="2080"/>
                    <a:pt x="1040" y="2300"/>
                  </a:cubicBezTo>
                  <a:lnTo>
                    <a:pt x="1040" y="504"/>
                  </a:lnTo>
                  <a:cubicBezTo>
                    <a:pt x="1040" y="221"/>
                    <a:pt x="788" y="0"/>
                    <a:pt x="5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42">
              <a:extLst>
                <a:ext uri="{FF2B5EF4-FFF2-40B4-BE49-F238E27FC236}">
                  <a16:creationId xmlns:a16="http://schemas.microsoft.com/office/drawing/2014/main" id="{98601DA4-A91C-D975-44CC-4EBCC8AC573E}"/>
                </a:ext>
              </a:extLst>
            </p:cNvPr>
            <p:cNvSpPr/>
            <p:nvPr/>
          </p:nvSpPr>
          <p:spPr>
            <a:xfrm>
              <a:off x="-27929675" y="3202075"/>
              <a:ext cx="26000" cy="57525"/>
            </a:xfrm>
            <a:custGeom>
              <a:avLst/>
              <a:gdLst/>
              <a:ahLst/>
              <a:cxnLst/>
              <a:rect l="l" t="t" r="r" b="b"/>
              <a:pathLst>
                <a:path w="1040" h="2301" extrusionOk="0">
                  <a:moveTo>
                    <a:pt x="536" y="0"/>
                  </a:moveTo>
                  <a:cubicBezTo>
                    <a:pt x="252" y="0"/>
                    <a:pt x="0" y="221"/>
                    <a:pt x="0" y="504"/>
                  </a:cubicBezTo>
                  <a:lnTo>
                    <a:pt x="0" y="2300"/>
                  </a:lnTo>
                  <a:cubicBezTo>
                    <a:pt x="315" y="2111"/>
                    <a:pt x="693" y="1985"/>
                    <a:pt x="1040" y="1954"/>
                  </a:cubicBezTo>
                  <a:lnTo>
                    <a:pt x="1040" y="504"/>
                  </a:lnTo>
                  <a:cubicBezTo>
                    <a:pt x="1040" y="221"/>
                    <a:pt x="788" y="0"/>
                    <a:pt x="5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42">
              <a:extLst>
                <a:ext uri="{FF2B5EF4-FFF2-40B4-BE49-F238E27FC236}">
                  <a16:creationId xmlns:a16="http://schemas.microsoft.com/office/drawing/2014/main" id="{12BE83BC-8D29-4131-EC69-D74AFB4A5293}"/>
                </a:ext>
              </a:extLst>
            </p:cNvPr>
            <p:cNvSpPr/>
            <p:nvPr/>
          </p:nvSpPr>
          <p:spPr>
            <a:xfrm>
              <a:off x="-28016325" y="3175300"/>
              <a:ext cx="26025" cy="91375"/>
            </a:xfrm>
            <a:custGeom>
              <a:avLst/>
              <a:gdLst/>
              <a:ahLst/>
              <a:cxnLst/>
              <a:rect l="l" t="t" r="r" b="b"/>
              <a:pathLst>
                <a:path w="1041" h="3655" extrusionOk="0">
                  <a:moveTo>
                    <a:pt x="536" y="0"/>
                  </a:moveTo>
                  <a:cubicBezTo>
                    <a:pt x="253" y="0"/>
                    <a:pt x="1" y="221"/>
                    <a:pt x="1" y="504"/>
                  </a:cubicBezTo>
                  <a:lnTo>
                    <a:pt x="1" y="3655"/>
                  </a:lnTo>
                  <a:cubicBezTo>
                    <a:pt x="1" y="3655"/>
                    <a:pt x="1" y="3623"/>
                    <a:pt x="64" y="3623"/>
                  </a:cubicBezTo>
                  <a:cubicBezTo>
                    <a:pt x="284" y="3371"/>
                    <a:pt x="631" y="3182"/>
                    <a:pt x="1040" y="3056"/>
                  </a:cubicBezTo>
                  <a:lnTo>
                    <a:pt x="1040" y="504"/>
                  </a:lnTo>
                  <a:cubicBezTo>
                    <a:pt x="1040" y="221"/>
                    <a:pt x="788" y="0"/>
                    <a:pt x="5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42">
              <a:extLst>
                <a:ext uri="{FF2B5EF4-FFF2-40B4-BE49-F238E27FC236}">
                  <a16:creationId xmlns:a16="http://schemas.microsoft.com/office/drawing/2014/main" id="{7F6AD01B-3F09-72A1-8E75-68496E50850A}"/>
                </a:ext>
              </a:extLst>
            </p:cNvPr>
            <p:cNvSpPr/>
            <p:nvPr/>
          </p:nvSpPr>
          <p:spPr>
            <a:xfrm>
              <a:off x="-27886375" y="3176075"/>
              <a:ext cx="26025" cy="91400"/>
            </a:xfrm>
            <a:custGeom>
              <a:avLst/>
              <a:gdLst/>
              <a:ahLst/>
              <a:cxnLst/>
              <a:rect l="l" t="t" r="r" b="b"/>
              <a:pathLst>
                <a:path w="1041" h="3656" extrusionOk="0">
                  <a:moveTo>
                    <a:pt x="536" y="1"/>
                  </a:moveTo>
                  <a:cubicBezTo>
                    <a:pt x="253" y="1"/>
                    <a:pt x="1" y="221"/>
                    <a:pt x="1" y="505"/>
                  </a:cubicBezTo>
                  <a:lnTo>
                    <a:pt x="1" y="3088"/>
                  </a:lnTo>
                  <a:cubicBezTo>
                    <a:pt x="379" y="3151"/>
                    <a:pt x="726" y="3340"/>
                    <a:pt x="1041" y="3655"/>
                  </a:cubicBezTo>
                  <a:lnTo>
                    <a:pt x="1041" y="505"/>
                  </a:lnTo>
                  <a:cubicBezTo>
                    <a:pt x="1041" y="253"/>
                    <a:pt x="789" y="1"/>
                    <a:pt x="5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42">
              <a:extLst>
                <a:ext uri="{FF2B5EF4-FFF2-40B4-BE49-F238E27FC236}">
                  <a16:creationId xmlns:a16="http://schemas.microsoft.com/office/drawing/2014/main" id="{FB7A9D60-EAC9-C56C-58AF-32F6FDA36C61}"/>
                </a:ext>
              </a:extLst>
            </p:cNvPr>
            <p:cNvSpPr/>
            <p:nvPr/>
          </p:nvSpPr>
          <p:spPr>
            <a:xfrm>
              <a:off x="-28017900" y="3269025"/>
              <a:ext cx="161475" cy="133125"/>
            </a:xfrm>
            <a:custGeom>
              <a:avLst/>
              <a:gdLst/>
              <a:ahLst/>
              <a:cxnLst/>
              <a:rect l="l" t="t" r="r" b="b"/>
              <a:pathLst>
                <a:path w="6459" h="5325" extrusionOk="0">
                  <a:moveTo>
                    <a:pt x="1733" y="0"/>
                  </a:moveTo>
                  <a:cubicBezTo>
                    <a:pt x="1355" y="0"/>
                    <a:pt x="946" y="158"/>
                    <a:pt x="662" y="410"/>
                  </a:cubicBezTo>
                  <a:cubicBezTo>
                    <a:pt x="64" y="882"/>
                    <a:pt x="1" y="1639"/>
                    <a:pt x="347" y="2237"/>
                  </a:cubicBezTo>
                  <a:cubicBezTo>
                    <a:pt x="1324" y="2458"/>
                    <a:pt x="2048" y="3340"/>
                    <a:pt x="2174" y="4348"/>
                  </a:cubicBezTo>
                  <a:lnTo>
                    <a:pt x="3214" y="5325"/>
                  </a:lnTo>
                  <a:lnTo>
                    <a:pt x="4285" y="4348"/>
                  </a:lnTo>
                  <a:cubicBezTo>
                    <a:pt x="4380" y="3340"/>
                    <a:pt x="5073" y="2521"/>
                    <a:pt x="6113" y="2237"/>
                  </a:cubicBezTo>
                  <a:cubicBezTo>
                    <a:pt x="6459" y="1639"/>
                    <a:pt x="6333" y="882"/>
                    <a:pt x="5860" y="410"/>
                  </a:cubicBezTo>
                  <a:cubicBezTo>
                    <a:pt x="5577" y="158"/>
                    <a:pt x="5199" y="0"/>
                    <a:pt x="4789" y="0"/>
                  </a:cubicBezTo>
                  <a:cubicBezTo>
                    <a:pt x="4411" y="0"/>
                    <a:pt x="4002" y="158"/>
                    <a:pt x="3750" y="410"/>
                  </a:cubicBezTo>
                  <a:lnTo>
                    <a:pt x="3277" y="882"/>
                  </a:lnTo>
                  <a:lnTo>
                    <a:pt x="2805" y="410"/>
                  </a:lnTo>
                  <a:cubicBezTo>
                    <a:pt x="2521" y="158"/>
                    <a:pt x="2143" y="0"/>
                    <a:pt x="173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42">
              <a:extLst>
                <a:ext uri="{FF2B5EF4-FFF2-40B4-BE49-F238E27FC236}">
                  <a16:creationId xmlns:a16="http://schemas.microsoft.com/office/drawing/2014/main" id="{F646256E-6BF2-FF40-E70D-CC4FC0F95146}"/>
                </a:ext>
              </a:extLst>
            </p:cNvPr>
            <p:cNvSpPr/>
            <p:nvPr/>
          </p:nvSpPr>
          <p:spPr>
            <a:xfrm>
              <a:off x="-27930475" y="3269800"/>
              <a:ext cx="121325" cy="201650"/>
            </a:xfrm>
            <a:custGeom>
              <a:avLst/>
              <a:gdLst/>
              <a:ahLst/>
              <a:cxnLst/>
              <a:rect l="l" t="t" r="r" b="b"/>
              <a:pathLst>
                <a:path w="4853" h="8066" extrusionOk="0">
                  <a:moveTo>
                    <a:pt x="4506" y="1"/>
                  </a:moveTo>
                  <a:cubicBezTo>
                    <a:pt x="3876" y="1"/>
                    <a:pt x="3403" y="505"/>
                    <a:pt x="3403" y="1198"/>
                  </a:cubicBezTo>
                  <a:lnTo>
                    <a:pt x="3403" y="2395"/>
                  </a:lnTo>
                  <a:cubicBezTo>
                    <a:pt x="3403" y="2584"/>
                    <a:pt x="3246" y="2742"/>
                    <a:pt x="3025" y="2742"/>
                  </a:cubicBezTo>
                  <a:cubicBezTo>
                    <a:pt x="2679" y="2742"/>
                    <a:pt x="2363" y="2868"/>
                    <a:pt x="2080" y="3025"/>
                  </a:cubicBezTo>
                  <a:cubicBezTo>
                    <a:pt x="1702" y="3372"/>
                    <a:pt x="1418" y="3939"/>
                    <a:pt x="1418" y="4474"/>
                  </a:cubicBezTo>
                  <a:lnTo>
                    <a:pt x="1418" y="5231"/>
                  </a:lnTo>
                  <a:cubicBezTo>
                    <a:pt x="1418" y="5420"/>
                    <a:pt x="1261" y="5577"/>
                    <a:pt x="1072" y="5577"/>
                  </a:cubicBezTo>
                  <a:cubicBezTo>
                    <a:pt x="883" y="5577"/>
                    <a:pt x="725" y="5420"/>
                    <a:pt x="725" y="5231"/>
                  </a:cubicBezTo>
                  <a:lnTo>
                    <a:pt x="1" y="5892"/>
                  </a:lnTo>
                  <a:lnTo>
                    <a:pt x="1" y="8066"/>
                  </a:lnTo>
                  <a:lnTo>
                    <a:pt x="3813" y="8066"/>
                  </a:lnTo>
                  <a:cubicBezTo>
                    <a:pt x="4033" y="8066"/>
                    <a:pt x="4191" y="7908"/>
                    <a:pt x="4191" y="7719"/>
                  </a:cubicBezTo>
                  <a:cubicBezTo>
                    <a:pt x="4191" y="7530"/>
                    <a:pt x="4033" y="7373"/>
                    <a:pt x="3813" y="7373"/>
                  </a:cubicBezTo>
                  <a:lnTo>
                    <a:pt x="3466" y="7373"/>
                  </a:lnTo>
                  <a:lnTo>
                    <a:pt x="3466" y="6270"/>
                  </a:lnTo>
                  <a:cubicBezTo>
                    <a:pt x="3466" y="6176"/>
                    <a:pt x="3498" y="6050"/>
                    <a:pt x="3592" y="6018"/>
                  </a:cubicBezTo>
                  <a:lnTo>
                    <a:pt x="4128" y="5420"/>
                  </a:lnTo>
                  <a:cubicBezTo>
                    <a:pt x="4600" y="4947"/>
                    <a:pt x="4852" y="4380"/>
                    <a:pt x="4852" y="3687"/>
                  </a:cubicBezTo>
                  <a:lnTo>
                    <a:pt x="4852" y="347"/>
                  </a:lnTo>
                  <a:cubicBezTo>
                    <a:pt x="4852" y="158"/>
                    <a:pt x="4695" y="1"/>
                    <a:pt x="450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42">
              <a:extLst>
                <a:ext uri="{FF2B5EF4-FFF2-40B4-BE49-F238E27FC236}">
                  <a16:creationId xmlns:a16="http://schemas.microsoft.com/office/drawing/2014/main" id="{5D29CD83-98B2-F00D-0699-57EE170D4769}"/>
                </a:ext>
              </a:extLst>
            </p:cNvPr>
            <p:cNvSpPr/>
            <p:nvPr/>
          </p:nvSpPr>
          <p:spPr>
            <a:xfrm>
              <a:off x="-28069875" y="3271375"/>
              <a:ext cx="122875" cy="200075"/>
            </a:xfrm>
            <a:custGeom>
              <a:avLst/>
              <a:gdLst/>
              <a:ahLst/>
              <a:cxnLst/>
              <a:rect l="l" t="t" r="r" b="b"/>
              <a:pathLst>
                <a:path w="4915" h="8003" extrusionOk="0">
                  <a:moveTo>
                    <a:pt x="347" y="1"/>
                  </a:moveTo>
                  <a:cubicBezTo>
                    <a:pt x="158" y="1"/>
                    <a:pt x="0" y="158"/>
                    <a:pt x="0" y="379"/>
                  </a:cubicBezTo>
                  <a:lnTo>
                    <a:pt x="0" y="3718"/>
                  </a:lnTo>
                  <a:cubicBezTo>
                    <a:pt x="0" y="4348"/>
                    <a:pt x="221" y="4979"/>
                    <a:pt x="693" y="5451"/>
                  </a:cubicBezTo>
                  <a:lnTo>
                    <a:pt x="1323" y="5955"/>
                  </a:lnTo>
                  <a:cubicBezTo>
                    <a:pt x="1418" y="6018"/>
                    <a:pt x="1449" y="6113"/>
                    <a:pt x="1449" y="6207"/>
                  </a:cubicBezTo>
                  <a:lnTo>
                    <a:pt x="1449" y="7310"/>
                  </a:lnTo>
                  <a:lnTo>
                    <a:pt x="1103" y="7310"/>
                  </a:lnTo>
                  <a:cubicBezTo>
                    <a:pt x="882" y="7310"/>
                    <a:pt x="725" y="7467"/>
                    <a:pt x="725" y="7656"/>
                  </a:cubicBezTo>
                  <a:cubicBezTo>
                    <a:pt x="725" y="7845"/>
                    <a:pt x="882" y="8003"/>
                    <a:pt x="1103" y="8003"/>
                  </a:cubicBezTo>
                  <a:lnTo>
                    <a:pt x="4915" y="8003"/>
                  </a:lnTo>
                  <a:lnTo>
                    <a:pt x="4915" y="5829"/>
                  </a:lnTo>
                  <a:lnTo>
                    <a:pt x="4190" y="5168"/>
                  </a:lnTo>
                  <a:cubicBezTo>
                    <a:pt x="4190" y="5357"/>
                    <a:pt x="4033" y="5514"/>
                    <a:pt x="3844" y="5514"/>
                  </a:cubicBezTo>
                  <a:cubicBezTo>
                    <a:pt x="3655" y="5514"/>
                    <a:pt x="3497" y="5357"/>
                    <a:pt x="3497" y="5168"/>
                  </a:cubicBezTo>
                  <a:lnTo>
                    <a:pt x="3497" y="4411"/>
                  </a:lnTo>
                  <a:cubicBezTo>
                    <a:pt x="3497" y="3876"/>
                    <a:pt x="3214" y="3372"/>
                    <a:pt x="2741" y="3057"/>
                  </a:cubicBezTo>
                  <a:cubicBezTo>
                    <a:pt x="2458" y="2899"/>
                    <a:pt x="2143" y="2773"/>
                    <a:pt x="1796" y="2773"/>
                  </a:cubicBezTo>
                  <a:cubicBezTo>
                    <a:pt x="1607" y="2773"/>
                    <a:pt x="1449" y="2616"/>
                    <a:pt x="1449" y="2427"/>
                  </a:cubicBezTo>
                  <a:lnTo>
                    <a:pt x="1449" y="1229"/>
                  </a:lnTo>
                  <a:cubicBezTo>
                    <a:pt x="1449" y="473"/>
                    <a:pt x="945" y="1"/>
                    <a:pt x="34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1358587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72">
          <a:extLst>
            <a:ext uri="{FF2B5EF4-FFF2-40B4-BE49-F238E27FC236}">
              <a16:creationId xmlns:a16="http://schemas.microsoft.com/office/drawing/2014/main" id="{5E6AB5C2-6BF8-FFAA-8C89-63DBCE7B3BEC}"/>
            </a:ext>
          </a:extLst>
        </p:cNvPr>
        <p:cNvGrpSpPr/>
        <p:nvPr/>
      </p:nvGrpSpPr>
      <p:grpSpPr>
        <a:xfrm>
          <a:off x="0" y="0"/>
          <a:ext cx="0" cy="0"/>
          <a:chOff x="0" y="0"/>
          <a:chExt cx="0" cy="0"/>
        </a:xfrm>
      </p:grpSpPr>
      <p:sp>
        <p:nvSpPr>
          <p:cNvPr id="973" name="Google Shape;973;p50">
            <a:extLst>
              <a:ext uri="{FF2B5EF4-FFF2-40B4-BE49-F238E27FC236}">
                <a16:creationId xmlns:a16="http://schemas.microsoft.com/office/drawing/2014/main" id="{D8118E1E-930B-67D3-C772-048A5C69876E}"/>
              </a:ext>
            </a:extLst>
          </p:cNvPr>
          <p:cNvSpPr txBox="1">
            <a:spLocks noGrp="1"/>
          </p:cNvSpPr>
          <p:nvPr>
            <p:ph type="title"/>
          </p:nvPr>
        </p:nvSpPr>
        <p:spPr>
          <a:xfrm>
            <a:off x="720000" y="16816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Project structure</a:t>
            </a:r>
            <a:endParaRPr dirty="0"/>
          </a:p>
        </p:txBody>
      </p:sp>
      <p:graphicFrame>
        <p:nvGraphicFramePr>
          <p:cNvPr id="974" name="Google Shape;974;p50">
            <a:extLst>
              <a:ext uri="{FF2B5EF4-FFF2-40B4-BE49-F238E27FC236}">
                <a16:creationId xmlns:a16="http://schemas.microsoft.com/office/drawing/2014/main" id="{A350186F-0264-977F-922A-1B80802B76B7}"/>
              </a:ext>
            </a:extLst>
          </p:cNvPr>
          <p:cNvGraphicFramePr/>
          <p:nvPr>
            <p:extLst>
              <p:ext uri="{D42A27DB-BD31-4B8C-83A1-F6EECF244321}">
                <p14:modId xmlns:p14="http://schemas.microsoft.com/office/powerpoint/2010/main" val="2934824168"/>
              </p:ext>
            </p:extLst>
          </p:nvPr>
        </p:nvGraphicFramePr>
        <p:xfrm>
          <a:off x="855289" y="835458"/>
          <a:ext cx="7983911" cy="3717156"/>
        </p:xfrm>
        <a:graphic>
          <a:graphicData uri="http://schemas.openxmlformats.org/drawingml/2006/table">
            <a:tbl>
              <a:tblPr>
                <a:noFill/>
                <a:tableStyleId>{F2EB9292-46DF-4CBE-BD28-31BDCB601DC7}</a:tableStyleId>
              </a:tblPr>
              <a:tblGrid>
                <a:gridCol w="1785660">
                  <a:extLst>
                    <a:ext uri="{9D8B030D-6E8A-4147-A177-3AD203B41FA5}">
                      <a16:colId xmlns:a16="http://schemas.microsoft.com/office/drawing/2014/main" val="20000"/>
                    </a:ext>
                  </a:extLst>
                </a:gridCol>
                <a:gridCol w="1387112">
                  <a:extLst>
                    <a:ext uri="{9D8B030D-6E8A-4147-A177-3AD203B41FA5}">
                      <a16:colId xmlns:a16="http://schemas.microsoft.com/office/drawing/2014/main" val="20001"/>
                    </a:ext>
                  </a:extLst>
                </a:gridCol>
                <a:gridCol w="1275366">
                  <a:extLst>
                    <a:ext uri="{9D8B030D-6E8A-4147-A177-3AD203B41FA5}">
                      <a16:colId xmlns:a16="http://schemas.microsoft.com/office/drawing/2014/main" val="20002"/>
                    </a:ext>
                  </a:extLst>
                </a:gridCol>
                <a:gridCol w="3535773">
                  <a:extLst>
                    <a:ext uri="{9D8B030D-6E8A-4147-A177-3AD203B41FA5}">
                      <a16:colId xmlns:a16="http://schemas.microsoft.com/office/drawing/2014/main" val="20003"/>
                    </a:ext>
                  </a:extLst>
                </a:gridCol>
              </a:tblGrid>
              <a:tr h="423918">
                <a:tc>
                  <a:txBody>
                    <a:bodyPr/>
                    <a:lstStyle/>
                    <a:p>
                      <a:pPr marL="0" lvl="0" indent="0" algn="ctr" rtl="0">
                        <a:spcBef>
                          <a:spcPts val="0"/>
                        </a:spcBef>
                        <a:spcAft>
                          <a:spcPts val="0"/>
                        </a:spcAft>
                        <a:buNone/>
                      </a:pPr>
                      <a:endParaRPr sz="1100" dirty="0">
                        <a:solidFill>
                          <a:schemeClr val="dk1"/>
                        </a:solidFill>
                        <a:latin typeface="Domine"/>
                        <a:ea typeface="Domine"/>
                        <a:cs typeface="Domine"/>
                        <a:sym typeface="Domine"/>
                      </a:endParaRPr>
                    </a:p>
                  </a:txBody>
                  <a:tcPr marL="91425" marR="91425" marT="91425" marB="91425" anchor="ctr">
                    <a:lnL w="19050" cap="flat" cmpd="sng">
                      <a:solidFill>
                        <a:schemeClr val="dk1">
                          <a:alpha val="0"/>
                        </a:schemeClr>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alpha val="0"/>
                        </a:schemeClr>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GB" sz="1100" dirty="0">
                          <a:solidFill>
                            <a:schemeClr val="dk2"/>
                          </a:solidFill>
                          <a:latin typeface="Domine"/>
                          <a:ea typeface="Domine"/>
                          <a:cs typeface="Domine"/>
                          <a:sym typeface="Domine"/>
                        </a:rPr>
                        <a:t>Domain</a:t>
                      </a:r>
                      <a:endParaRPr sz="1100" dirty="0">
                        <a:solidFill>
                          <a:schemeClr val="dk2"/>
                        </a:solidFill>
                        <a:latin typeface="Domine"/>
                        <a:ea typeface="Domine"/>
                        <a:cs typeface="Domine"/>
                        <a:sym typeface="Domine"/>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GB" sz="1100" dirty="0">
                          <a:solidFill>
                            <a:schemeClr val="dk2"/>
                          </a:solidFill>
                          <a:latin typeface="Domine"/>
                          <a:ea typeface="Domine"/>
                          <a:cs typeface="Domine"/>
                          <a:sym typeface="Domine"/>
                        </a:rPr>
                        <a:t>Details</a:t>
                      </a:r>
                      <a:endParaRPr sz="1100" dirty="0">
                        <a:solidFill>
                          <a:schemeClr val="dk2"/>
                        </a:solidFill>
                        <a:latin typeface="Domine"/>
                        <a:ea typeface="Domine"/>
                        <a:cs typeface="Domine"/>
                        <a:sym typeface="Domine"/>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GB" sz="1100" dirty="0">
                          <a:solidFill>
                            <a:schemeClr val="dk2"/>
                          </a:solidFill>
                          <a:latin typeface="Domine"/>
                          <a:ea typeface="Domine"/>
                          <a:cs typeface="Domine"/>
                          <a:sym typeface="Domine"/>
                        </a:rPr>
                        <a:t>Variables</a:t>
                      </a:r>
                      <a:endParaRPr sz="1100" dirty="0">
                        <a:solidFill>
                          <a:schemeClr val="dk2"/>
                        </a:solidFill>
                        <a:latin typeface="Domine"/>
                        <a:ea typeface="Domine"/>
                        <a:cs typeface="Domine"/>
                        <a:sym typeface="Domine"/>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406906">
                <a:tc>
                  <a:txBody>
                    <a:bodyPr/>
                    <a:lstStyle/>
                    <a:p>
                      <a:pPr marL="0" lvl="0" indent="0" algn="l" rtl="0">
                        <a:spcBef>
                          <a:spcPts val="0"/>
                        </a:spcBef>
                        <a:spcAft>
                          <a:spcPts val="0"/>
                        </a:spcAft>
                        <a:buNone/>
                      </a:pPr>
                      <a:r>
                        <a:rPr lang="en" sz="1100" dirty="0">
                          <a:solidFill>
                            <a:schemeClr val="dk2"/>
                          </a:solidFill>
                          <a:latin typeface="Domine"/>
                          <a:ea typeface="Domine"/>
                          <a:cs typeface="Domine"/>
                          <a:sym typeface="Domine"/>
                        </a:rPr>
                        <a:t>Jacinta</a:t>
                      </a:r>
                      <a:endParaRPr sz="1100" dirty="0">
                        <a:solidFill>
                          <a:schemeClr val="dk2"/>
                        </a:solidFill>
                        <a:latin typeface="Domine"/>
                        <a:ea typeface="Domine"/>
                        <a:cs typeface="Domine"/>
                        <a:sym typeface="Domine"/>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kumimoji="0" lang="en-GB" sz="1100" b="0" i="0" u="none" strike="noStrike" kern="0" cap="none" spc="0" normalizeH="0" baseline="0" noProof="0" dirty="0">
                          <a:ln>
                            <a:noFill/>
                          </a:ln>
                          <a:solidFill>
                            <a:srgbClr val="000E3F"/>
                          </a:solidFill>
                          <a:effectLst/>
                          <a:uLnTx/>
                          <a:uFillTx/>
                          <a:latin typeface="DM Sans"/>
                          <a:ea typeface="DM Sans"/>
                          <a:cs typeface="DM Sans"/>
                          <a:sym typeface="DM Sans"/>
                        </a:rPr>
                        <a:t>Demographics</a:t>
                      </a:r>
                      <a:endParaRPr sz="1100" dirty="0">
                        <a:solidFill>
                          <a:schemeClr val="dk2"/>
                        </a:solidFill>
                        <a:latin typeface=""/>
                        <a:ea typeface="DM Sans"/>
                        <a:cs typeface="DM Sans"/>
                        <a:sym typeface="DM Sans"/>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1100" dirty="0">
                        <a:solidFill>
                          <a:schemeClr val="dk1"/>
                        </a:solidFill>
                        <a:latin typeface="DM Sans"/>
                        <a:ea typeface="DM Sans"/>
                        <a:cs typeface="DM Sans"/>
                        <a:sym typeface="DM Sans"/>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kumimoji="0" lang="en-GB" sz="1100" b="0" i="0" u="none" strike="noStrike" kern="0" cap="none" spc="0" normalizeH="0" baseline="0" noProof="0" dirty="0">
                          <a:ln>
                            <a:noFill/>
                          </a:ln>
                          <a:solidFill>
                            <a:srgbClr val="000E3F"/>
                          </a:solidFill>
                          <a:effectLst/>
                          <a:uLnTx/>
                          <a:uFillTx/>
                          <a:latin typeface="DM Sans"/>
                          <a:ea typeface="DM Sans"/>
                          <a:cs typeface="DM Sans"/>
                          <a:sym typeface="DM Sans"/>
                        </a:rPr>
                        <a:t>Q1, Q2, Q3, </a:t>
                      </a:r>
                      <a:r>
                        <a:rPr kumimoji="0" lang="en-GB" sz="1100" b="0" i="0" u="none" strike="noStrike" kern="0" cap="none" spc="0" normalizeH="0" baseline="0" noProof="0" dirty="0" err="1">
                          <a:ln>
                            <a:noFill/>
                          </a:ln>
                          <a:solidFill>
                            <a:srgbClr val="000E3F"/>
                          </a:solidFill>
                          <a:effectLst/>
                          <a:uLnTx/>
                          <a:uFillTx/>
                          <a:latin typeface="DM Sans"/>
                          <a:ea typeface="DM Sans"/>
                          <a:cs typeface="DM Sans"/>
                          <a:sym typeface="DM Sans"/>
                        </a:rPr>
                        <a:t>raceeth</a:t>
                      </a:r>
                      <a:endParaRPr sz="1100" dirty="0"/>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406906">
                <a:tc>
                  <a:txBody>
                    <a:bodyPr/>
                    <a:lstStyle/>
                    <a:p>
                      <a:pPr marL="0" lvl="0" indent="0" algn="l" rtl="0">
                        <a:spcBef>
                          <a:spcPts val="0"/>
                        </a:spcBef>
                        <a:spcAft>
                          <a:spcPts val="0"/>
                        </a:spcAft>
                        <a:buNone/>
                      </a:pPr>
                      <a:r>
                        <a:rPr lang="en" sz="1100" dirty="0">
                          <a:solidFill>
                            <a:schemeClr val="dk2"/>
                          </a:solidFill>
                          <a:latin typeface="Domine"/>
                          <a:ea typeface="Domine"/>
                          <a:cs typeface="Domine"/>
                          <a:sym typeface="Domine"/>
                        </a:rPr>
                        <a:t>Aliya</a:t>
                      </a:r>
                      <a:endParaRPr sz="1100" dirty="0">
                        <a:solidFill>
                          <a:schemeClr val="dk2"/>
                        </a:solidFill>
                        <a:latin typeface="Domine"/>
                        <a:ea typeface="Domine"/>
                        <a:cs typeface="Domine"/>
                        <a:sym typeface="Domine"/>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kumimoji="0" lang="en-GB" sz="1100" b="0" i="0" u="none" strike="noStrike" kern="0" cap="none" spc="0" normalizeH="0" baseline="0" noProof="0" dirty="0">
                          <a:ln>
                            <a:noFill/>
                          </a:ln>
                          <a:solidFill>
                            <a:srgbClr val="000E3F"/>
                          </a:solidFill>
                          <a:effectLst/>
                          <a:uLnTx/>
                          <a:uFillTx/>
                          <a:latin typeface="DM Sans"/>
                          <a:ea typeface="DM Sans"/>
                          <a:cs typeface="DM Sans"/>
                          <a:sym typeface="DM Sans"/>
                        </a:rPr>
                        <a:t>Protective factors</a:t>
                      </a:r>
                      <a:endParaRPr sz="1100" dirty="0">
                        <a:solidFill>
                          <a:schemeClr val="dk1"/>
                        </a:solidFill>
                        <a:latin typeface="DM Sans"/>
                        <a:ea typeface="DM Sans"/>
                        <a:cs typeface="DM Sans"/>
                        <a:sym typeface="DM Sans"/>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Clr>
                          <a:schemeClr val="hlink"/>
                        </a:buClr>
                        <a:buSzPts val="1100"/>
                        <a:buFont typeface="Arial"/>
                        <a:buNone/>
                      </a:pPr>
                      <a:endParaRPr sz="1100">
                        <a:solidFill>
                          <a:schemeClr val="dk1"/>
                        </a:solidFill>
                        <a:latin typeface="DM Sans"/>
                        <a:ea typeface="DM Sans"/>
                        <a:cs typeface="DM Sans"/>
                        <a:sym typeface="DM Sans"/>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kumimoji="0" lang="en-GB" sz="1100" b="0" i="0" u="none" strike="noStrike" kern="0" cap="none" spc="0" normalizeH="0" baseline="0" noProof="0" dirty="0">
                          <a:ln>
                            <a:noFill/>
                          </a:ln>
                          <a:solidFill>
                            <a:srgbClr val="000E3F"/>
                          </a:solidFill>
                          <a:effectLst/>
                          <a:uLnTx/>
                          <a:uFillTx/>
                          <a:latin typeface="DM Sans"/>
                          <a:ea typeface="DM Sans"/>
                          <a:cs typeface="DM Sans"/>
                          <a:sym typeface="DM Sans"/>
                        </a:rPr>
                        <a:t>QN85, QN87, QN99, QN103, QN104</a:t>
                      </a:r>
                      <a:endParaRPr sz="1100" dirty="0"/>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478717">
                <a:tc>
                  <a:txBody>
                    <a:bodyPr/>
                    <a:lstStyle/>
                    <a:p>
                      <a:pPr marL="0" lvl="0" indent="0" algn="l" rtl="0">
                        <a:spcBef>
                          <a:spcPts val="0"/>
                        </a:spcBef>
                        <a:spcAft>
                          <a:spcPts val="0"/>
                        </a:spcAft>
                        <a:buNone/>
                      </a:pPr>
                      <a:r>
                        <a:rPr lang="en" sz="1100" dirty="0">
                          <a:solidFill>
                            <a:schemeClr val="dk2"/>
                          </a:solidFill>
                          <a:latin typeface="Domine"/>
                          <a:ea typeface="Domine"/>
                          <a:cs typeface="Domine"/>
                          <a:sym typeface="Domine"/>
                        </a:rPr>
                        <a:t>Destiny</a:t>
                      </a:r>
                      <a:endParaRPr sz="1100" dirty="0">
                        <a:solidFill>
                          <a:schemeClr val="dk2"/>
                        </a:solidFill>
                        <a:latin typeface="Domine"/>
                        <a:ea typeface="Domine"/>
                        <a:cs typeface="Domine"/>
                        <a:sym typeface="Domine"/>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marR="0" lvl="0" indent="0" algn="ctr" defTabSz="914400" rtl="0" eaLnBrk="1" fontAlgn="auto" latinLnBrk="0" hangingPunct="1">
                        <a:lnSpc>
                          <a:spcPct val="100000"/>
                        </a:lnSpc>
                        <a:spcBef>
                          <a:spcPts val="0"/>
                        </a:spcBef>
                        <a:spcAft>
                          <a:spcPts val="0"/>
                        </a:spcAft>
                        <a:buClr>
                          <a:schemeClr val="hlink"/>
                        </a:buClr>
                        <a:buSzPts val="1100"/>
                        <a:buFont typeface="Arial"/>
                        <a:buNone/>
                        <a:tabLst/>
                        <a:defRPr/>
                      </a:pPr>
                      <a:r>
                        <a:rPr kumimoji="0" lang="en-GB" sz="1100" b="0" i="0" u="none" strike="noStrike" kern="0" cap="none" spc="0" normalizeH="0" baseline="0" noProof="0" dirty="0">
                          <a:ln>
                            <a:noFill/>
                          </a:ln>
                          <a:solidFill>
                            <a:srgbClr val="000E3F"/>
                          </a:solidFill>
                          <a:effectLst/>
                          <a:uLnTx/>
                          <a:uFillTx/>
                          <a:latin typeface="DM Sans"/>
                          <a:ea typeface="DM Sans"/>
                          <a:cs typeface="DM Sans"/>
                          <a:sym typeface="DM Sans"/>
                        </a:rPr>
                        <a:t>Adverse factors</a:t>
                      </a:r>
                      <a:endParaRPr lang="en-GB" sz="1100" dirty="0">
                        <a:solidFill>
                          <a:schemeClr val="dk1"/>
                        </a:solidFill>
                        <a:latin typeface="DM Sans"/>
                        <a:ea typeface="DM Sans"/>
                        <a:cs typeface="DM Sans"/>
                        <a:sym typeface="DM Sans"/>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kumimoji="0" lang="en-GB" sz="1100" b="0" i="0" u="none" strike="noStrike" kern="0" cap="none" spc="0" normalizeH="0" baseline="0" noProof="0" dirty="0">
                          <a:ln>
                            <a:noFill/>
                          </a:ln>
                          <a:solidFill>
                            <a:srgbClr val="000E3F"/>
                          </a:solidFill>
                          <a:effectLst/>
                          <a:uLnTx/>
                          <a:uFillTx/>
                          <a:latin typeface="DM Sans"/>
                          <a:ea typeface="DM Sans"/>
                          <a:cs typeface="DM Sans"/>
                          <a:sym typeface="DM Sans"/>
                        </a:rPr>
                        <a:t>Sexual dating and violence</a:t>
                      </a:r>
                      <a:endParaRPr sz="1100" dirty="0">
                        <a:solidFill>
                          <a:schemeClr val="dk1"/>
                        </a:solidFill>
                        <a:latin typeface="DM Sans"/>
                        <a:ea typeface="DM Sans"/>
                        <a:cs typeface="DM Sans"/>
                        <a:sym typeface="DM Sans"/>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kumimoji="0" lang="en-GB" sz="1100" b="0" i="0" u="none" strike="noStrike" kern="0" cap="none" spc="0" normalizeH="0" baseline="0" noProof="0" dirty="0">
                          <a:ln>
                            <a:noFill/>
                          </a:ln>
                          <a:solidFill>
                            <a:srgbClr val="000E3F"/>
                          </a:solidFill>
                          <a:effectLst/>
                          <a:uLnTx/>
                          <a:uFillTx/>
                          <a:latin typeface="DM Sans"/>
                          <a:ea typeface="DM Sans"/>
                          <a:cs typeface="DM Sans"/>
                          <a:sym typeface="DM Sans"/>
                        </a:rPr>
                        <a:t>QN19, QN20, QN21, QN88</a:t>
                      </a:r>
                      <a:endParaRPr sz="1100" dirty="0"/>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406906">
                <a:tc>
                  <a:txBody>
                    <a:bodyPr/>
                    <a:lstStyle/>
                    <a:p>
                      <a:pPr marL="0" lvl="0" indent="0" algn="l" rtl="0">
                        <a:spcBef>
                          <a:spcPts val="0"/>
                        </a:spcBef>
                        <a:spcAft>
                          <a:spcPts val="0"/>
                        </a:spcAft>
                        <a:buNone/>
                      </a:pPr>
                      <a:r>
                        <a:rPr lang="en" sz="1100" dirty="0">
                          <a:solidFill>
                            <a:schemeClr val="dk2"/>
                          </a:solidFill>
                          <a:latin typeface="Domine"/>
                          <a:ea typeface="Domine"/>
                          <a:cs typeface="Domine"/>
                          <a:sym typeface="Domine"/>
                        </a:rPr>
                        <a:t>Albert</a:t>
                      </a:r>
                      <a:endParaRPr sz="1100" dirty="0">
                        <a:solidFill>
                          <a:schemeClr val="dk2"/>
                        </a:solidFill>
                        <a:latin typeface="Domine"/>
                        <a:ea typeface="Domine"/>
                        <a:cs typeface="Domine"/>
                        <a:sym typeface="Domine"/>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lgn="ctr">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kumimoji="0" lang="en-GB" sz="1100" b="0" i="0" u="none" strike="noStrike" kern="0" cap="none" spc="0" normalizeH="0" baseline="0" noProof="0" dirty="0">
                          <a:ln>
                            <a:noFill/>
                          </a:ln>
                          <a:solidFill>
                            <a:srgbClr val="000E3F"/>
                          </a:solidFill>
                          <a:effectLst/>
                          <a:uLnTx/>
                          <a:uFillTx/>
                          <a:latin typeface="DM Sans"/>
                          <a:ea typeface="DM Sans"/>
                          <a:cs typeface="DM Sans"/>
                          <a:sym typeface="DM Sans"/>
                        </a:rPr>
                        <a:t>Adverse factors</a:t>
                      </a:r>
                      <a:endParaRPr sz="1100" dirty="0">
                        <a:solidFill>
                          <a:schemeClr val="dk1"/>
                        </a:solidFill>
                        <a:latin typeface="DM Sans"/>
                        <a:ea typeface="DM Sans"/>
                        <a:cs typeface="DM Sans"/>
                        <a:sym typeface="DM Sans"/>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lgn="ctr">
                      <a:solidFill>
                        <a:schemeClr val="dk1"/>
                      </a:solidFill>
                      <a:prstDash val="solid"/>
                      <a:round/>
                      <a:headEnd type="none" w="sm" len="sm"/>
                      <a:tailEnd type="none" w="sm" len="sm"/>
                    </a:lnB>
                  </a:tcPr>
                </a:tc>
                <a:tc>
                  <a:txBody>
                    <a:bodyPr/>
                    <a:lstStyle/>
                    <a:p>
                      <a:pPr marL="0" lvl="0" indent="0" algn="ctr" rtl="0">
                        <a:spcBef>
                          <a:spcPts val="0"/>
                        </a:spcBef>
                        <a:spcAft>
                          <a:spcPts val="0"/>
                        </a:spcAft>
                        <a:buClr>
                          <a:schemeClr val="hlink"/>
                        </a:buClr>
                        <a:buSzPts val="1100"/>
                        <a:buFont typeface="Arial"/>
                        <a:buNone/>
                      </a:pPr>
                      <a:r>
                        <a:rPr kumimoji="0" lang="en-GB" sz="1100" b="0" i="0" u="none" strike="noStrike" kern="0" cap="none" spc="0" normalizeH="0" baseline="0" noProof="0" dirty="0">
                          <a:ln>
                            <a:noFill/>
                          </a:ln>
                          <a:solidFill>
                            <a:srgbClr val="000E3F"/>
                          </a:solidFill>
                          <a:effectLst/>
                          <a:uLnTx/>
                          <a:uFillTx/>
                          <a:latin typeface="DM Sans"/>
                          <a:ea typeface="DM Sans"/>
                          <a:cs typeface="DM Sans"/>
                          <a:sym typeface="DM Sans"/>
                        </a:rPr>
                        <a:t>School and community</a:t>
                      </a:r>
                      <a:endParaRPr sz="1100" dirty="0">
                        <a:solidFill>
                          <a:schemeClr val="dk1"/>
                        </a:solidFill>
                        <a:latin typeface="DM Sans"/>
                        <a:ea typeface="DM Sans"/>
                        <a:cs typeface="DM Sans"/>
                        <a:sym typeface="DM Sans"/>
                      </a:endParaRP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lgn="ctr">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GB" sz="1100" dirty="0">
                          <a:solidFill>
                            <a:schemeClr val="dk1"/>
                          </a:solidFill>
                          <a:latin typeface="DM Sans"/>
                          <a:ea typeface="DM Sans"/>
                          <a:cs typeface="DM Sans"/>
                          <a:sym typeface="DM Sans"/>
                        </a:rPr>
                        <a:t>QN22, QN23, QN24, QN25, QN86</a:t>
                      </a:r>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lgn="ctr">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406906">
                <a:tc>
                  <a:txBody>
                    <a:bodyPr/>
                    <a:lstStyle/>
                    <a:p>
                      <a:pPr marL="0" lvl="0" indent="0" algn="l" rtl="0">
                        <a:spcBef>
                          <a:spcPts val="0"/>
                        </a:spcBef>
                        <a:spcAft>
                          <a:spcPts val="0"/>
                        </a:spcAft>
                        <a:buNone/>
                      </a:pPr>
                      <a:r>
                        <a:rPr lang="en-GB" sz="1100" dirty="0">
                          <a:solidFill>
                            <a:schemeClr val="dk2"/>
                          </a:solidFill>
                          <a:latin typeface="Domine"/>
                          <a:ea typeface="Domine"/>
                          <a:cs typeface="Domine"/>
                          <a:sym typeface="Domine"/>
                        </a:rPr>
                        <a:t>Terence</a:t>
                      </a:r>
                      <a:endParaRPr sz="1100" dirty="0">
                        <a:solidFill>
                          <a:schemeClr val="dk2"/>
                        </a:solidFill>
                        <a:latin typeface="Domine"/>
                        <a:ea typeface="Domine"/>
                        <a:cs typeface="Domine"/>
                        <a:sym typeface="Domine"/>
                      </a:endParaRPr>
                    </a:p>
                  </a:txBody>
                  <a:tcPr marL="91425" marR="91425" marT="91425" marB="91425" anchor="ctr">
                    <a:lnL w="19050" cap="flat" cmpd="sng">
                      <a:solidFill>
                        <a:schemeClr val="dk1"/>
                      </a:solidFill>
                      <a:prstDash val="solid"/>
                      <a:round/>
                      <a:headEnd type="none" w="sm" len="sm"/>
                      <a:tailEnd type="none" w="sm" len="sm"/>
                    </a:lnL>
                    <a:lnR w="19050" cap="flat" cmpd="sng" algn="ctr">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lgn="ctr">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kumimoji="0" lang="en-GB" sz="1100" b="0" i="0" u="none" strike="noStrike" kern="0" cap="none" spc="0" normalizeH="0" baseline="0" noProof="0" dirty="0">
                          <a:ln>
                            <a:noFill/>
                          </a:ln>
                          <a:solidFill>
                            <a:srgbClr val="000E3F"/>
                          </a:solidFill>
                          <a:effectLst/>
                          <a:uLnTx/>
                          <a:uFillTx/>
                          <a:latin typeface="DM Sans"/>
                          <a:ea typeface="DM Sans"/>
                          <a:cs typeface="DM Sans"/>
                          <a:sym typeface="DM Sans"/>
                        </a:rPr>
                        <a:t>Adverse factors</a:t>
                      </a:r>
                      <a:endParaRPr sz="1100" dirty="0">
                        <a:solidFill>
                          <a:schemeClr val="dk1"/>
                        </a:solidFill>
                        <a:latin typeface="DM Sans"/>
                        <a:ea typeface="DM Sans"/>
                        <a:cs typeface="DM Sans"/>
                        <a:sym typeface="DM Sans"/>
                      </a:endParaRPr>
                    </a:p>
                  </a:txBody>
                  <a:tcPr marL="91425" marR="91425" marT="91425" marB="91425" anchor="ctr">
                    <a:lnL w="19050" cap="flat" cmpd="sng" algn="ctr">
                      <a:solidFill>
                        <a:schemeClr val="dk1"/>
                      </a:solidFill>
                      <a:prstDash val="solid"/>
                      <a:round/>
                      <a:headEnd type="none" w="sm" len="sm"/>
                      <a:tailEnd type="none" w="sm" len="sm"/>
                    </a:lnL>
                    <a:lnR w="19050" cap="flat" cmpd="sng" algn="ctr">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lgn="ctr">
                      <a:solidFill>
                        <a:schemeClr val="dk1"/>
                      </a:solidFill>
                      <a:prstDash val="solid"/>
                      <a:round/>
                      <a:headEnd type="none" w="sm" len="sm"/>
                      <a:tailEnd type="none" w="sm" len="sm"/>
                    </a:lnB>
                  </a:tcPr>
                </a:tc>
                <a:tc>
                  <a:txBody>
                    <a:bodyPr/>
                    <a:lstStyle/>
                    <a:p>
                      <a:pPr marL="0" lvl="0" indent="0" algn="ctr" rtl="0">
                        <a:spcBef>
                          <a:spcPts val="0"/>
                        </a:spcBef>
                        <a:spcAft>
                          <a:spcPts val="0"/>
                        </a:spcAft>
                        <a:buClr>
                          <a:schemeClr val="hlink"/>
                        </a:buClr>
                        <a:buSzPts val="1100"/>
                        <a:buFont typeface="Arial"/>
                        <a:buNone/>
                      </a:pPr>
                      <a:r>
                        <a:rPr kumimoji="0" lang="en-GB" sz="1100" b="0" i="0" u="none" strike="noStrike" kern="0" cap="none" spc="0" normalizeH="0" baseline="0" noProof="0" dirty="0">
                          <a:ln>
                            <a:noFill/>
                          </a:ln>
                          <a:solidFill>
                            <a:srgbClr val="000E3F"/>
                          </a:solidFill>
                          <a:effectLst/>
                          <a:uLnTx/>
                          <a:uFillTx/>
                          <a:latin typeface="DM Sans"/>
                          <a:ea typeface="DM Sans"/>
                          <a:cs typeface="DM Sans"/>
                          <a:sym typeface="DM Sans"/>
                        </a:rPr>
                        <a:t>Household dysfunction</a:t>
                      </a:r>
                      <a:endParaRPr sz="1100" dirty="0">
                        <a:solidFill>
                          <a:schemeClr val="dk1"/>
                        </a:solidFill>
                        <a:latin typeface="DM Sans"/>
                        <a:ea typeface="DM Sans"/>
                        <a:cs typeface="DM Sans"/>
                        <a:sym typeface="DM Sans"/>
                      </a:endParaRPr>
                    </a:p>
                  </a:txBody>
                  <a:tcPr marL="91425" marR="91425" marT="91425" marB="91425" anchor="ctr">
                    <a:lnL w="19050" cap="flat" cmpd="sng" algn="ctr">
                      <a:solidFill>
                        <a:schemeClr val="dk1"/>
                      </a:solidFill>
                      <a:prstDash val="solid"/>
                      <a:round/>
                      <a:headEnd type="none" w="sm" len="sm"/>
                      <a:tailEnd type="none" w="sm" len="sm"/>
                    </a:lnL>
                    <a:lnR w="19050" cap="flat" cmpd="sng" algn="ctr">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lgn="ctr">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GB" sz="1100" dirty="0">
                          <a:solidFill>
                            <a:schemeClr val="dk1"/>
                          </a:solidFill>
                          <a:latin typeface="DM Sans"/>
                          <a:ea typeface="DM Sans"/>
                          <a:cs typeface="DM Sans"/>
                          <a:sym typeface="DM Sans"/>
                        </a:rPr>
                        <a:t>QN89, QN90, QN91, QN100, QN101, QN102</a:t>
                      </a:r>
                    </a:p>
                  </a:txBody>
                  <a:tcPr marL="91425" marR="91425" marT="91425" marB="91425" anchor="ctr">
                    <a:lnL w="19050" cap="flat" cmpd="sng" algn="ctr">
                      <a:solidFill>
                        <a:schemeClr val="dk1"/>
                      </a:solidFill>
                      <a:prstDash val="solid"/>
                      <a:round/>
                      <a:headEnd type="none" w="sm" len="sm"/>
                      <a:tailEnd type="none" w="sm" len="sm"/>
                    </a:lnL>
                    <a:lnR w="19050" cap="flat" cmpd="sng" algn="ctr">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lgn="ctr">
                      <a:solidFill>
                        <a:schemeClr val="dk1"/>
                      </a:solidFill>
                      <a:prstDash val="solid"/>
                      <a:round/>
                      <a:headEnd type="none" w="sm" len="sm"/>
                      <a:tailEnd type="none" w="sm" len="sm"/>
                    </a:lnB>
                  </a:tcPr>
                </a:tc>
                <a:extLst>
                  <a:ext uri="{0D108BD9-81ED-4DB2-BD59-A6C34878D82A}">
                    <a16:rowId xmlns:a16="http://schemas.microsoft.com/office/drawing/2014/main" val="3839949844"/>
                  </a:ext>
                </a:extLst>
              </a:tr>
              <a:tr h="406906">
                <a:tc>
                  <a:txBody>
                    <a:bodyPr/>
                    <a:lstStyle/>
                    <a:p>
                      <a:pPr marL="0" lvl="0" indent="0" algn="l" rtl="0">
                        <a:spcBef>
                          <a:spcPts val="0"/>
                        </a:spcBef>
                        <a:spcAft>
                          <a:spcPts val="0"/>
                        </a:spcAft>
                        <a:buNone/>
                      </a:pPr>
                      <a:r>
                        <a:rPr lang="en-GB" sz="1100" dirty="0">
                          <a:solidFill>
                            <a:schemeClr val="dk2"/>
                          </a:solidFill>
                          <a:latin typeface="Domine"/>
                          <a:ea typeface="Domine"/>
                          <a:cs typeface="Domine"/>
                          <a:sym typeface="Domine"/>
                        </a:rPr>
                        <a:t>Francis</a:t>
                      </a:r>
                      <a:endParaRPr sz="1100" dirty="0">
                        <a:solidFill>
                          <a:schemeClr val="dk2"/>
                        </a:solidFill>
                        <a:latin typeface="Domine"/>
                        <a:ea typeface="Domine"/>
                        <a:cs typeface="Domine"/>
                        <a:sym typeface="Domine"/>
                      </a:endParaRPr>
                    </a:p>
                  </a:txBody>
                  <a:tcPr marL="91425" marR="91425" marT="91425" marB="91425" anchor="ctr">
                    <a:lnL w="19050" cap="flat" cmpd="sng">
                      <a:solidFill>
                        <a:schemeClr val="dk1"/>
                      </a:solidFill>
                      <a:prstDash val="solid"/>
                      <a:round/>
                      <a:headEnd type="none" w="sm" len="sm"/>
                      <a:tailEnd type="none" w="sm" len="sm"/>
                    </a:lnL>
                    <a:lnR w="19050" cap="flat" cmpd="sng" algn="ctr">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lgn="ctr">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kumimoji="0" lang="en-GB" sz="1100" b="0" i="0" u="none" strike="noStrike" kern="0" cap="none" spc="0" normalizeH="0" baseline="0" noProof="0" dirty="0">
                          <a:ln>
                            <a:noFill/>
                          </a:ln>
                          <a:solidFill>
                            <a:srgbClr val="000E3F"/>
                          </a:solidFill>
                          <a:effectLst/>
                          <a:uLnTx/>
                          <a:uFillTx/>
                          <a:latin typeface="DM Sans"/>
                          <a:ea typeface="DM Sans"/>
                          <a:cs typeface="DM Sans"/>
                          <a:sym typeface="DM Sans"/>
                        </a:rPr>
                        <a:t>Risk behaviours</a:t>
                      </a:r>
                      <a:endParaRPr sz="1100" dirty="0">
                        <a:solidFill>
                          <a:schemeClr val="dk1"/>
                        </a:solidFill>
                        <a:latin typeface="DM Sans"/>
                        <a:ea typeface="DM Sans"/>
                        <a:cs typeface="DM Sans"/>
                        <a:sym typeface="DM Sans"/>
                      </a:endParaRPr>
                    </a:p>
                  </a:txBody>
                  <a:tcPr marL="91425" marR="91425" marT="91425" marB="91425" anchor="ctr">
                    <a:lnL w="19050" cap="flat" cmpd="sng" algn="ctr">
                      <a:solidFill>
                        <a:schemeClr val="dk1"/>
                      </a:solidFill>
                      <a:prstDash val="solid"/>
                      <a:round/>
                      <a:headEnd type="none" w="sm" len="sm"/>
                      <a:tailEnd type="none" w="sm" len="sm"/>
                    </a:lnL>
                    <a:lnR w="19050" cap="flat" cmpd="sng" algn="ctr">
                      <a:solidFill>
                        <a:schemeClr val="dk1"/>
                      </a:solidFill>
                      <a:prstDash val="solid"/>
                      <a:round/>
                      <a:headEnd type="none" w="sm" len="sm"/>
                      <a:tailEnd type="none" w="sm" len="sm"/>
                    </a:lnR>
                    <a:lnT w="19050" cap="flat" cmpd="sng" algn="ctr">
                      <a:solidFill>
                        <a:schemeClr val="dk1"/>
                      </a:solidFill>
                      <a:prstDash val="solid"/>
                      <a:round/>
                      <a:headEnd type="none" w="sm" len="sm"/>
                      <a:tailEnd type="none" w="sm" len="sm"/>
                    </a:lnT>
                    <a:lnB w="19050" cap="flat" cmpd="sng" algn="ctr">
                      <a:solidFill>
                        <a:schemeClr val="dk1"/>
                      </a:solidFill>
                      <a:prstDash val="solid"/>
                      <a:round/>
                      <a:headEnd type="none" w="sm" len="sm"/>
                      <a:tailEnd type="none" w="sm" len="sm"/>
                    </a:lnB>
                  </a:tcPr>
                </a:tc>
                <a:tc>
                  <a:txBody>
                    <a:bodyPr/>
                    <a:lstStyle/>
                    <a:p>
                      <a:pPr marL="0" lvl="0" indent="0" algn="ctr" rtl="0">
                        <a:spcBef>
                          <a:spcPts val="0"/>
                        </a:spcBef>
                        <a:spcAft>
                          <a:spcPts val="0"/>
                        </a:spcAft>
                        <a:buClr>
                          <a:schemeClr val="hlink"/>
                        </a:buClr>
                        <a:buSzPts val="1100"/>
                        <a:buFont typeface="Arial"/>
                        <a:buNone/>
                      </a:pPr>
                      <a:r>
                        <a:rPr kumimoji="0" lang="en-GB" sz="1100" b="0" i="0" u="none" strike="noStrike" kern="0" cap="none" spc="0" normalizeH="0" baseline="0" noProof="0" dirty="0">
                          <a:ln>
                            <a:noFill/>
                          </a:ln>
                          <a:solidFill>
                            <a:srgbClr val="000E3F"/>
                          </a:solidFill>
                          <a:effectLst/>
                          <a:uLnTx/>
                          <a:uFillTx/>
                          <a:latin typeface="DM Sans"/>
                          <a:ea typeface="DM Sans"/>
                          <a:cs typeface="DM Sans"/>
                          <a:sym typeface="DM Sans"/>
                        </a:rPr>
                        <a:t>Violence and mental distress</a:t>
                      </a:r>
                      <a:endParaRPr sz="1100" dirty="0">
                        <a:solidFill>
                          <a:schemeClr val="dk1"/>
                        </a:solidFill>
                        <a:latin typeface="DM Sans"/>
                        <a:ea typeface="DM Sans"/>
                        <a:cs typeface="DM Sans"/>
                        <a:sym typeface="DM Sans"/>
                      </a:endParaRPr>
                    </a:p>
                  </a:txBody>
                  <a:tcPr marL="91425" marR="91425" marT="91425" marB="91425" anchor="ctr">
                    <a:lnL w="19050" cap="flat" cmpd="sng" algn="ctr">
                      <a:solidFill>
                        <a:schemeClr val="dk1"/>
                      </a:solidFill>
                      <a:prstDash val="solid"/>
                      <a:round/>
                      <a:headEnd type="none" w="sm" len="sm"/>
                      <a:tailEnd type="none" w="sm" len="sm"/>
                    </a:lnL>
                    <a:lnR w="19050" cap="flat" cmpd="sng" algn="ctr">
                      <a:solidFill>
                        <a:schemeClr val="dk1"/>
                      </a:solidFill>
                      <a:prstDash val="solid"/>
                      <a:round/>
                      <a:headEnd type="none" w="sm" len="sm"/>
                      <a:tailEnd type="none" w="sm" len="sm"/>
                    </a:lnR>
                    <a:lnT w="19050" cap="flat" cmpd="sng" algn="ctr">
                      <a:solidFill>
                        <a:schemeClr val="dk1"/>
                      </a:solidFill>
                      <a:prstDash val="solid"/>
                      <a:round/>
                      <a:headEnd type="none" w="sm" len="sm"/>
                      <a:tailEnd type="none" w="sm" len="sm"/>
                    </a:lnT>
                    <a:lnB w="19050" cap="flat" cmpd="sng" algn="ctr">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GB" sz="1100" dirty="0">
                          <a:solidFill>
                            <a:schemeClr val="dk1"/>
                          </a:solidFill>
                          <a:latin typeface="DM Sans"/>
                          <a:ea typeface="DM Sans"/>
                          <a:cs typeface="DM Sans"/>
                          <a:sym typeface="DM Sans"/>
                        </a:rPr>
                        <a:t>QN12, QN13, QN16, QN26, QN84</a:t>
                      </a:r>
                    </a:p>
                  </a:txBody>
                  <a:tcPr marL="91425" marR="91425" marT="91425" marB="91425" anchor="ctr">
                    <a:lnL w="19050" cap="flat" cmpd="sng" algn="ctr">
                      <a:solidFill>
                        <a:schemeClr val="dk1"/>
                      </a:solidFill>
                      <a:prstDash val="solid"/>
                      <a:round/>
                      <a:headEnd type="none" w="sm" len="sm"/>
                      <a:tailEnd type="none" w="sm" len="sm"/>
                    </a:lnL>
                    <a:lnR w="19050" cap="flat" cmpd="sng" algn="ctr">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lgn="ctr">
                      <a:solidFill>
                        <a:schemeClr val="dk1"/>
                      </a:solidFill>
                      <a:prstDash val="solid"/>
                      <a:round/>
                      <a:headEnd type="none" w="sm" len="sm"/>
                      <a:tailEnd type="none" w="sm" len="sm"/>
                    </a:lnB>
                  </a:tcPr>
                </a:tc>
                <a:extLst>
                  <a:ext uri="{0D108BD9-81ED-4DB2-BD59-A6C34878D82A}">
                    <a16:rowId xmlns:a16="http://schemas.microsoft.com/office/drawing/2014/main" val="528209771"/>
                  </a:ext>
                </a:extLst>
              </a:tr>
              <a:tr h="406906">
                <a:tc>
                  <a:txBody>
                    <a:bodyPr/>
                    <a:lstStyle/>
                    <a:p>
                      <a:pPr marL="0" lvl="0" indent="0" algn="l" rtl="0">
                        <a:spcBef>
                          <a:spcPts val="0"/>
                        </a:spcBef>
                        <a:spcAft>
                          <a:spcPts val="0"/>
                        </a:spcAft>
                        <a:buNone/>
                      </a:pPr>
                      <a:r>
                        <a:rPr lang="en-GB" sz="1100" dirty="0">
                          <a:solidFill>
                            <a:schemeClr val="dk2"/>
                          </a:solidFill>
                          <a:latin typeface="Domine"/>
                          <a:ea typeface="Domine"/>
                          <a:cs typeface="Domine"/>
                          <a:sym typeface="Domine"/>
                        </a:rPr>
                        <a:t>Bernard</a:t>
                      </a:r>
                      <a:endParaRPr sz="1100" dirty="0">
                        <a:solidFill>
                          <a:schemeClr val="dk2"/>
                        </a:solidFill>
                        <a:latin typeface="Domine"/>
                        <a:ea typeface="Domine"/>
                        <a:cs typeface="Domine"/>
                        <a:sym typeface="Domine"/>
                      </a:endParaRPr>
                    </a:p>
                  </a:txBody>
                  <a:tcPr marL="91425" marR="91425" marT="91425" marB="91425" anchor="ctr">
                    <a:lnL w="19050" cap="flat" cmpd="sng">
                      <a:solidFill>
                        <a:schemeClr val="dk1"/>
                      </a:solidFill>
                      <a:prstDash val="solid"/>
                      <a:round/>
                      <a:headEnd type="none" w="sm" len="sm"/>
                      <a:tailEnd type="none" w="sm" len="sm"/>
                    </a:lnL>
                    <a:lnR w="19050" cap="flat" cmpd="sng" algn="ctr">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kumimoji="0" lang="en-GB" sz="1100" b="0" i="0" u="none" strike="noStrike" kern="0" cap="none" spc="0" normalizeH="0" baseline="0" noProof="0" dirty="0">
                          <a:ln>
                            <a:noFill/>
                          </a:ln>
                          <a:solidFill>
                            <a:srgbClr val="000E3F"/>
                          </a:solidFill>
                          <a:effectLst/>
                          <a:uLnTx/>
                          <a:uFillTx/>
                          <a:latin typeface="DM Sans"/>
                          <a:ea typeface="DM Sans"/>
                          <a:cs typeface="DM Sans"/>
                          <a:sym typeface="DM Sans"/>
                        </a:rPr>
                        <a:t>Risk behaviours</a:t>
                      </a:r>
                      <a:endParaRPr sz="1100" dirty="0">
                        <a:solidFill>
                          <a:schemeClr val="dk1"/>
                        </a:solidFill>
                        <a:latin typeface="DM Sans"/>
                        <a:ea typeface="DM Sans"/>
                        <a:cs typeface="DM Sans"/>
                        <a:sym typeface="DM Sans"/>
                      </a:endParaRPr>
                    </a:p>
                  </a:txBody>
                  <a:tcPr marL="91425" marR="91425" marT="91425" marB="91425" anchor="ctr">
                    <a:lnL w="19050" cap="flat" cmpd="sng" algn="ctr">
                      <a:solidFill>
                        <a:schemeClr val="dk1"/>
                      </a:solidFill>
                      <a:prstDash val="solid"/>
                      <a:round/>
                      <a:headEnd type="none" w="sm" len="sm"/>
                      <a:tailEnd type="none" w="sm" len="sm"/>
                    </a:lnL>
                    <a:lnR w="19050" cap="flat" cmpd="sng" algn="ctr">
                      <a:solidFill>
                        <a:schemeClr val="dk1"/>
                      </a:solidFill>
                      <a:prstDash val="solid"/>
                      <a:round/>
                      <a:headEnd type="none" w="sm" len="sm"/>
                      <a:tailEnd type="none" w="sm" len="sm"/>
                    </a:lnR>
                    <a:lnT w="19050" cap="flat" cmpd="sng" algn="ctr">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Clr>
                          <a:schemeClr val="hlink"/>
                        </a:buClr>
                        <a:buSzPts val="1100"/>
                        <a:buFont typeface="Arial"/>
                        <a:buNone/>
                      </a:pPr>
                      <a:r>
                        <a:rPr kumimoji="0" lang="en-GB" sz="1100" b="0" i="0" u="none" strike="noStrike" kern="0" cap="none" spc="0" normalizeH="0" baseline="0" noProof="0" dirty="0">
                          <a:ln>
                            <a:noFill/>
                          </a:ln>
                          <a:solidFill>
                            <a:srgbClr val="000E3F"/>
                          </a:solidFill>
                          <a:effectLst/>
                          <a:uLnTx/>
                          <a:uFillTx/>
                          <a:latin typeface="DM Sans"/>
                          <a:ea typeface="DM Sans"/>
                          <a:cs typeface="DM Sans"/>
                          <a:sym typeface="DM Sans"/>
                        </a:rPr>
                        <a:t>Substance use</a:t>
                      </a:r>
                      <a:endParaRPr sz="1100" dirty="0">
                        <a:solidFill>
                          <a:schemeClr val="dk1"/>
                        </a:solidFill>
                        <a:latin typeface="DM Sans"/>
                        <a:ea typeface="DM Sans"/>
                        <a:cs typeface="DM Sans"/>
                        <a:sym typeface="DM Sans"/>
                      </a:endParaRPr>
                    </a:p>
                  </a:txBody>
                  <a:tcPr marL="91425" marR="91425" marT="91425" marB="91425" anchor="ctr">
                    <a:lnL w="19050" cap="flat" cmpd="sng" algn="ctr">
                      <a:solidFill>
                        <a:schemeClr val="dk1"/>
                      </a:solidFill>
                      <a:prstDash val="solid"/>
                      <a:round/>
                      <a:headEnd type="none" w="sm" len="sm"/>
                      <a:tailEnd type="none" w="sm" len="sm"/>
                    </a:lnL>
                    <a:lnR w="19050" cap="flat" cmpd="sng" algn="ctr">
                      <a:solidFill>
                        <a:schemeClr val="dk1"/>
                      </a:solidFill>
                      <a:prstDash val="solid"/>
                      <a:round/>
                      <a:headEnd type="none" w="sm" len="sm"/>
                      <a:tailEnd type="none" w="sm" len="sm"/>
                    </a:lnR>
                    <a:lnT w="19050" cap="flat" cmpd="sng" algn="ctr">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r>
                        <a:rPr lang="en-GB" sz="1100" dirty="0">
                          <a:solidFill>
                            <a:schemeClr val="dk1"/>
                          </a:solidFill>
                          <a:latin typeface="DM Sans"/>
                          <a:ea typeface="DM Sans"/>
                          <a:cs typeface="DM Sans"/>
                          <a:sym typeface="DM Sans"/>
                        </a:rPr>
                        <a:t>QN43, QN48, qntb4, </a:t>
                      </a:r>
                      <a:r>
                        <a:rPr lang="en-GB" sz="1100" dirty="0" err="1">
                          <a:solidFill>
                            <a:schemeClr val="dk1"/>
                          </a:solidFill>
                          <a:latin typeface="DM Sans"/>
                          <a:ea typeface="DM Sans"/>
                          <a:cs typeface="DM Sans"/>
                          <a:sym typeface="DM Sans"/>
                        </a:rPr>
                        <a:t>qnillict</a:t>
                      </a:r>
                      <a:r>
                        <a:rPr lang="en-GB" sz="1100" dirty="0">
                          <a:solidFill>
                            <a:schemeClr val="dk1"/>
                          </a:solidFill>
                          <a:latin typeface="DM Sans"/>
                          <a:ea typeface="DM Sans"/>
                          <a:cs typeface="DM Sans"/>
                          <a:sym typeface="DM Sans"/>
                        </a:rPr>
                        <a:t>, </a:t>
                      </a:r>
                      <a:r>
                        <a:rPr lang="en-GB" sz="1100" dirty="0" err="1">
                          <a:solidFill>
                            <a:schemeClr val="dk1"/>
                          </a:solidFill>
                          <a:latin typeface="DM Sans"/>
                          <a:ea typeface="DM Sans"/>
                          <a:cs typeface="DM Sans"/>
                          <a:sym typeface="DM Sans"/>
                        </a:rPr>
                        <a:t>qnowt</a:t>
                      </a:r>
                      <a:r>
                        <a:rPr lang="en-GB" sz="1100" dirty="0">
                          <a:solidFill>
                            <a:schemeClr val="dk1"/>
                          </a:solidFill>
                          <a:latin typeface="DM Sans"/>
                          <a:ea typeface="DM Sans"/>
                          <a:cs typeface="DM Sans"/>
                          <a:sym typeface="DM Sans"/>
                        </a:rPr>
                        <a:t>, </a:t>
                      </a:r>
                      <a:r>
                        <a:rPr lang="en-GB" sz="1100" dirty="0" err="1">
                          <a:solidFill>
                            <a:schemeClr val="dk1"/>
                          </a:solidFill>
                          <a:latin typeface="DM Sans"/>
                          <a:ea typeface="DM Sans"/>
                          <a:cs typeface="DM Sans"/>
                          <a:sym typeface="DM Sans"/>
                        </a:rPr>
                        <a:t>qnobese</a:t>
                      </a:r>
                      <a:endParaRPr lang="en-GB" sz="1100" dirty="0">
                        <a:solidFill>
                          <a:schemeClr val="dk1"/>
                        </a:solidFill>
                        <a:latin typeface="DM Sans"/>
                        <a:ea typeface="DM Sans"/>
                        <a:cs typeface="DM Sans"/>
                        <a:sym typeface="DM Sans"/>
                      </a:endParaRPr>
                    </a:p>
                  </a:txBody>
                  <a:tcPr marL="91425" marR="91425" marT="91425" marB="91425" anchor="ctr">
                    <a:lnL w="19050" cap="flat" cmpd="sng" algn="ctr">
                      <a:solidFill>
                        <a:schemeClr val="dk1"/>
                      </a:solidFill>
                      <a:prstDash val="solid"/>
                      <a:round/>
                      <a:headEnd type="none" w="sm" len="sm"/>
                      <a:tailEnd type="none" w="sm" len="sm"/>
                    </a:lnL>
                    <a:lnR w="19050" cap="flat" cmpd="sng" algn="ctr">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18765233"/>
                  </a:ext>
                </a:extLst>
              </a:tr>
            </a:tbl>
          </a:graphicData>
        </a:graphic>
      </p:graphicFrame>
    </p:spTree>
    <p:extLst>
      <p:ext uri="{BB962C8B-B14F-4D97-AF65-F5344CB8AC3E}">
        <p14:creationId xmlns:p14="http://schemas.microsoft.com/office/powerpoint/2010/main" val="25609494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78">
          <a:extLst>
            <a:ext uri="{FF2B5EF4-FFF2-40B4-BE49-F238E27FC236}">
              <a16:creationId xmlns:a16="http://schemas.microsoft.com/office/drawing/2014/main" id="{A221B0FE-BE98-525E-A2B3-A25702DAD500}"/>
            </a:ext>
          </a:extLst>
        </p:cNvPr>
        <p:cNvGrpSpPr/>
        <p:nvPr/>
      </p:nvGrpSpPr>
      <p:grpSpPr>
        <a:xfrm>
          <a:off x="0" y="0"/>
          <a:ext cx="0" cy="0"/>
          <a:chOff x="0" y="0"/>
          <a:chExt cx="0" cy="0"/>
        </a:xfrm>
      </p:grpSpPr>
      <p:sp>
        <p:nvSpPr>
          <p:cNvPr id="979" name="Google Shape;979;p51">
            <a:extLst>
              <a:ext uri="{FF2B5EF4-FFF2-40B4-BE49-F238E27FC236}">
                <a16:creationId xmlns:a16="http://schemas.microsoft.com/office/drawing/2014/main" id="{A0ABF925-C275-A042-9338-19A6536608AF}"/>
              </a:ext>
            </a:extLst>
          </p:cNvPr>
          <p:cNvSpPr txBox="1">
            <a:spLocks noGrp="1"/>
          </p:cNvSpPr>
          <p:nvPr>
            <p:ph type="subTitle" idx="4"/>
          </p:nvPr>
        </p:nvSpPr>
        <p:spPr>
          <a:xfrm>
            <a:off x="361738" y="1997077"/>
            <a:ext cx="2751550" cy="813899"/>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Accounting for clustering</a:t>
            </a:r>
            <a:endParaRPr dirty="0"/>
          </a:p>
        </p:txBody>
      </p:sp>
      <p:sp>
        <p:nvSpPr>
          <p:cNvPr id="980" name="Google Shape;980;p51">
            <a:extLst>
              <a:ext uri="{FF2B5EF4-FFF2-40B4-BE49-F238E27FC236}">
                <a16:creationId xmlns:a16="http://schemas.microsoft.com/office/drawing/2014/main" id="{D38BE4FB-7161-CD5B-DC7E-A4891E3FF90A}"/>
              </a:ext>
            </a:extLst>
          </p:cNvPr>
          <p:cNvSpPr txBox="1">
            <a:spLocks noGrp="1"/>
          </p:cNvSpPr>
          <p:nvPr>
            <p:ph type="subTitle" idx="5"/>
          </p:nvPr>
        </p:nvSpPr>
        <p:spPr>
          <a:xfrm>
            <a:off x="3233588" y="2114082"/>
            <a:ext cx="2666165" cy="758073"/>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Design-based estimation</a:t>
            </a:r>
            <a:endParaRPr dirty="0"/>
          </a:p>
        </p:txBody>
      </p:sp>
      <p:sp>
        <p:nvSpPr>
          <p:cNvPr id="981" name="Google Shape;981;p51">
            <a:extLst>
              <a:ext uri="{FF2B5EF4-FFF2-40B4-BE49-F238E27FC236}">
                <a16:creationId xmlns:a16="http://schemas.microsoft.com/office/drawing/2014/main" id="{6153B7EB-C6FF-593B-E66E-1D3A78F8F07B}"/>
              </a:ext>
            </a:extLst>
          </p:cNvPr>
          <p:cNvSpPr txBox="1">
            <a:spLocks noGrp="1"/>
          </p:cNvSpPr>
          <p:nvPr>
            <p:ph type="subTitle" idx="6"/>
          </p:nvPr>
        </p:nvSpPr>
        <p:spPr>
          <a:xfrm>
            <a:off x="6028035" y="2046052"/>
            <a:ext cx="3002910" cy="921845"/>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Independent validation</a:t>
            </a:r>
            <a:endParaRPr dirty="0"/>
          </a:p>
        </p:txBody>
      </p:sp>
      <p:sp>
        <p:nvSpPr>
          <p:cNvPr id="982" name="Google Shape;982;p51">
            <a:extLst>
              <a:ext uri="{FF2B5EF4-FFF2-40B4-BE49-F238E27FC236}">
                <a16:creationId xmlns:a16="http://schemas.microsoft.com/office/drawing/2014/main" id="{FAE070FF-49D9-3812-CC8C-B85793DD2D51}"/>
              </a:ext>
            </a:extLst>
          </p:cNvPr>
          <p:cNvSpPr txBox="1">
            <a:spLocks noGrp="1"/>
          </p:cNvSpPr>
          <p:nvPr>
            <p:ph type="title"/>
          </p:nvPr>
        </p:nvSpPr>
        <p:spPr>
          <a:xfrm>
            <a:off x="720000" y="446610"/>
            <a:ext cx="7704000" cy="572700"/>
          </a:xfrm>
          <a:prstGeom prst="rect">
            <a:avLst/>
          </a:prstGeom>
        </p:spPr>
        <p:txBody>
          <a:bodyPr spcFirstLastPara="1" wrap="square" lIns="91425" tIns="91425" rIns="91425" bIns="91425" anchor="t" anchorCtr="0">
            <a:noAutofit/>
          </a:bodyPr>
          <a:lstStyle/>
          <a:p>
            <a:pPr lvl="0"/>
            <a:r>
              <a:rPr lang="en" dirty="0"/>
              <a:t>Study design: How we </a:t>
            </a:r>
            <a:r>
              <a:rPr lang="en" dirty="0" err="1"/>
              <a:t>analysed</a:t>
            </a:r>
            <a:r>
              <a:rPr lang="en" dirty="0"/>
              <a:t> it</a:t>
            </a:r>
            <a:endParaRPr dirty="0"/>
          </a:p>
        </p:txBody>
      </p:sp>
      <p:sp>
        <p:nvSpPr>
          <p:cNvPr id="983" name="Google Shape;983;p51">
            <a:extLst>
              <a:ext uri="{FF2B5EF4-FFF2-40B4-BE49-F238E27FC236}">
                <a16:creationId xmlns:a16="http://schemas.microsoft.com/office/drawing/2014/main" id="{67B3DE8B-EFB2-1C42-35FF-AD4DA3D08171}"/>
              </a:ext>
            </a:extLst>
          </p:cNvPr>
          <p:cNvSpPr txBox="1">
            <a:spLocks noGrp="1"/>
          </p:cNvSpPr>
          <p:nvPr>
            <p:ph type="subTitle" idx="1"/>
          </p:nvPr>
        </p:nvSpPr>
        <p:spPr>
          <a:xfrm>
            <a:off x="361738" y="2796723"/>
            <a:ext cx="2415900" cy="1880206"/>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YRBS surveys students in clusters by school, not individually at random.</a:t>
            </a:r>
          </a:p>
          <a:p>
            <a:pPr marL="0" lvl="0" indent="0" algn="l" rtl="0">
              <a:spcBef>
                <a:spcPts val="0"/>
              </a:spcBef>
              <a:spcAft>
                <a:spcPts val="0"/>
              </a:spcAft>
              <a:buNone/>
            </a:pPr>
            <a:endParaRPr lang="en-GB" dirty="0"/>
          </a:p>
          <a:p>
            <a:pPr marL="0" lvl="0" indent="0" algn="l" rtl="0">
              <a:spcBef>
                <a:spcPts val="0"/>
              </a:spcBef>
              <a:spcAft>
                <a:spcPts val="0"/>
              </a:spcAft>
              <a:buNone/>
            </a:pPr>
            <a:r>
              <a:rPr lang="en-GB" dirty="0"/>
              <a:t>So, treating each row as independent understates true uncertainty in our own comparisons.</a:t>
            </a:r>
            <a:endParaRPr dirty="0"/>
          </a:p>
        </p:txBody>
      </p:sp>
      <p:sp>
        <p:nvSpPr>
          <p:cNvPr id="984" name="Google Shape;984;p51">
            <a:extLst>
              <a:ext uri="{FF2B5EF4-FFF2-40B4-BE49-F238E27FC236}">
                <a16:creationId xmlns:a16="http://schemas.microsoft.com/office/drawing/2014/main" id="{A9A0C6FB-FB22-D55B-17DC-64F5DD072CDB}"/>
              </a:ext>
            </a:extLst>
          </p:cNvPr>
          <p:cNvSpPr txBox="1">
            <a:spLocks noGrp="1"/>
          </p:cNvSpPr>
          <p:nvPr>
            <p:ph type="subTitle" idx="2"/>
          </p:nvPr>
        </p:nvSpPr>
        <p:spPr>
          <a:xfrm>
            <a:off x="2845788" y="2833880"/>
            <a:ext cx="3002910" cy="196934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Every prevalence estimate uses design-based estimation</a:t>
            </a:r>
          </a:p>
          <a:p>
            <a:pPr marL="0" lvl="0" indent="0" algn="l" rtl="0">
              <a:spcBef>
                <a:spcPts val="0"/>
              </a:spcBef>
              <a:spcAft>
                <a:spcPts val="0"/>
              </a:spcAft>
              <a:buNone/>
            </a:pPr>
            <a:r>
              <a:rPr lang="en-GB" dirty="0"/>
              <a:t>(Taylor series linearisation), incorporating stratum, PSU, and survey weight.</a:t>
            </a:r>
          </a:p>
          <a:p>
            <a:pPr marL="0" lvl="0" indent="0" algn="l" rtl="0">
              <a:spcBef>
                <a:spcPts val="0"/>
              </a:spcBef>
              <a:spcAft>
                <a:spcPts val="0"/>
              </a:spcAft>
              <a:buNone/>
            </a:pPr>
            <a:endParaRPr lang="en-GB" dirty="0"/>
          </a:p>
          <a:p>
            <a:pPr marL="0" lvl="0" indent="0" algn="l" rtl="0">
              <a:spcBef>
                <a:spcPts val="0"/>
              </a:spcBef>
              <a:spcAft>
                <a:spcPts val="0"/>
              </a:spcAft>
              <a:buNone/>
            </a:pPr>
            <a:r>
              <a:rPr lang="en-GB" dirty="0"/>
              <a:t>The same method the CDC uses in its own official YRBS analyses.</a:t>
            </a:r>
            <a:endParaRPr dirty="0"/>
          </a:p>
        </p:txBody>
      </p:sp>
      <p:sp>
        <p:nvSpPr>
          <p:cNvPr id="985" name="Google Shape;985;p51">
            <a:extLst>
              <a:ext uri="{FF2B5EF4-FFF2-40B4-BE49-F238E27FC236}">
                <a16:creationId xmlns:a16="http://schemas.microsoft.com/office/drawing/2014/main" id="{EA3ECBDA-8DFC-FDEC-5127-59B6DFA590BE}"/>
              </a:ext>
            </a:extLst>
          </p:cNvPr>
          <p:cNvSpPr txBox="1">
            <a:spLocks noGrp="1"/>
          </p:cNvSpPr>
          <p:nvPr>
            <p:ph type="subTitle" idx="3"/>
          </p:nvPr>
        </p:nvSpPr>
        <p:spPr>
          <a:xfrm>
            <a:off x="6072625" y="2948972"/>
            <a:ext cx="2415900" cy="144255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Before trusting our own results, we independently reproduced CDC’s published national figures from the raw data, and matched them.</a:t>
            </a:r>
            <a:endParaRPr dirty="0"/>
          </a:p>
        </p:txBody>
      </p:sp>
      <p:sp>
        <p:nvSpPr>
          <p:cNvPr id="986" name="Google Shape;986;p51">
            <a:extLst>
              <a:ext uri="{FF2B5EF4-FFF2-40B4-BE49-F238E27FC236}">
                <a16:creationId xmlns:a16="http://schemas.microsoft.com/office/drawing/2014/main" id="{169991BD-4EFC-E9A9-C583-00A52EA24385}"/>
              </a:ext>
            </a:extLst>
          </p:cNvPr>
          <p:cNvSpPr/>
          <p:nvPr/>
        </p:nvSpPr>
        <p:spPr>
          <a:xfrm>
            <a:off x="487663" y="1069982"/>
            <a:ext cx="813900" cy="8139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87" name="Google Shape;987;p51">
            <a:extLst>
              <a:ext uri="{FF2B5EF4-FFF2-40B4-BE49-F238E27FC236}">
                <a16:creationId xmlns:a16="http://schemas.microsoft.com/office/drawing/2014/main" id="{AFE3E39D-53CF-297E-DC0D-85B5D7EB866A}"/>
              </a:ext>
            </a:extLst>
          </p:cNvPr>
          <p:cNvSpPr/>
          <p:nvPr/>
        </p:nvSpPr>
        <p:spPr>
          <a:xfrm>
            <a:off x="3371576" y="1113065"/>
            <a:ext cx="888252" cy="8139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51">
            <a:extLst>
              <a:ext uri="{FF2B5EF4-FFF2-40B4-BE49-F238E27FC236}">
                <a16:creationId xmlns:a16="http://schemas.microsoft.com/office/drawing/2014/main" id="{6C1CF1E7-5EB7-B671-72ED-F81358012970}"/>
              </a:ext>
            </a:extLst>
          </p:cNvPr>
          <p:cNvSpPr/>
          <p:nvPr/>
        </p:nvSpPr>
        <p:spPr>
          <a:xfrm>
            <a:off x="6142203" y="1113065"/>
            <a:ext cx="813900" cy="8139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89" name="Google Shape;989;p51">
            <a:extLst>
              <a:ext uri="{FF2B5EF4-FFF2-40B4-BE49-F238E27FC236}">
                <a16:creationId xmlns:a16="http://schemas.microsoft.com/office/drawing/2014/main" id="{C5B825C9-79D8-4535-10AD-A1040B0F92E1}"/>
              </a:ext>
            </a:extLst>
          </p:cNvPr>
          <p:cNvGrpSpPr/>
          <p:nvPr/>
        </p:nvGrpSpPr>
        <p:grpSpPr>
          <a:xfrm flipH="1">
            <a:off x="8424000" y="128902"/>
            <a:ext cx="472842" cy="317708"/>
            <a:chOff x="2493575" y="1248525"/>
            <a:chExt cx="386025" cy="259375"/>
          </a:xfrm>
        </p:grpSpPr>
        <p:sp>
          <p:nvSpPr>
            <p:cNvPr id="990" name="Google Shape;990;p51">
              <a:extLst>
                <a:ext uri="{FF2B5EF4-FFF2-40B4-BE49-F238E27FC236}">
                  <a16:creationId xmlns:a16="http://schemas.microsoft.com/office/drawing/2014/main" id="{21CA2BDF-0837-C6B8-56A2-4B35B72E2452}"/>
                </a:ext>
              </a:extLst>
            </p:cNvPr>
            <p:cNvSpPr/>
            <p:nvPr/>
          </p:nvSpPr>
          <p:spPr>
            <a:xfrm>
              <a:off x="2499950" y="1254550"/>
              <a:ext cx="372625" cy="246975"/>
            </a:xfrm>
            <a:custGeom>
              <a:avLst/>
              <a:gdLst/>
              <a:ahLst/>
              <a:cxnLst/>
              <a:rect l="l" t="t" r="r" b="b"/>
              <a:pathLst>
                <a:path w="14905" h="9879" extrusionOk="0">
                  <a:moveTo>
                    <a:pt x="8222" y="0"/>
                  </a:moveTo>
                  <a:cubicBezTo>
                    <a:pt x="8199" y="0"/>
                    <a:pt x="8177" y="1"/>
                    <a:pt x="8154" y="1"/>
                  </a:cubicBezTo>
                  <a:cubicBezTo>
                    <a:pt x="8014" y="1"/>
                    <a:pt x="7874" y="14"/>
                    <a:pt x="7733" y="40"/>
                  </a:cubicBezTo>
                  <a:cubicBezTo>
                    <a:pt x="6891" y="206"/>
                    <a:pt x="6125" y="805"/>
                    <a:pt x="5692" y="1673"/>
                  </a:cubicBezTo>
                  <a:cubicBezTo>
                    <a:pt x="5602" y="1852"/>
                    <a:pt x="5513" y="2043"/>
                    <a:pt x="5436" y="2222"/>
                  </a:cubicBezTo>
                  <a:cubicBezTo>
                    <a:pt x="5347" y="2477"/>
                    <a:pt x="5219" y="2732"/>
                    <a:pt x="5079" y="2962"/>
                  </a:cubicBezTo>
                  <a:cubicBezTo>
                    <a:pt x="4862" y="3294"/>
                    <a:pt x="4556" y="3549"/>
                    <a:pt x="4199" y="3715"/>
                  </a:cubicBezTo>
                  <a:cubicBezTo>
                    <a:pt x="3994" y="3804"/>
                    <a:pt x="3790" y="3868"/>
                    <a:pt x="3586" y="3932"/>
                  </a:cubicBezTo>
                  <a:cubicBezTo>
                    <a:pt x="3114" y="4059"/>
                    <a:pt x="2616" y="4213"/>
                    <a:pt x="2284" y="4608"/>
                  </a:cubicBezTo>
                  <a:cubicBezTo>
                    <a:pt x="2080" y="4889"/>
                    <a:pt x="1927" y="5221"/>
                    <a:pt x="1863" y="5565"/>
                  </a:cubicBezTo>
                  <a:cubicBezTo>
                    <a:pt x="1800" y="5808"/>
                    <a:pt x="1710" y="6037"/>
                    <a:pt x="1583" y="6267"/>
                  </a:cubicBezTo>
                  <a:cubicBezTo>
                    <a:pt x="1429" y="6471"/>
                    <a:pt x="1238" y="6650"/>
                    <a:pt x="1021" y="6790"/>
                  </a:cubicBezTo>
                  <a:lnTo>
                    <a:pt x="868" y="6905"/>
                  </a:lnTo>
                  <a:cubicBezTo>
                    <a:pt x="421" y="7262"/>
                    <a:pt x="0" y="7683"/>
                    <a:pt x="0" y="8219"/>
                  </a:cubicBezTo>
                  <a:cubicBezTo>
                    <a:pt x="26" y="8679"/>
                    <a:pt x="281" y="9100"/>
                    <a:pt x="689" y="9330"/>
                  </a:cubicBezTo>
                  <a:cubicBezTo>
                    <a:pt x="1047" y="9534"/>
                    <a:pt x="1429" y="9649"/>
                    <a:pt x="1838" y="9700"/>
                  </a:cubicBezTo>
                  <a:cubicBezTo>
                    <a:pt x="2735" y="9815"/>
                    <a:pt x="3642" y="9867"/>
                    <a:pt x="4550" y="9867"/>
                  </a:cubicBezTo>
                  <a:cubicBezTo>
                    <a:pt x="4650" y="9867"/>
                    <a:pt x="4749" y="9867"/>
                    <a:pt x="4849" y="9865"/>
                  </a:cubicBezTo>
                  <a:cubicBezTo>
                    <a:pt x="5959" y="9878"/>
                    <a:pt x="7070" y="9878"/>
                    <a:pt x="8167" y="9878"/>
                  </a:cubicBezTo>
                  <a:lnTo>
                    <a:pt x="8205" y="9878"/>
                  </a:lnTo>
                  <a:cubicBezTo>
                    <a:pt x="9162" y="9878"/>
                    <a:pt x="10017" y="9865"/>
                    <a:pt x="11013" y="9789"/>
                  </a:cubicBezTo>
                  <a:cubicBezTo>
                    <a:pt x="11766" y="9738"/>
                    <a:pt x="12786" y="9661"/>
                    <a:pt x="13590" y="9253"/>
                  </a:cubicBezTo>
                  <a:cubicBezTo>
                    <a:pt x="14471" y="8806"/>
                    <a:pt x="14905" y="7926"/>
                    <a:pt x="14726" y="6918"/>
                  </a:cubicBezTo>
                  <a:cubicBezTo>
                    <a:pt x="14624" y="6382"/>
                    <a:pt x="14292" y="5961"/>
                    <a:pt x="13973" y="5552"/>
                  </a:cubicBezTo>
                  <a:cubicBezTo>
                    <a:pt x="13718" y="5221"/>
                    <a:pt x="13463" y="4902"/>
                    <a:pt x="13361" y="4544"/>
                  </a:cubicBezTo>
                  <a:cubicBezTo>
                    <a:pt x="13310" y="4378"/>
                    <a:pt x="13284" y="4213"/>
                    <a:pt x="13259" y="4047"/>
                  </a:cubicBezTo>
                  <a:cubicBezTo>
                    <a:pt x="13246" y="3957"/>
                    <a:pt x="13233" y="3868"/>
                    <a:pt x="13220" y="3766"/>
                  </a:cubicBezTo>
                  <a:cubicBezTo>
                    <a:pt x="13067" y="2949"/>
                    <a:pt x="12621" y="2298"/>
                    <a:pt x="12008" y="2043"/>
                  </a:cubicBezTo>
                  <a:cubicBezTo>
                    <a:pt x="11753" y="1954"/>
                    <a:pt x="11498" y="1890"/>
                    <a:pt x="11230" y="1865"/>
                  </a:cubicBezTo>
                  <a:cubicBezTo>
                    <a:pt x="10821" y="1801"/>
                    <a:pt x="10477" y="1737"/>
                    <a:pt x="10298" y="1482"/>
                  </a:cubicBezTo>
                  <a:cubicBezTo>
                    <a:pt x="10247" y="1418"/>
                    <a:pt x="10209" y="1329"/>
                    <a:pt x="10171" y="1252"/>
                  </a:cubicBezTo>
                  <a:cubicBezTo>
                    <a:pt x="10145" y="1214"/>
                    <a:pt x="10132" y="1163"/>
                    <a:pt x="10107" y="1112"/>
                  </a:cubicBezTo>
                  <a:cubicBezTo>
                    <a:pt x="9722" y="429"/>
                    <a:pt x="9000" y="0"/>
                    <a:pt x="82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51">
              <a:extLst>
                <a:ext uri="{FF2B5EF4-FFF2-40B4-BE49-F238E27FC236}">
                  <a16:creationId xmlns:a16="http://schemas.microsoft.com/office/drawing/2014/main" id="{A005D7A0-EE8B-5902-6958-8D03EAE90BAC}"/>
                </a:ext>
              </a:extLst>
            </p:cNvPr>
            <p:cNvSpPr/>
            <p:nvPr/>
          </p:nvSpPr>
          <p:spPr>
            <a:xfrm>
              <a:off x="2493575" y="1248525"/>
              <a:ext cx="386025" cy="259375"/>
            </a:xfrm>
            <a:custGeom>
              <a:avLst/>
              <a:gdLst/>
              <a:ahLst/>
              <a:cxnLst/>
              <a:rect l="l" t="t" r="r" b="b"/>
              <a:pathLst>
                <a:path w="15441" h="10375" extrusionOk="0">
                  <a:moveTo>
                    <a:pt x="8416" y="485"/>
                  </a:moveTo>
                  <a:lnTo>
                    <a:pt x="8416" y="485"/>
                  </a:lnTo>
                  <a:cubicBezTo>
                    <a:pt x="9128" y="487"/>
                    <a:pt x="9827" y="844"/>
                    <a:pt x="10145" y="1468"/>
                  </a:cubicBezTo>
                  <a:cubicBezTo>
                    <a:pt x="10209" y="1608"/>
                    <a:pt x="10272" y="1735"/>
                    <a:pt x="10349" y="1863"/>
                  </a:cubicBezTo>
                  <a:cubicBezTo>
                    <a:pt x="10732" y="2399"/>
                    <a:pt x="11561" y="2259"/>
                    <a:pt x="12161" y="2501"/>
                  </a:cubicBezTo>
                  <a:cubicBezTo>
                    <a:pt x="12773" y="2756"/>
                    <a:pt x="13118" y="3407"/>
                    <a:pt x="13246" y="4058"/>
                  </a:cubicBezTo>
                  <a:cubicBezTo>
                    <a:pt x="13271" y="4326"/>
                    <a:pt x="13322" y="4581"/>
                    <a:pt x="13386" y="4849"/>
                  </a:cubicBezTo>
                  <a:cubicBezTo>
                    <a:pt x="13654" y="5717"/>
                    <a:pt x="14586" y="6304"/>
                    <a:pt x="14739" y="7197"/>
                  </a:cubicBezTo>
                  <a:cubicBezTo>
                    <a:pt x="14892" y="8001"/>
                    <a:pt x="14611" y="8843"/>
                    <a:pt x="13731" y="9277"/>
                  </a:cubicBezTo>
                  <a:cubicBezTo>
                    <a:pt x="13003" y="9647"/>
                    <a:pt x="12072" y="9736"/>
                    <a:pt x="11255" y="9787"/>
                  </a:cubicBezTo>
                  <a:cubicBezTo>
                    <a:pt x="10285" y="9864"/>
                    <a:pt x="9443" y="9877"/>
                    <a:pt x="8460" y="9877"/>
                  </a:cubicBezTo>
                  <a:lnTo>
                    <a:pt x="8422" y="9877"/>
                  </a:lnTo>
                  <a:cubicBezTo>
                    <a:pt x="8097" y="9881"/>
                    <a:pt x="7773" y="9882"/>
                    <a:pt x="7449" y="9882"/>
                  </a:cubicBezTo>
                  <a:cubicBezTo>
                    <a:pt x="6668" y="9882"/>
                    <a:pt x="5889" y="9873"/>
                    <a:pt x="5104" y="9864"/>
                  </a:cubicBezTo>
                  <a:cubicBezTo>
                    <a:pt x="4959" y="9868"/>
                    <a:pt x="4814" y="9870"/>
                    <a:pt x="4669" y="9870"/>
                  </a:cubicBezTo>
                  <a:cubicBezTo>
                    <a:pt x="3822" y="9870"/>
                    <a:pt x="2983" y="9807"/>
                    <a:pt x="2144" y="9698"/>
                  </a:cubicBezTo>
                  <a:cubicBezTo>
                    <a:pt x="1761" y="9660"/>
                    <a:pt x="1404" y="9545"/>
                    <a:pt x="1072" y="9366"/>
                  </a:cubicBezTo>
                  <a:cubicBezTo>
                    <a:pt x="740" y="9175"/>
                    <a:pt x="523" y="8843"/>
                    <a:pt x="498" y="8460"/>
                  </a:cubicBezTo>
                  <a:cubicBezTo>
                    <a:pt x="498" y="8001"/>
                    <a:pt x="932" y="7618"/>
                    <a:pt x="1289" y="7337"/>
                  </a:cubicBezTo>
                  <a:cubicBezTo>
                    <a:pt x="1557" y="7133"/>
                    <a:pt x="1850" y="6929"/>
                    <a:pt x="2042" y="6636"/>
                  </a:cubicBezTo>
                  <a:cubicBezTo>
                    <a:pt x="2374" y="6151"/>
                    <a:pt x="2348" y="5474"/>
                    <a:pt x="2731" y="5015"/>
                  </a:cubicBezTo>
                  <a:cubicBezTo>
                    <a:pt x="3165" y="4492"/>
                    <a:pt x="3943" y="4454"/>
                    <a:pt x="4568" y="4186"/>
                  </a:cubicBezTo>
                  <a:cubicBezTo>
                    <a:pt x="4964" y="3994"/>
                    <a:pt x="5296" y="3713"/>
                    <a:pt x="5538" y="3343"/>
                  </a:cubicBezTo>
                  <a:cubicBezTo>
                    <a:pt x="5806" y="2935"/>
                    <a:pt x="5947" y="2463"/>
                    <a:pt x="6163" y="2029"/>
                  </a:cubicBezTo>
                  <a:cubicBezTo>
                    <a:pt x="6546" y="1289"/>
                    <a:pt x="7223" y="676"/>
                    <a:pt x="8039" y="523"/>
                  </a:cubicBezTo>
                  <a:cubicBezTo>
                    <a:pt x="8165" y="498"/>
                    <a:pt x="8290" y="485"/>
                    <a:pt x="8416" y="485"/>
                  </a:cubicBezTo>
                  <a:close/>
                  <a:moveTo>
                    <a:pt x="8409" y="0"/>
                  </a:moveTo>
                  <a:lnTo>
                    <a:pt x="8422" y="13"/>
                  </a:lnTo>
                  <a:cubicBezTo>
                    <a:pt x="8392" y="10"/>
                    <a:pt x="8362" y="9"/>
                    <a:pt x="8332" y="9"/>
                  </a:cubicBezTo>
                  <a:cubicBezTo>
                    <a:pt x="8200" y="9"/>
                    <a:pt x="8073" y="30"/>
                    <a:pt x="7937" y="51"/>
                  </a:cubicBezTo>
                  <a:cubicBezTo>
                    <a:pt x="7031" y="230"/>
                    <a:pt x="6202" y="881"/>
                    <a:pt x="5730" y="1812"/>
                  </a:cubicBezTo>
                  <a:cubicBezTo>
                    <a:pt x="5628" y="1991"/>
                    <a:pt x="5551" y="2195"/>
                    <a:pt x="5474" y="2374"/>
                  </a:cubicBezTo>
                  <a:cubicBezTo>
                    <a:pt x="5385" y="2616"/>
                    <a:pt x="5270" y="2858"/>
                    <a:pt x="5130" y="3088"/>
                  </a:cubicBezTo>
                  <a:cubicBezTo>
                    <a:pt x="4938" y="3369"/>
                    <a:pt x="4670" y="3599"/>
                    <a:pt x="4351" y="3739"/>
                  </a:cubicBezTo>
                  <a:cubicBezTo>
                    <a:pt x="4160" y="3828"/>
                    <a:pt x="3969" y="3892"/>
                    <a:pt x="3764" y="3943"/>
                  </a:cubicBezTo>
                  <a:cubicBezTo>
                    <a:pt x="3292" y="4083"/>
                    <a:pt x="2744" y="4249"/>
                    <a:pt x="2361" y="4709"/>
                  </a:cubicBezTo>
                  <a:cubicBezTo>
                    <a:pt x="2131" y="5015"/>
                    <a:pt x="1965" y="5372"/>
                    <a:pt x="1876" y="5742"/>
                  </a:cubicBezTo>
                  <a:cubicBezTo>
                    <a:pt x="1825" y="5959"/>
                    <a:pt x="1748" y="6176"/>
                    <a:pt x="1633" y="6380"/>
                  </a:cubicBezTo>
                  <a:cubicBezTo>
                    <a:pt x="1493" y="6559"/>
                    <a:pt x="1314" y="6725"/>
                    <a:pt x="1123" y="6853"/>
                  </a:cubicBezTo>
                  <a:cubicBezTo>
                    <a:pt x="1072" y="6891"/>
                    <a:pt x="1021" y="6929"/>
                    <a:pt x="970" y="6980"/>
                  </a:cubicBezTo>
                  <a:cubicBezTo>
                    <a:pt x="651" y="7223"/>
                    <a:pt x="0" y="7746"/>
                    <a:pt x="13" y="8473"/>
                  </a:cubicBezTo>
                  <a:cubicBezTo>
                    <a:pt x="38" y="9022"/>
                    <a:pt x="345" y="9507"/>
                    <a:pt x="817" y="9787"/>
                  </a:cubicBezTo>
                  <a:cubicBezTo>
                    <a:pt x="1200" y="10004"/>
                    <a:pt x="1621" y="10145"/>
                    <a:pt x="2055" y="10183"/>
                  </a:cubicBezTo>
                  <a:cubicBezTo>
                    <a:pt x="2964" y="10310"/>
                    <a:pt x="3883" y="10364"/>
                    <a:pt x="4804" y="10364"/>
                  </a:cubicBezTo>
                  <a:cubicBezTo>
                    <a:pt x="4904" y="10364"/>
                    <a:pt x="5004" y="10363"/>
                    <a:pt x="5104" y="10362"/>
                  </a:cubicBezTo>
                  <a:cubicBezTo>
                    <a:pt x="6202" y="10374"/>
                    <a:pt x="7325" y="10374"/>
                    <a:pt x="8422" y="10374"/>
                  </a:cubicBezTo>
                  <a:lnTo>
                    <a:pt x="8460" y="10374"/>
                  </a:lnTo>
                  <a:cubicBezTo>
                    <a:pt x="9417" y="10374"/>
                    <a:pt x="10272" y="10362"/>
                    <a:pt x="11293" y="10285"/>
                  </a:cubicBezTo>
                  <a:cubicBezTo>
                    <a:pt x="12059" y="10234"/>
                    <a:pt x="13105" y="10145"/>
                    <a:pt x="13947" y="9724"/>
                  </a:cubicBezTo>
                  <a:cubicBezTo>
                    <a:pt x="14917" y="9252"/>
                    <a:pt x="15440" y="8167"/>
                    <a:pt x="15224" y="7120"/>
                  </a:cubicBezTo>
                  <a:cubicBezTo>
                    <a:pt x="15109" y="6521"/>
                    <a:pt x="14739" y="6049"/>
                    <a:pt x="14420" y="5653"/>
                  </a:cubicBezTo>
                  <a:cubicBezTo>
                    <a:pt x="14177" y="5372"/>
                    <a:pt x="13973" y="5053"/>
                    <a:pt x="13833" y="4709"/>
                  </a:cubicBezTo>
                  <a:cubicBezTo>
                    <a:pt x="13794" y="4568"/>
                    <a:pt x="13769" y="4415"/>
                    <a:pt x="13756" y="4262"/>
                  </a:cubicBezTo>
                  <a:cubicBezTo>
                    <a:pt x="13743" y="4160"/>
                    <a:pt x="13731" y="4071"/>
                    <a:pt x="13705" y="3969"/>
                  </a:cubicBezTo>
                  <a:cubicBezTo>
                    <a:pt x="13552" y="3063"/>
                    <a:pt x="13041" y="2348"/>
                    <a:pt x="12352" y="2067"/>
                  </a:cubicBezTo>
                  <a:cubicBezTo>
                    <a:pt x="12084" y="1965"/>
                    <a:pt x="11804" y="1901"/>
                    <a:pt x="11523" y="1863"/>
                  </a:cubicBezTo>
                  <a:cubicBezTo>
                    <a:pt x="11115" y="1799"/>
                    <a:pt x="10859" y="1748"/>
                    <a:pt x="10745" y="1595"/>
                  </a:cubicBezTo>
                  <a:cubicBezTo>
                    <a:pt x="10706" y="1531"/>
                    <a:pt x="10668" y="1468"/>
                    <a:pt x="10642" y="1404"/>
                  </a:cubicBezTo>
                  <a:cubicBezTo>
                    <a:pt x="10617" y="1353"/>
                    <a:pt x="10591" y="1302"/>
                    <a:pt x="10566" y="1251"/>
                  </a:cubicBezTo>
                  <a:cubicBezTo>
                    <a:pt x="10183" y="485"/>
                    <a:pt x="9341" y="0"/>
                    <a:pt x="840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92" name="Google Shape;992;p51">
            <a:extLst>
              <a:ext uri="{FF2B5EF4-FFF2-40B4-BE49-F238E27FC236}">
                <a16:creationId xmlns:a16="http://schemas.microsoft.com/office/drawing/2014/main" id="{A4C8FBD1-0F13-9B86-3376-4EB03D4E73D1}"/>
              </a:ext>
            </a:extLst>
          </p:cNvPr>
          <p:cNvGrpSpPr/>
          <p:nvPr/>
        </p:nvGrpSpPr>
        <p:grpSpPr>
          <a:xfrm flipH="1">
            <a:off x="8558103" y="3375703"/>
            <a:ext cx="472842" cy="317708"/>
            <a:chOff x="2493575" y="1248525"/>
            <a:chExt cx="386025" cy="259375"/>
          </a:xfrm>
        </p:grpSpPr>
        <p:sp>
          <p:nvSpPr>
            <p:cNvPr id="993" name="Google Shape;993;p51">
              <a:extLst>
                <a:ext uri="{FF2B5EF4-FFF2-40B4-BE49-F238E27FC236}">
                  <a16:creationId xmlns:a16="http://schemas.microsoft.com/office/drawing/2014/main" id="{04B89F0F-B62F-62E5-88C2-520E59C27E00}"/>
                </a:ext>
              </a:extLst>
            </p:cNvPr>
            <p:cNvSpPr/>
            <p:nvPr/>
          </p:nvSpPr>
          <p:spPr>
            <a:xfrm>
              <a:off x="2499950" y="1254550"/>
              <a:ext cx="372625" cy="246975"/>
            </a:xfrm>
            <a:custGeom>
              <a:avLst/>
              <a:gdLst/>
              <a:ahLst/>
              <a:cxnLst/>
              <a:rect l="l" t="t" r="r" b="b"/>
              <a:pathLst>
                <a:path w="14905" h="9879" extrusionOk="0">
                  <a:moveTo>
                    <a:pt x="8222" y="0"/>
                  </a:moveTo>
                  <a:cubicBezTo>
                    <a:pt x="8199" y="0"/>
                    <a:pt x="8177" y="1"/>
                    <a:pt x="8154" y="1"/>
                  </a:cubicBezTo>
                  <a:cubicBezTo>
                    <a:pt x="8014" y="1"/>
                    <a:pt x="7874" y="14"/>
                    <a:pt x="7733" y="40"/>
                  </a:cubicBezTo>
                  <a:cubicBezTo>
                    <a:pt x="6891" y="206"/>
                    <a:pt x="6125" y="805"/>
                    <a:pt x="5692" y="1673"/>
                  </a:cubicBezTo>
                  <a:cubicBezTo>
                    <a:pt x="5602" y="1852"/>
                    <a:pt x="5513" y="2043"/>
                    <a:pt x="5436" y="2222"/>
                  </a:cubicBezTo>
                  <a:cubicBezTo>
                    <a:pt x="5347" y="2477"/>
                    <a:pt x="5219" y="2732"/>
                    <a:pt x="5079" y="2962"/>
                  </a:cubicBezTo>
                  <a:cubicBezTo>
                    <a:pt x="4862" y="3294"/>
                    <a:pt x="4556" y="3549"/>
                    <a:pt x="4199" y="3715"/>
                  </a:cubicBezTo>
                  <a:cubicBezTo>
                    <a:pt x="3994" y="3804"/>
                    <a:pt x="3790" y="3868"/>
                    <a:pt x="3586" y="3932"/>
                  </a:cubicBezTo>
                  <a:cubicBezTo>
                    <a:pt x="3114" y="4059"/>
                    <a:pt x="2616" y="4213"/>
                    <a:pt x="2284" y="4608"/>
                  </a:cubicBezTo>
                  <a:cubicBezTo>
                    <a:pt x="2080" y="4889"/>
                    <a:pt x="1927" y="5221"/>
                    <a:pt x="1863" y="5565"/>
                  </a:cubicBezTo>
                  <a:cubicBezTo>
                    <a:pt x="1800" y="5808"/>
                    <a:pt x="1710" y="6037"/>
                    <a:pt x="1583" y="6267"/>
                  </a:cubicBezTo>
                  <a:cubicBezTo>
                    <a:pt x="1429" y="6471"/>
                    <a:pt x="1238" y="6650"/>
                    <a:pt x="1021" y="6790"/>
                  </a:cubicBezTo>
                  <a:lnTo>
                    <a:pt x="868" y="6905"/>
                  </a:lnTo>
                  <a:cubicBezTo>
                    <a:pt x="421" y="7262"/>
                    <a:pt x="0" y="7683"/>
                    <a:pt x="0" y="8219"/>
                  </a:cubicBezTo>
                  <a:cubicBezTo>
                    <a:pt x="26" y="8679"/>
                    <a:pt x="281" y="9100"/>
                    <a:pt x="689" y="9330"/>
                  </a:cubicBezTo>
                  <a:cubicBezTo>
                    <a:pt x="1047" y="9534"/>
                    <a:pt x="1429" y="9649"/>
                    <a:pt x="1838" y="9700"/>
                  </a:cubicBezTo>
                  <a:cubicBezTo>
                    <a:pt x="2735" y="9815"/>
                    <a:pt x="3642" y="9867"/>
                    <a:pt x="4550" y="9867"/>
                  </a:cubicBezTo>
                  <a:cubicBezTo>
                    <a:pt x="4650" y="9867"/>
                    <a:pt x="4749" y="9867"/>
                    <a:pt x="4849" y="9865"/>
                  </a:cubicBezTo>
                  <a:cubicBezTo>
                    <a:pt x="5959" y="9878"/>
                    <a:pt x="7070" y="9878"/>
                    <a:pt x="8167" y="9878"/>
                  </a:cubicBezTo>
                  <a:lnTo>
                    <a:pt x="8205" y="9878"/>
                  </a:lnTo>
                  <a:cubicBezTo>
                    <a:pt x="9162" y="9878"/>
                    <a:pt x="10017" y="9865"/>
                    <a:pt x="11013" y="9789"/>
                  </a:cubicBezTo>
                  <a:cubicBezTo>
                    <a:pt x="11766" y="9738"/>
                    <a:pt x="12786" y="9661"/>
                    <a:pt x="13590" y="9253"/>
                  </a:cubicBezTo>
                  <a:cubicBezTo>
                    <a:pt x="14471" y="8806"/>
                    <a:pt x="14905" y="7926"/>
                    <a:pt x="14726" y="6918"/>
                  </a:cubicBezTo>
                  <a:cubicBezTo>
                    <a:pt x="14624" y="6382"/>
                    <a:pt x="14292" y="5961"/>
                    <a:pt x="13973" y="5552"/>
                  </a:cubicBezTo>
                  <a:cubicBezTo>
                    <a:pt x="13718" y="5221"/>
                    <a:pt x="13463" y="4902"/>
                    <a:pt x="13361" y="4544"/>
                  </a:cubicBezTo>
                  <a:cubicBezTo>
                    <a:pt x="13310" y="4378"/>
                    <a:pt x="13284" y="4213"/>
                    <a:pt x="13259" y="4047"/>
                  </a:cubicBezTo>
                  <a:cubicBezTo>
                    <a:pt x="13246" y="3957"/>
                    <a:pt x="13233" y="3868"/>
                    <a:pt x="13220" y="3766"/>
                  </a:cubicBezTo>
                  <a:cubicBezTo>
                    <a:pt x="13067" y="2949"/>
                    <a:pt x="12621" y="2298"/>
                    <a:pt x="12008" y="2043"/>
                  </a:cubicBezTo>
                  <a:cubicBezTo>
                    <a:pt x="11753" y="1954"/>
                    <a:pt x="11498" y="1890"/>
                    <a:pt x="11230" y="1865"/>
                  </a:cubicBezTo>
                  <a:cubicBezTo>
                    <a:pt x="10821" y="1801"/>
                    <a:pt x="10477" y="1737"/>
                    <a:pt x="10298" y="1482"/>
                  </a:cubicBezTo>
                  <a:cubicBezTo>
                    <a:pt x="10247" y="1418"/>
                    <a:pt x="10209" y="1329"/>
                    <a:pt x="10171" y="1252"/>
                  </a:cubicBezTo>
                  <a:cubicBezTo>
                    <a:pt x="10145" y="1214"/>
                    <a:pt x="10132" y="1163"/>
                    <a:pt x="10107" y="1112"/>
                  </a:cubicBezTo>
                  <a:cubicBezTo>
                    <a:pt x="9722" y="429"/>
                    <a:pt x="9000" y="0"/>
                    <a:pt x="82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51">
              <a:extLst>
                <a:ext uri="{FF2B5EF4-FFF2-40B4-BE49-F238E27FC236}">
                  <a16:creationId xmlns:a16="http://schemas.microsoft.com/office/drawing/2014/main" id="{5E723690-F24F-9510-BC89-BC50FB4F43EB}"/>
                </a:ext>
              </a:extLst>
            </p:cNvPr>
            <p:cNvSpPr/>
            <p:nvPr/>
          </p:nvSpPr>
          <p:spPr>
            <a:xfrm>
              <a:off x="2493575" y="1248525"/>
              <a:ext cx="386025" cy="259375"/>
            </a:xfrm>
            <a:custGeom>
              <a:avLst/>
              <a:gdLst/>
              <a:ahLst/>
              <a:cxnLst/>
              <a:rect l="l" t="t" r="r" b="b"/>
              <a:pathLst>
                <a:path w="15441" h="10375" extrusionOk="0">
                  <a:moveTo>
                    <a:pt x="8416" y="485"/>
                  </a:moveTo>
                  <a:lnTo>
                    <a:pt x="8416" y="485"/>
                  </a:lnTo>
                  <a:cubicBezTo>
                    <a:pt x="9128" y="487"/>
                    <a:pt x="9827" y="844"/>
                    <a:pt x="10145" y="1468"/>
                  </a:cubicBezTo>
                  <a:cubicBezTo>
                    <a:pt x="10209" y="1608"/>
                    <a:pt x="10272" y="1735"/>
                    <a:pt x="10349" y="1863"/>
                  </a:cubicBezTo>
                  <a:cubicBezTo>
                    <a:pt x="10732" y="2399"/>
                    <a:pt x="11561" y="2259"/>
                    <a:pt x="12161" y="2501"/>
                  </a:cubicBezTo>
                  <a:cubicBezTo>
                    <a:pt x="12773" y="2756"/>
                    <a:pt x="13118" y="3407"/>
                    <a:pt x="13246" y="4058"/>
                  </a:cubicBezTo>
                  <a:cubicBezTo>
                    <a:pt x="13271" y="4326"/>
                    <a:pt x="13322" y="4581"/>
                    <a:pt x="13386" y="4849"/>
                  </a:cubicBezTo>
                  <a:cubicBezTo>
                    <a:pt x="13654" y="5717"/>
                    <a:pt x="14586" y="6304"/>
                    <a:pt x="14739" y="7197"/>
                  </a:cubicBezTo>
                  <a:cubicBezTo>
                    <a:pt x="14892" y="8001"/>
                    <a:pt x="14611" y="8843"/>
                    <a:pt x="13731" y="9277"/>
                  </a:cubicBezTo>
                  <a:cubicBezTo>
                    <a:pt x="13003" y="9647"/>
                    <a:pt x="12072" y="9736"/>
                    <a:pt x="11255" y="9787"/>
                  </a:cubicBezTo>
                  <a:cubicBezTo>
                    <a:pt x="10285" y="9864"/>
                    <a:pt x="9443" y="9877"/>
                    <a:pt x="8460" y="9877"/>
                  </a:cubicBezTo>
                  <a:lnTo>
                    <a:pt x="8422" y="9877"/>
                  </a:lnTo>
                  <a:cubicBezTo>
                    <a:pt x="8097" y="9881"/>
                    <a:pt x="7773" y="9882"/>
                    <a:pt x="7449" y="9882"/>
                  </a:cubicBezTo>
                  <a:cubicBezTo>
                    <a:pt x="6668" y="9882"/>
                    <a:pt x="5889" y="9873"/>
                    <a:pt x="5104" y="9864"/>
                  </a:cubicBezTo>
                  <a:cubicBezTo>
                    <a:pt x="4959" y="9868"/>
                    <a:pt x="4814" y="9870"/>
                    <a:pt x="4669" y="9870"/>
                  </a:cubicBezTo>
                  <a:cubicBezTo>
                    <a:pt x="3822" y="9870"/>
                    <a:pt x="2983" y="9807"/>
                    <a:pt x="2144" y="9698"/>
                  </a:cubicBezTo>
                  <a:cubicBezTo>
                    <a:pt x="1761" y="9660"/>
                    <a:pt x="1404" y="9545"/>
                    <a:pt x="1072" y="9366"/>
                  </a:cubicBezTo>
                  <a:cubicBezTo>
                    <a:pt x="740" y="9175"/>
                    <a:pt x="523" y="8843"/>
                    <a:pt x="498" y="8460"/>
                  </a:cubicBezTo>
                  <a:cubicBezTo>
                    <a:pt x="498" y="8001"/>
                    <a:pt x="932" y="7618"/>
                    <a:pt x="1289" y="7337"/>
                  </a:cubicBezTo>
                  <a:cubicBezTo>
                    <a:pt x="1557" y="7133"/>
                    <a:pt x="1850" y="6929"/>
                    <a:pt x="2042" y="6636"/>
                  </a:cubicBezTo>
                  <a:cubicBezTo>
                    <a:pt x="2374" y="6151"/>
                    <a:pt x="2348" y="5474"/>
                    <a:pt x="2731" y="5015"/>
                  </a:cubicBezTo>
                  <a:cubicBezTo>
                    <a:pt x="3165" y="4492"/>
                    <a:pt x="3943" y="4454"/>
                    <a:pt x="4568" y="4186"/>
                  </a:cubicBezTo>
                  <a:cubicBezTo>
                    <a:pt x="4964" y="3994"/>
                    <a:pt x="5296" y="3713"/>
                    <a:pt x="5538" y="3343"/>
                  </a:cubicBezTo>
                  <a:cubicBezTo>
                    <a:pt x="5806" y="2935"/>
                    <a:pt x="5947" y="2463"/>
                    <a:pt x="6163" y="2029"/>
                  </a:cubicBezTo>
                  <a:cubicBezTo>
                    <a:pt x="6546" y="1289"/>
                    <a:pt x="7223" y="676"/>
                    <a:pt x="8039" y="523"/>
                  </a:cubicBezTo>
                  <a:cubicBezTo>
                    <a:pt x="8165" y="498"/>
                    <a:pt x="8290" y="485"/>
                    <a:pt x="8416" y="485"/>
                  </a:cubicBezTo>
                  <a:close/>
                  <a:moveTo>
                    <a:pt x="8409" y="0"/>
                  </a:moveTo>
                  <a:lnTo>
                    <a:pt x="8422" y="13"/>
                  </a:lnTo>
                  <a:cubicBezTo>
                    <a:pt x="8392" y="10"/>
                    <a:pt x="8362" y="9"/>
                    <a:pt x="8332" y="9"/>
                  </a:cubicBezTo>
                  <a:cubicBezTo>
                    <a:pt x="8200" y="9"/>
                    <a:pt x="8073" y="30"/>
                    <a:pt x="7937" y="51"/>
                  </a:cubicBezTo>
                  <a:cubicBezTo>
                    <a:pt x="7031" y="230"/>
                    <a:pt x="6202" y="881"/>
                    <a:pt x="5730" y="1812"/>
                  </a:cubicBezTo>
                  <a:cubicBezTo>
                    <a:pt x="5628" y="1991"/>
                    <a:pt x="5551" y="2195"/>
                    <a:pt x="5474" y="2374"/>
                  </a:cubicBezTo>
                  <a:cubicBezTo>
                    <a:pt x="5385" y="2616"/>
                    <a:pt x="5270" y="2858"/>
                    <a:pt x="5130" y="3088"/>
                  </a:cubicBezTo>
                  <a:cubicBezTo>
                    <a:pt x="4938" y="3369"/>
                    <a:pt x="4670" y="3599"/>
                    <a:pt x="4351" y="3739"/>
                  </a:cubicBezTo>
                  <a:cubicBezTo>
                    <a:pt x="4160" y="3828"/>
                    <a:pt x="3969" y="3892"/>
                    <a:pt x="3764" y="3943"/>
                  </a:cubicBezTo>
                  <a:cubicBezTo>
                    <a:pt x="3292" y="4083"/>
                    <a:pt x="2744" y="4249"/>
                    <a:pt x="2361" y="4709"/>
                  </a:cubicBezTo>
                  <a:cubicBezTo>
                    <a:pt x="2131" y="5015"/>
                    <a:pt x="1965" y="5372"/>
                    <a:pt x="1876" y="5742"/>
                  </a:cubicBezTo>
                  <a:cubicBezTo>
                    <a:pt x="1825" y="5959"/>
                    <a:pt x="1748" y="6176"/>
                    <a:pt x="1633" y="6380"/>
                  </a:cubicBezTo>
                  <a:cubicBezTo>
                    <a:pt x="1493" y="6559"/>
                    <a:pt x="1314" y="6725"/>
                    <a:pt x="1123" y="6853"/>
                  </a:cubicBezTo>
                  <a:cubicBezTo>
                    <a:pt x="1072" y="6891"/>
                    <a:pt x="1021" y="6929"/>
                    <a:pt x="970" y="6980"/>
                  </a:cubicBezTo>
                  <a:cubicBezTo>
                    <a:pt x="651" y="7223"/>
                    <a:pt x="0" y="7746"/>
                    <a:pt x="13" y="8473"/>
                  </a:cubicBezTo>
                  <a:cubicBezTo>
                    <a:pt x="38" y="9022"/>
                    <a:pt x="345" y="9507"/>
                    <a:pt x="817" y="9787"/>
                  </a:cubicBezTo>
                  <a:cubicBezTo>
                    <a:pt x="1200" y="10004"/>
                    <a:pt x="1621" y="10145"/>
                    <a:pt x="2055" y="10183"/>
                  </a:cubicBezTo>
                  <a:cubicBezTo>
                    <a:pt x="2964" y="10310"/>
                    <a:pt x="3883" y="10364"/>
                    <a:pt x="4804" y="10364"/>
                  </a:cubicBezTo>
                  <a:cubicBezTo>
                    <a:pt x="4904" y="10364"/>
                    <a:pt x="5004" y="10363"/>
                    <a:pt x="5104" y="10362"/>
                  </a:cubicBezTo>
                  <a:cubicBezTo>
                    <a:pt x="6202" y="10374"/>
                    <a:pt x="7325" y="10374"/>
                    <a:pt x="8422" y="10374"/>
                  </a:cubicBezTo>
                  <a:lnTo>
                    <a:pt x="8460" y="10374"/>
                  </a:lnTo>
                  <a:cubicBezTo>
                    <a:pt x="9417" y="10374"/>
                    <a:pt x="10272" y="10362"/>
                    <a:pt x="11293" y="10285"/>
                  </a:cubicBezTo>
                  <a:cubicBezTo>
                    <a:pt x="12059" y="10234"/>
                    <a:pt x="13105" y="10145"/>
                    <a:pt x="13947" y="9724"/>
                  </a:cubicBezTo>
                  <a:cubicBezTo>
                    <a:pt x="14917" y="9252"/>
                    <a:pt x="15440" y="8167"/>
                    <a:pt x="15224" y="7120"/>
                  </a:cubicBezTo>
                  <a:cubicBezTo>
                    <a:pt x="15109" y="6521"/>
                    <a:pt x="14739" y="6049"/>
                    <a:pt x="14420" y="5653"/>
                  </a:cubicBezTo>
                  <a:cubicBezTo>
                    <a:pt x="14177" y="5372"/>
                    <a:pt x="13973" y="5053"/>
                    <a:pt x="13833" y="4709"/>
                  </a:cubicBezTo>
                  <a:cubicBezTo>
                    <a:pt x="13794" y="4568"/>
                    <a:pt x="13769" y="4415"/>
                    <a:pt x="13756" y="4262"/>
                  </a:cubicBezTo>
                  <a:cubicBezTo>
                    <a:pt x="13743" y="4160"/>
                    <a:pt x="13731" y="4071"/>
                    <a:pt x="13705" y="3969"/>
                  </a:cubicBezTo>
                  <a:cubicBezTo>
                    <a:pt x="13552" y="3063"/>
                    <a:pt x="13041" y="2348"/>
                    <a:pt x="12352" y="2067"/>
                  </a:cubicBezTo>
                  <a:cubicBezTo>
                    <a:pt x="12084" y="1965"/>
                    <a:pt x="11804" y="1901"/>
                    <a:pt x="11523" y="1863"/>
                  </a:cubicBezTo>
                  <a:cubicBezTo>
                    <a:pt x="11115" y="1799"/>
                    <a:pt x="10859" y="1748"/>
                    <a:pt x="10745" y="1595"/>
                  </a:cubicBezTo>
                  <a:cubicBezTo>
                    <a:pt x="10706" y="1531"/>
                    <a:pt x="10668" y="1468"/>
                    <a:pt x="10642" y="1404"/>
                  </a:cubicBezTo>
                  <a:cubicBezTo>
                    <a:pt x="10617" y="1353"/>
                    <a:pt x="10591" y="1302"/>
                    <a:pt x="10566" y="1251"/>
                  </a:cubicBezTo>
                  <a:cubicBezTo>
                    <a:pt x="10183" y="485"/>
                    <a:pt x="9341" y="0"/>
                    <a:pt x="840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95" name="Google Shape;995;p51">
            <a:extLst>
              <a:ext uri="{FF2B5EF4-FFF2-40B4-BE49-F238E27FC236}">
                <a16:creationId xmlns:a16="http://schemas.microsoft.com/office/drawing/2014/main" id="{23A2B05E-39D1-2499-6F96-9290726F923E}"/>
              </a:ext>
            </a:extLst>
          </p:cNvPr>
          <p:cNvSpPr/>
          <p:nvPr/>
        </p:nvSpPr>
        <p:spPr>
          <a:xfrm flipH="1">
            <a:off x="2036056" y="1097389"/>
            <a:ext cx="365020" cy="235273"/>
          </a:xfrm>
          <a:custGeom>
            <a:avLst/>
            <a:gdLst/>
            <a:ahLst/>
            <a:cxnLst/>
            <a:rect l="l" t="t" r="r" b="b"/>
            <a:pathLst>
              <a:path w="11920" h="7683" extrusionOk="0">
                <a:moveTo>
                  <a:pt x="5883" y="485"/>
                </a:moveTo>
                <a:lnTo>
                  <a:pt x="5883" y="498"/>
                </a:lnTo>
                <a:cubicBezTo>
                  <a:pt x="5921" y="494"/>
                  <a:pt x="5958" y="493"/>
                  <a:pt x="5994" y="493"/>
                </a:cubicBezTo>
                <a:cubicBezTo>
                  <a:pt x="6093" y="493"/>
                  <a:pt x="6189" y="505"/>
                  <a:pt x="6292" y="523"/>
                </a:cubicBezTo>
                <a:cubicBezTo>
                  <a:pt x="6675" y="574"/>
                  <a:pt x="7045" y="740"/>
                  <a:pt x="7338" y="995"/>
                </a:cubicBezTo>
                <a:cubicBezTo>
                  <a:pt x="7823" y="1416"/>
                  <a:pt x="8040" y="2118"/>
                  <a:pt x="8576" y="2476"/>
                </a:cubicBezTo>
                <a:cubicBezTo>
                  <a:pt x="9035" y="2782"/>
                  <a:pt x="9635" y="2782"/>
                  <a:pt x="10133" y="2986"/>
                </a:cubicBezTo>
                <a:cubicBezTo>
                  <a:pt x="11919" y="3752"/>
                  <a:pt x="11536" y="6393"/>
                  <a:pt x="9609" y="6610"/>
                </a:cubicBezTo>
                <a:cubicBezTo>
                  <a:pt x="9520" y="6623"/>
                  <a:pt x="9431" y="6623"/>
                  <a:pt x="9342" y="6623"/>
                </a:cubicBezTo>
                <a:cubicBezTo>
                  <a:pt x="8984" y="6623"/>
                  <a:pt x="8627" y="6559"/>
                  <a:pt x="8282" y="6559"/>
                </a:cubicBezTo>
                <a:cubicBezTo>
                  <a:pt x="8078" y="6559"/>
                  <a:pt x="7887" y="6585"/>
                  <a:pt x="7695" y="6648"/>
                </a:cubicBezTo>
                <a:cubicBezTo>
                  <a:pt x="7491" y="6738"/>
                  <a:pt x="7300" y="6840"/>
                  <a:pt x="7108" y="6942"/>
                </a:cubicBezTo>
                <a:cubicBezTo>
                  <a:pt x="6740" y="7126"/>
                  <a:pt x="6342" y="7216"/>
                  <a:pt x="5943" y="7216"/>
                </a:cubicBezTo>
                <a:cubicBezTo>
                  <a:pt x="5486" y="7216"/>
                  <a:pt x="5029" y="7097"/>
                  <a:pt x="4620" y="6865"/>
                </a:cubicBezTo>
                <a:cubicBezTo>
                  <a:pt x="4327" y="6687"/>
                  <a:pt x="4071" y="6470"/>
                  <a:pt x="3752" y="6380"/>
                </a:cubicBezTo>
                <a:cubicBezTo>
                  <a:pt x="3650" y="6355"/>
                  <a:pt x="3548" y="6342"/>
                  <a:pt x="3446" y="6342"/>
                </a:cubicBezTo>
                <a:cubicBezTo>
                  <a:pt x="2974" y="6342"/>
                  <a:pt x="2502" y="6572"/>
                  <a:pt x="2017" y="6572"/>
                </a:cubicBezTo>
                <a:lnTo>
                  <a:pt x="1902" y="6572"/>
                </a:lnTo>
                <a:cubicBezTo>
                  <a:pt x="1366" y="6508"/>
                  <a:pt x="907" y="6151"/>
                  <a:pt x="728" y="5640"/>
                </a:cubicBezTo>
                <a:cubicBezTo>
                  <a:pt x="524" y="5002"/>
                  <a:pt x="741" y="4288"/>
                  <a:pt x="1290" y="3892"/>
                </a:cubicBezTo>
                <a:cubicBezTo>
                  <a:pt x="1660" y="3599"/>
                  <a:pt x="2093" y="3471"/>
                  <a:pt x="2489" y="3254"/>
                </a:cubicBezTo>
                <a:cubicBezTo>
                  <a:pt x="2897" y="3024"/>
                  <a:pt x="3127" y="2667"/>
                  <a:pt x="3357" y="2259"/>
                </a:cubicBezTo>
                <a:cubicBezTo>
                  <a:pt x="3918" y="1263"/>
                  <a:pt x="4748" y="485"/>
                  <a:pt x="5883" y="485"/>
                </a:cubicBezTo>
                <a:close/>
                <a:moveTo>
                  <a:pt x="5896" y="0"/>
                </a:moveTo>
                <a:lnTo>
                  <a:pt x="5883" y="13"/>
                </a:lnTo>
                <a:cubicBezTo>
                  <a:pt x="4697" y="13"/>
                  <a:pt x="3676" y="702"/>
                  <a:pt x="2948" y="2029"/>
                </a:cubicBezTo>
                <a:cubicBezTo>
                  <a:pt x="2731" y="2399"/>
                  <a:pt x="2566" y="2667"/>
                  <a:pt x="2272" y="2833"/>
                </a:cubicBezTo>
                <a:cubicBezTo>
                  <a:pt x="2144" y="2897"/>
                  <a:pt x="2004" y="2960"/>
                  <a:pt x="1864" y="3024"/>
                </a:cubicBezTo>
                <a:cubicBezTo>
                  <a:pt x="1558" y="3139"/>
                  <a:pt x="1264" y="3305"/>
                  <a:pt x="996" y="3509"/>
                </a:cubicBezTo>
                <a:cubicBezTo>
                  <a:pt x="294" y="4032"/>
                  <a:pt x="1" y="4951"/>
                  <a:pt x="269" y="5793"/>
                </a:cubicBezTo>
                <a:cubicBezTo>
                  <a:pt x="524" y="6482"/>
                  <a:pt x="1136" y="6967"/>
                  <a:pt x="1864" y="7031"/>
                </a:cubicBezTo>
                <a:lnTo>
                  <a:pt x="2030" y="7031"/>
                </a:lnTo>
                <a:cubicBezTo>
                  <a:pt x="2310" y="7031"/>
                  <a:pt x="2591" y="6980"/>
                  <a:pt x="2859" y="6916"/>
                </a:cubicBezTo>
                <a:cubicBezTo>
                  <a:pt x="3051" y="6853"/>
                  <a:pt x="3255" y="6827"/>
                  <a:pt x="3446" y="6814"/>
                </a:cubicBezTo>
                <a:cubicBezTo>
                  <a:pt x="3510" y="6814"/>
                  <a:pt x="3574" y="6814"/>
                  <a:pt x="3637" y="6840"/>
                </a:cubicBezTo>
                <a:cubicBezTo>
                  <a:pt x="3816" y="6891"/>
                  <a:pt x="3969" y="6980"/>
                  <a:pt x="4122" y="7095"/>
                </a:cubicBezTo>
                <a:cubicBezTo>
                  <a:pt x="4199" y="7146"/>
                  <a:pt x="4288" y="7210"/>
                  <a:pt x="4378" y="7261"/>
                </a:cubicBezTo>
                <a:cubicBezTo>
                  <a:pt x="4863" y="7541"/>
                  <a:pt x="5407" y="7682"/>
                  <a:pt x="5953" y="7682"/>
                </a:cubicBezTo>
                <a:cubicBezTo>
                  <a:pt x="6425" y="7682"/>
                  <a:pt x="6900" y="7576"/>
                  <a:pt x="7338" y="7363"/>
                </a:cubicBezTo>
                <a:cubicBezTo>
                  <a:pt x="7415" y="7325"/>
                  <a:pt x="7478" y="7286"/>
                  <a:pt x="7542" y="7248"/>
                </a:cubicBezTo>
                <a:cubicBezTo>
                  <a:pt x="7644" y="7184"/>
                  <a:pt x="7759" y="7133"/>
                  <a:pt x="7861" y="7095"/>
                </a:cubicBezTo>
                <a:cubicBezTo>
                  <a:pt x="7978" y="7053"/>
                  <a:pt x="8103" y="7028"/>
                  <a:pt x="8222" y="7028"/>
                </a:cubicBezTo>
                <a:cubicBezTo>
                  <a:pt x="8247" y="7028"/>
                  <a:pt x="8271" y="7029"/>
                  <a:pt x="8295" y="7031"/>
                </a:cubicBezTo>
                <a:cubicBezTo>
                  <a:pt x="8448" y="7031"/>
                  <a:pt x="8614" y="7044"/>
                  <a:pt x="8780" y="7057"/>
                </a:cubicBezTo>
                <a:cubicBezTo>
                  <a:pt x="8946" y="7069"/>
                  <a:pt x="9150" y="7095"/>
                  <a:pt x="9354" y="7095"/>
                </a:cubicBezTo>
                <a:cubicBezTo>
                  <a:pt x="9456" y="7095"/>
                  <a:pt x="9571" y="7082"/>
                  <a:pt x="9673" y="7069"/>
                </a:cubicBezTo>
                <a:cubicBezTo>
                  <a:pt x="10745" y="6955"/>
                  <a:pt x="11587" y="6125"/>
                  <a:pt x="11741" y="5066"/>
                </a:cubicBezTo>
                <a:cubicBezTo>
                  <a:pt x="11906" y="3994"/>
                  <a:pt x="11319" y="2960"/>
                  <a:pt x="10337" y="2539"/>
                </a:cubicBezTo>
                <a:cubicBezTo>
                  <a:pt x="10094" y="2437"/>
                  <a:pt x="9852" y="2374"/>
                  <a:pt x="9597" y="2322"/>
                </a:cubicBezTo>
                <a:cubicBezTo>
                  <a:pt x="9342" y="2271"/>
                  <a:pt x="9086" y="2195"/>
                  <a:pt x="8857" y="2067"/>
                </a:cubicBezTo>
                <a:cubicBezTo>
                  <a:pt x="8627" y="1876"/>
                  <a:pt x="8436" y="1646"/>
                  <a:pt x="8295" y="1391"/>
                </a:cubicBezTo>
                <a:cubicBezTo>
                  <a:pt x="8116" y="1110"/>
                  <a:pt x="7912" y="842"/>
                  <a:pt x="7670" y="613"/>
                </a:cubicBezTo>
                <a:cubicBezTo>
                  <a:pt x="7300" y="306"/>
                  <a:pt x="6853" y="102"/>
                  <a:pt x="6368" y="38"/>
                </a:cubicBezTo>
                <a:cubicBezTo>
                  <a:pt x="6215" y="13"/>
                  <a:pt x="6049" y="0"/>
                  <a:pt x="58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96" name="Google Shape;996;p51">
            <a:extLst>
              <a:ext uri="{FF2B5EF4-FFF2-40B4-BE49-F238E27FC236}">
                <a16:creationId xmlns:a16="http://schemas.microsoft.com/office/drawing/2014/main" id="{F22CB459-539F-4B14-B2C9-7B98E928E288}"/>
              </a:ext>
            </a:extLst>
          </p:cNvPr>
          <p:cNvGrpSpPr/>
          <p:nvPr/>
        </p:nvGrpSpPr>
        <p:grpSpPr>
          <a:xfrm>
            <a:off x="719251" y="1281819"/>
            <a:ext cx="350725" cy="433775"/>
            <a:chOff x="4741375" y="3313775"/>
            <a:chExt cx="350725" cy="433775"/>
          </a:xfrm>
        </p:grpSpPr>
        <p:sp>
          <p:nvSpPr>
            <p:cNvPr id="997" name="Google Shape;997;p51">
              <a:extLst>
                <a:ext uri="{FF2B5EF4-FFF2-40B4-BE49-F238E27FC236}">
                  <a16:creationId xmlns:a16="http://schemas.microsoft.com/office/drawing/2014/main" id="{308FF5FF-1E2B-2ED4-B26F-1FBD73F64447}"/>
                </a:ext>
              </a:extLst>
            </p:cNvPr>
            <p:cNvSpPr/>
            <p:nvPr/>
          </p:nvSpPr>
          <p:spPr>
            <a:xfrm>
              <a:off x="4895075" y="3435525"/>
              <a:ext cx="82725" cy="118225"/>
            </a:xfrm>
            <a:custGeom>
              <a:avLst/>
              <a:gdLst/>
              <a:ahLst/>
              <a:cxnLst/>
              <a:rect l="l" t="t" r="r" b="b"/>
              <a:pathLst>
                <a:path w="3309" h="4729" extrusionOk="0">
                  <a:moveTo>
                    <a:pt x="1505" y="0"/>
                  </a:moveTo>
                  <a:lnTo>
                    <a:pt x="0" y="2485"/>
                  </a:lnTo>
                  <a:lnTo>
                    <a:pt x="1307" y="2868"/>
                  </a:lnTo>
                  <a:cubicBezTo>
                    <a:pt x="1520" y="2939"/>
                    <a:pt x="1662" y="3138"/>
                    <a:pt x="1662" y="3365"/>
                  </a:cubicBezTo>
                  <a:lnTo>
                    <a:pt x="1662" y="4728"/>
                  </a:lnTo>
                  <a:lnTo>
                    <a:pt x="3309" y="2442"/>
                  </a:lnTo>
                  <a:lnTo>
                    <a:pt x="1875" y="2059"/>
                  </a:lnTo>
                  <a:cubicBezTo>
                    <a:pt x="1647" y="2002"/>
                    <a:pt x="1491" y="1789"/>
                    <a:pt x="1491" y="1562"/>
                  </a:cubicBezTo>
                  <a:lnTo>
                    <a:pt x="1505" y="1562"/>
                  </a:lnTo>
                  <a:lnTo>
                    <a:pt x="150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51">
              <a:extLst>
                <a:ext uri="{FF2B5EF4-FFF2-40B4-BE49-F238E27FC236}">
                  <a16:creationId xmlns:a16="http://schemas.microsoft.com/office/drawing/2014/main" id="{318C00DB-6708-5B8D-6003-338E7E10A669}"/>
                </a:ext>
              </a:extLst>
            </p:cNvPr>
            <p:cNvSpPr/>
            <p:nvPr/>
          </p:nvSpPr>
          <p:spPr>
            <a:xfrm>
              <a:off x="4741375" y="3313775"/>
              <a:ext cx="350725" cy="433775"/>
            </a:xfrm>
            <a:custGeom>
              <a:avLst/>
              <a:gdLst/>
              <a:ahLst/>
              <a:cxnLst/>
              <a:rect l="l" t="t" r="r" b="b"/>
              <a:pathLst>
                <a:path w="14029" h="17351" extrusionOk="0">
                  <a:moveTo>
                    <a:pt x="8143" y="2532"/>
                  </a:moveTo>
                  <a:cubicBezTo>
                    <a:pt x="8402" y="2532"/>
                    <a:pt x="8662" y="2723"/>
                    <a:pt x="8662" y="3039"/>
                  </a:cubicBezTo>
                  <a:lnTo>
                    <a:pt x="8662" y="6035"/>
                  </a:lnTo>
                  <a:lnTo>
                    <a:pt x="10436" y="6503"/>
                  </a:lnTo>
                  <a:cubicBezTo>
                    <a:pt x="10777" y="6588"/>
                    <a:pt x="10933" y="7000"/>
                    <a:pt x="10720" y="7298"/>
                  </a:cubicBezTo>
                  <a:lnTo>
                    <a:pt x="7724" y="11472"/>
                  </a:lnTo>
                  <a:cubicBezTo>
                    <a:pt x="7625" y="11614"/>
                    <a:pt x="7469" y="11685"/>
                    <a:pt x="7313" y="11685"/>
                  </a:cubicBezTo>
                  <a:cubicBezTo>
                    <a:pt x="7256" y="11685"/>
                    <a:pt x="7199" y="11685"/>
                    <a:pt x="7157" y="11671"/>
                  </a:cubicBezTo>
                  <a:cubicBezTo>
                    <a:pt x="6944" y="11600"/>
                    <a:pt x="6802" y="11401"/>
                    <a:pt x="6802" y="11174"/>
                  </a:cubicBezTo>
                  <a:lnTo>
                    <a:pt x="6802" y="8604"/>
                  </a:lnTo>
                  <a:lnTo>
                    <a:pt x="5226" y="8136"/>
                  </a:lnTo>
                  <a:cubicBezTo>
                    <a:pt x="5084" y="8093"/>
                    <a:pt x="4956" y="7980"/>
                    <a:pt x="4899" y="7838"/>
                  </a:cubicBezTo>
                  <a:cubicBezTo>
                    <a:pt x="4842" y="7682"/>
                    <a:pt x="4856" y="7525"/>
                    <a:pt x="4942" y="7383"/>
                  </a:cubicBezTo>
                  <a:lnTo>
                    <a:pt x="7724" y="2769"/>
                  </a:lnTo>
                  <a:cubicBezTo>
                    <a:pt x="7822" y="2606"/>
                    <a:pt x="7983" y="2532"/>
                    <a:pt x="8143" y="2532"/>
                  </a:cubicBezTo>
                  <a:close/>
                  <a:moveTo>
                    <a:pt x="7866" y="0"/>
                  </a:moveTo>
                  <a:cubicBezTo>
                    <a:pt x="7073" y="0"/>
                    <a:pt x="6272" y="154"/>
                    <a:pt x="5510" y="469"/>
                  </a:cubicBezTo>
                  <a:cubicBezTo>
                    <a:pt x="3209" y="1420"/>
                    <a:pt x="1719" y="3649"/>
                    <a:pt x="1704" y="6148"/>
                  </a:cubicBezTo>
                  <a:lnTo>
                    <a:pt x="1704" y="7412"/>
                  </a:lnTo>
                  <a:lnTo>
                    <a:pt x="185" y="10294"/>
                  </a:lnTo>
                  <a:cubicBezTo>
                    <a:pt x="1" y="10635"/>
                    <a:pt x="256" y="11046"/>
                    <a:pt x="640" y="11046"/>
                  </a:cubicBezTo>
                  <a:lnTo>
                    <a:pt x="1719" y="11046"/>
                  </a:lnTo>
                  <a:lnTo>
                    <a:pt x="1719" y="12296"/>
                  </a:lnTo>
                  <a:cubicBezTo>
                    <a:pt x="1719" y="14056"/>
                    <a:pt x="3153" y="15490"/>
                    <a:pt x="4913" y="15490"/>
                  </a:cubicBezTo>
                  <a:lnTo>
                    <a:pt x="6816" y="15490"/>
                  </a:lnTo>
                  <a:lnTo>
                    <a:pt x="6816" y="16853"/>
                  </a:lnTo>
                  <a:cubicBezTo>
                    <a:pt x="6816" y="17123"/>
                    <a:pt x="7043" y="17350"/>
                    <a:pt x="7327" y="17350"/>
                  </a:cubicBezTo>
                  <a:lnTo>
                    <a:pt x="13531" y="17350"/>
                  </a:lnTo>
                  <a:cubicBezTo>
                    <a:pt x="13815" y="17350"/>
                    <a:pt x="14028" y="17123"/>
                    <a:pt x="14028" y="16853"/>
                  </a:cubicBezTo>
                  <a:lnTo>
                    <a:pt x="14028" y="6148"/>
                  </a:lnTo>
                  <a:cubicBezTo>
                    <a:pt x="14028" y="4515"/>
                    <a:pt x="13375" y="2939"/>
                    <a:pt x="12225" y="1789"/>
                  </a:cubicBezTo>
                  <a:lnTo>
                    <a:pt x="12211" y="1789"/>
                  </a:lnTo>
                  <a:cubicBezTo>
                    <a:pt x="11034" y="622"/>
                    <a:pt x="9464" y="0"/>
                    <a:pt x="786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99" name="Google Shape;999;p51">
            <a:extLst>
              <a:ext uri="{FF2B5EF4-FFF2-40B4-BE49-F238E27FC236}">
                <a16:creationId xmlns:a16="http://schemas.microsoft.com/office/drawing/2014/main" id="{425A57FC-9F78-5243-45E9-74EA30C25304}"/>
              </a:ext>
            </a:extLst>
          </p:cNvPr>
          <p:cNvGrpSpPr/>
          <p:nvPr/>
        </p:nvGrpSpPr>
        <p:grpSpPr>
          <a:xfrm>
            <a:off x="3607250" y="1261181"/>
            <a:ext cx="373843" cy="434125"/>
            <a:chOff x="6234650" y="3313425"/>
            <a:chExt cx="342550" cy="434125"/>
          </a:xfrm>
        </p:grpSpPr>
        <p:sp>
          <p:nvSpPr>
            <p:cNvPr id="1000" name="Google Shape;1000;p51">
              <a:extLst>
                <a:ext uri="{FF2B5EF4-FFF2-40B4-BE49-F238E27FC236}">
                  <a16:creationId xmlns:a16="http://schemas.microsoft.com/office/drawing/2014/main" id="{BD517979-5BD0-2A00-B29A-F65516126C04}"/>
                </a:ext>
              </a:extLst>
            </p:cNvPr>
            <p:cNvSpPr/>
            <p:nvPr/>
          </p:nvSpPr>
          <p:spPr>
            <a:xfrm>
              <a:off x="6234650" y="3313425"/>
              <a:ext cx="342550" cy="76325"/>
            </a:xfrm>
            <a:custGeom>
              <a:avLst/>
              <a:gdLst/>
              <a:ahLst/>
              <a:cxnLst/>
              <a:rect l="l" t="t" r="r" b="b"/>
              <a:pathLst>
                <a:path w="13702" h="3053" extrusionOk="0">
                  <a:moveTo>
                    <a:pt x="1520" y="0"/>
                  </a:moveTo>
                  <a:cubicBezTo>
                    <a:pt x="682" y="0"/>
                    <a:pt x="1" y="682"/>
                    <a:pt x="1" y="1534"/>
                  </a:cubicBezTo>
                  <a:cubicBezTo>
                    <a:pt x="1" y="2371"/>
                    <a:pt x="682" y="3053"/>
                    <a:pt x="1520" y="3053"/>
                  </a:cubicBezTo>
                  <a:lnTo>
                    <a:pt x="13191" y="3053"/>
                  </a:lnTo>
                  <a:cubicBezTo>
                    <a:pt x="13475" y="3053"/>
                    <a:pt x="13702" y="2826"/>
                    <a:pt x="13702" y="2542"/>
                  </a:cubicBezTo>
                  <a:lnTo>
                    <a:pt x="13702" y="511"/>
                  </a:lnTo>
                  <a:cubicBezTo>
                    <a:pt x="13702" y="227"/>
                    <a:pt x="13475" y="0"/>
                    <a:pt x="1319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51">
              <a:extLst>
                <a:ext uri="{FF2B5EF4-FFF2-40B4-BE49-F238E27FC236}">
                  <a16:creationId xmlns:a16="http://schemas.microsoft.com/office/drawing/2014/main" id="{486B6C5F-18B1-7168-748F-16CE7C60102A}"/>
                </a:ext>
              </a:extLst>
            </p:cNvPr>
            <p:cNvSpPr/>
            <p:nvPr/>
          </p:nvSpPr>
          <p:spPr>
            <a:xfrm>
              <a:off x="6305100" y="3476750"/>
              <a:ext cx="87900" cy="196225"/>
            </a:xfrm>
            <a:custGeom>
              <a:avLst/>
              <a:gdLst/>
              <a:ahLst/>
              <a:cxnLst/>
              <a:rect l="l" t="t" r="r" b="b"/>
              <a:pathLst>
                <a:path w="3516" h="7849" extrusionOk="0">
                  <a:moveTo>
                    <a:pt x="3108" y="1"/>
                  </a:moveTo>
                  <a:cubicBezTo>
                    <a:pt x="2807" y="1"/>
                    <a:pt x="2512" y="269"/>
                    <a:pt x="2607" y="637"/>
                  </a:cubicBezTo>
                  <a:cubicBezTo>
                    <a:pt x="2685" y="978"/>
                    <a:pt x="2437" y="1283"/>
                    <a:pt x="2119" y="1283"/>
                  </a:cubicBezTo>
                  <a:cubicBezTo>
                    <a:pt x="2093" y="1283"/>
                    <a:pt x="2066" y="1281"/>
                    <a:pt x="2039" y="1276"/>
                  </a:cubicBezTo>
                  <a:cubicBezTo>
                    <a:pt x="1999" y="1271"/>
                    <a:pt x="1960" y="1269"/>
                    <a:pt x="1921" y="1269"/>
                  </a:cubicBezTo>
                  <a:cubicBezTo>
                    <a:pt x="1724" y="1269"/>
                    <a:pt x="1540" y="1330"/>
                    <a:pt x="1386" y="1461"/>
                  </a:cubicBezTo>
                  <a:cubicBezTo>
                    <a:pt x="1229" y="1589"/>
                    <a:pt x="1130" y="1787"/>
                    <a:pt x="1130" y="1986"/>
                  </a:cubicBezTo>
                  <a:cubicBezTo>
                    <a:pt x="1088" y="2475"/>
                    <a:pt x="1472" y="2881"/>
                    <a:pt x="1943" y="2881"/>
                  </a:cubicBezTo>
                  <a:cubicBezTo>
                    <a:pt x="1951" y="2881"/>
                    <a:pt x="1960" y="2881"/>
                    <a:pt x="1968" y="2881"/>
                  </a:cubicBezTo>
                  <a:cubicBezTo>
                    <a:pt x="1977" y="2880"/>
                    <a:pt x="1986" y="2880"/>
                    <a:pt x="1994" y="2880"/>
                  </a:cubicBezTo>
                  <a:cubicBezTo>
                    <a:pt x="2267" y="2880"/>
                    <a:pt x="2493" y="3088"/>
                    <a:pt x="2507" y="3349"/>
                  </a:cubicBezTo>
                  <a:cubicBezTo>
                    <a:pt x="2521" y="3704"/>
                    <a:pt x="2223" y="3889"/>
                    <a:pt x="1911" y="3889"/>
                  </a:cubicBezTo>
                  <a:cubicBezTo>
                    <a:pt x="1457" y="3889"/>
                    <a:pt x="1031" y="3732"/>
                    <a:pt x="690" y="3420"/>
                  </a:cubicBezTo>
                  <a:lnTo>
                    <a:pt x="690" y="3420"/>
                  </a:lnTo>
                  <a:cubicBezTo>
                    <a:pt x="1" y="3472"/>
                    <a:pt x="121" y="4440"/>
                    <a:pt x="702" y="4440"/>
                  </a:cubicBezTo>
                  <a:cubicBezTo>
                    <a:pt x="756" y="4440"/>
                    <a:pt x="813" y="4432"/>
                    <a:pt x="874" y="4414"/>
                  </a:cubicBezTo>
                  <a:cubicBezTo>
                    <a:pt x="924" y="4400"/>
                    <a:pt x="972" y="4394"/>
                    <a:pt x="1019" y="4394"/>
                  </a:cubicBezTo>
                  <a:cubicBezTo>
                    <a:pt x="1448" y="4394"/>
                    <a:pt x="1703" y="4947"/>
                    <a:pt x="1357" y="5280"/>
                  </a:cubicBezTo>
                  <a:cubicBezTo>
                    <a:pt x="1016" y="5607"/>
                    <a:pt x="1016" y="6160"/>
                    <a:pt x="1386" y="6458"/>
                  </a:cubicBezTo>
                  <a:cubicBezTo>
                    <a:pt x="1523" y="6585"/>
                    <a:pt x="1698" y="6655"/>
                    <a:pt x="1887" y="6655"/>
                  </a:cubicBezTo>
                  <a:cubicBezTo>
                    <a:pt x="1932" y="6655"/>
                    <a:pt x="1978" y="6651"/>
                    <a:pt x="2024" y="6643"/>
                  </a:cubicBezTo>
                  <a:cubicBezTo>
                    <a:pt x="2052" y="6638"/>
                    <a:pt x="2079" y="6636"/>
                    <a:pt x="2105" y="6636"/>
                  </a:cubicBezTo>
                  <a:cubicBezTo>
                    <a:pt x="2410" y="6636"/>
                    <a:pt x="2658" y="6926"/>
                    <a:pt x="2592" y="7239"/>
                  </a:cubicBezTo>
                  <a:cubicBezTo>
                    <a:pt x="2518" y="7602"/>
                    <a:pt x="2802" y="7848"/>
                    <a:pt x="3095" y="7848"/>
                  </a:cubicBezTo>
                  <a:cubicBezTo>
                    <a:pt x="3250" y="7848"/>
                    <a:pt x="3407" y="7780"/>
                    <a:pt x="3515" y="7623"/>
                  </a:cubicBezTo>
                  <a:lnTo>
                    <a:pt x="3515" y="6160"/>
                  </a:lnTo>
                  <a:cubicBezTo>
                    <a:pt x="3343" y="6210"/>
                    <a:pt x="3170" y="6248"/>
                    <a:pt x="2988" y="6248"/>
                  </a:cubicBezTo>
                  <a:cubicBezTo>
                    <a:pt x="2960" y="6248"/>
                    <a:pt x="2933" y="6247"/>
                    <a:pt x="2905" y="6245"/>
                  </a:cubicBezTo>
                  <a:cubicBezTo>
                    <a:pt x="2221" y="6232"/>
                    <a:pt x="2262" y="5218"/>
                    <a:pt x="2899" y="5218"/>
                  </a:cubicBezTo>
                  <a:cubicBezTo>
                    <a:pt x="2923" y="5218"/>
                    <a:pt x="2949" y="5220"/>
                    <a:pt x="2976" y="5223"/>
                  </a:cubicBezTo>
                  <a:lnTo>
                    <a:pt x="2976" y="5237"/>
                  </a:lnTo>
                  <a:lnTo>
                    <a:pt x="3018" y="5237"/>
                  </a:lnTo>
                  <a:cubicBezTo>
                    <a:pt x="3260" y="5237"/>
                    <a:pt x="3473" y="5053"/>
                    <a:pt x="3501" y="4797"/>
                  </a:cubicBezTo>
                  <a:cubicBezTo>
                    <a:pt x="3501" y="4769"/>
                    <a:pt x="3515" y="225"/>
                    <a:pt x="3515" y="225"/>
                  </a:cubicBezTo>
                  <a:cubicBezTo>
                    <a:pt x="3411" y="69"/>
                    <a:pt x="3258" y="1"/>
                    <a:pt x="310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51">
              <a:extLst>
                <a:ext uri="{FF2B5EF4-FFF2-40B4-BE49-F238E27FC236}">
                  <a16:creationId xmlns:a16="http://schemas.microsoft.com/office/drawing/2014/main" id="{C6649483-ABA3-75CA-3A64-631401FF028C}"/>
                </a:ext>
              </a:extLst>
            </p:cNvPr>
            <p:cNvSpPr/>
            <p:nvPr/>
          </p:nvSpPr>
          <p:spPr>
            <a:xfrm>
              <a:off x="6418525" y="3477175"/>
              <a:ext cx="82025" cy="196175"/>
            </a:xfrm>
            <a:custGeom>
              <a:avLst/>
              <a:gdLst/>
              <a:ahLst/>
              <a:cxnLst/>
              <a:rect l="l" t="t" r="r" b="b"/>
              <a:pathLst>
                <a:path w="3281" h="7847" extrusionOk="0">
                  <a:moveTo>
                    <a:pt x="420" y="1"/>
                  </a:moveTo>
                  <a:cubicBezTo>
                    <a:pt x="257" y="1"/>
                    <a:pt x="96" y="75"/>
                    <a:pt x="0" y="223"/>
                  </a:cubicBezTo>
                  <a:lnTo>
                    <a:pt x="0" y="2622"/>
                  </a:lnTo>
                  <a:cubicBezTo>
                    <a:pt x="29" y="2864"/>
                    <a:pt x="242" y="3048"/>
                    <a:pt x="497" y="3062"/>
                  </a:cubicBezTo>
                  <a:cubicBezTo>
                    <a:pt x="517" y="3059"/>
                    <a:pt x="536" y="3058"/>
                    <a:pt x="555" y="3058"/>
                  </a:cubicBezTo>
                  <a:cubicBezTo>
                    <a:pt x="1046" y="3058"/>
                    <a:pt x="1046" y="4075"/>
                    <a:pt x="555" y="4075"/>
                  </a:cubicBezTo>
                  <a:cubicBezTo>
                    <a:pt x="536" y="4075"/>
                    <a:pt x="517" y="4073"/>
                    <a:pt x="497" y="4070"/>
                  </a:cubicBezTo>
                  <a:cubicBezTo>
                    <a:pt x="327" y="4070"/>
                    <a:pt x="157" y="4042"/>
                    <a:pt x="0" y="3985"/>
                  </a:cubicBezTo>
                  <a:lnTo>
                    <a:pt x="0" y="7620"/>
                  </a:lnTo>
                  <a:cubicBezTo>
                    <a:pt x="86" y="7762"/>
                    <a:pt x="242" y="7847"/>
                    <a:pt x="426" y="7847"/>
                  </a:cubicBezTo>
                  <a:cubicBezTo>
                    <a:pt x="739" y="7847"/>
                    <a:pt x="980" y="7563"/>
                    <a:pt x="923" y="7251"/>
                  </a:cubicBezTo>
                  <a:cubicBezTo>
                    <a:pt x="858" y="6925"/>
                    <a:pt x="1104" y="6647"/>
                    <a:pt x="1408" y="6647"/>
                  </a:cubicBezTo>
                  <a:cubicBezTo>
                    <a:pt x="1435" y="6647"/>
                    <a:pt x="1463" y="6650"/>
                    <a:pt x="1491" y="6654"/>
                  </a:cubicBezTo>
                  <a:cubicBezTo>
                    <a:pt x="1524" y="6659"/>
                    <a:pt x="1558" y="6661"/>
                    <a:pt x="1591" y="6661"/>
                  </a:cubicBezTo>
                  <a:cubicBezTo>
                    <a:pt x="1787" y="6661"/>
                    <a:pt x="1985" y="6591"/>
                    <a:pt x="2130" y="6470"/>
                  </a:cubicBezTo>
                  <a:cubicBezTo>
                    <a:pt x="2485" y="6157"/>
                    <a:pt x="2499" y="5604"/>
                    <a:pt x="2159" y="5291"/>
                  </a:cubicBezTo>
                  <a:cubicBezTo>
                    <a:pt x="1813" y="4958"/>
                    <a:pt x="2068" y="4405"/>
                    <a:pt x="2497" y="4405"/>
                  </a:cubicBezTo>
                  <a:cubicBezTo>
                    <a:pt x="2543" y="4405"/>
                    <a:pt x="2592" y="4411"/>
                    <a:pt x="2641" y="4425"/>
                  </a:cubicBezTo>
                  <a:cubicBezTo>
                    <a:pt x="2686" y="4437"/>
                    <a:pt x="2731" y="4443"/>
                    <a:pt x="2774" y="4443"/>
                  </a:cubicBezTo>
                  <a:cubicBezTo>
                    <a:pt x="3048" y="4443"/>
                    <a:pt x="3280" y="4222"/>
                    <a:pt x="3280" y="3928"/>
                  </a:cubicBezTo>
                  <a:cubicBezTo>
                    <a:pt x="3280" y="3653"/>
                    <a:pt x="3051" y="3427"/>
                    <a:pt x="2770" y="3427"/>
                  </a:cubicBezTo>
                  <a:cubicBezTo>
                    <a:pt x="2746" y="3427"/>
                    <a:pt x="2722" y="3428"/>
                    <a:pt x="2698" y="3431"/>
                  </a:cubicBezTo>
                  <a:lnTo>
                    <a:pt x="2712" y="3417"/>
                  </a:lnTo>
                  <a:lnTo>
                    <a:pt x="2712" y="3417"/>
                  </a:lnTo>
                  <a:cubicBezTo>
                    <a:pt x="2585" y="3431"/>
                    <a:pt x="2471" y="3488"/>
                    <a:pt x="2400" y="3588"/>
                  </a:cubicBezTo>
                  <a:cubicBezTo>
                    <a:pt x="2286" y="3732"/>
                    <a:pt x="2146" y="3791"/>
                    <a:pt x="2011" y="3791"/>
                  </a:cubicBezTo>
                  <a:cubicBezTo>
                    <a:pt x="1625" y="3791"/>
                    <a:pt x="1272" y="3309"/>
                    <a:pt x="1619" y="2920"/>
                  </a:cubicBezTo>
                  <a:cubicBezTo>
                    <a:pt x="1804" y="2722"/>
                    <a:pt x="2031" y="2565"/>
                    <a:pt x="2301" y="2480"/>
                  </a:cubicBezTo>
                  <a:cubicBezTo>
                    <a:pt x="2372" y="2352"/>
                    <a:pt x="2414" y="2210"/>
                    <a:pt x="2414" y="2054"/>
                  </a:cubicBezTo>
                  <a:cubicBezTo>
                    <a:pt x="2414" y="1671"/>
                    <a:pt x="2130" y="1330"/>
                    <a:pt x="1733" y="1273"/>
                  </a:cubicBezTo>
                  <a:cubicBezTo>
                    <a:pt x="1704" y="1316"/>
                    <a:pt x="1676" y="1373"/>
                    <a:pt x="1633" y="1415"/>
                  </a:cubicBezTo>
                  <a:cubicBezTo>
                    <a:pt x="1534" y="1543"/>
                    <a:pt x="1392" y="1628"/>
                    <a:pt x="1236" y="1628"/>
                  </a:cubicBezTo>
                  <a:cubicBezTo>
                    <a:pt x="1122" y="1628"/>
                    <a:pt x="1009" y="1586"/>
                    <a:pt x="923" y="1515"/>
                  </a:cubicBezTo>
                  <a:cubicBezTo>
                    <a:pt x="696" y="1344"/>
                    <a:pt x="654" y="1032"/>
                    <a:pt x="824" y="805"/>
                  </a:cubicBezTo>
                  <a:cubicBezTo>
                    <a:pt x="881" y="734"/>
                    <a:pt x="923" y="634"/>
                    <a:pt x="938" y="535"/>
                  </a:cubicBezTo>
                  <a:cubicBezTo>
                    <a:pt x="938" y="421"/>
                    <a:pt x="895" y="294"/>
                    <a:pt x="824" y="194"/>
                  </a:cubicBezTo>
                  <a:cubicBezTo>
                    <a:pt x="722" y="65"/>
                    <a:pt x="570" y="1"/>
                    <a:pt x="42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51">
              <a:extLst>
                <a:ext uri="{FF2B5EF4-FFF2-40B4-BE49-F238E27FC236}">
                  <a16:creationId xmlns:a16="http://schemas.microsoft.com/office/drawing/2014/main" id="{908C8FAD-12AE-5282-9B94-235CC3F83A7A}"/>
                </a:ext>
              </a:extLst>
            </p:cNvPr>
            <p:cNvSpPr/>
            <p:nvPr/>
          </p:nvSpPr>
          <p:spPr>
            <a:xfrm>
              <a:off x="6234650" y="3402500"/>
              <a:ext cx="342550" cy="345050"/>
            </a:xfrm>
            <a:custGeom>
              <a:avLst/>
              <a:gdLst/>
              <a:ahLst/>
              <a:cxnLst/>
              <a:rect l="l" t="t" r="r" b="b"/>
              <a:pathLst>
                <a:path w="13702" h="13802" extrusionOk="0">
                  <a:moveTo>
                    <a:pt x="6839" y="1368"/>
                  </a:moveTo>
                  <a:cubicBezTo>
                    <a:pt x="7895" y="1368"/>
                    <a:pt x="8953" y="1996"/>
                    <a:pt x="9286" y="3252"/>
                  </a:cubicBezTo>
                  <a:cubicBezTo>
                    <a:pt x="10153" y="3408"/>
                    <a:pt x="10777" y="4161"/>
                    <a:pt x="10777" y="5041"/>
                  </a:cubicBezTo>
                  <a:cubicBezTo>
                    <a:pt x="10777" y="5183"/>
                    <a:pt x="10763" y="5339"/>
                    <a:pt x="10735" y="5496"/>
                  </a:cubicBezTo>
                  <a:lnTo>
                    <a:pt x="10933" y="5581"/>
                  </a:lnTo>
                  <a:cubicBezTo>
                    <a:pt x="11019" y="5638"/>
                    <a:pt x="11104" y="5709"/>
                    <a:pt x="11189" y="5780"/>
                  </a:cubicBezTo>
                  <a:cubicBezTo>
                    <a:pt x="11345" y="5936"/>
                    <a:pt x="11473" y="6134"/>
                    <a:pt x="11572" y="6333"/>
                  </a:cubicBezTo>
                  <a:cubicBezTo>
                    <a:pt x="11629" y="6518"/>
                    <a:pt x="11672" y="6702"/>
                    <a:pt x="11672" y="6901"/>
                  </a:cubicBezTo>
                  <a:cubicBezTo>
                    <a:pt x="11672" y="7370"/>
                    <a:pt x="11445" y="7824"/>
                    <a:pt x="11075" y="8108"/>
                  </a:cubicBezTo>
                  <a:lnTo>
                    <a:pt x="11061" y="8108"/>
                  </a:lnTo>
                  <a:cubicBezTo>
                    <a:pt x="10948" y="8193"/>
                    <a:pt x="10834" y="8264"/>
                    <a:pt x="10706" y="8321"/>
                  </a:cubicBezTo>
                  <a:cubicBezTo>
                    <a:pt x="10749" y="8477"/>
                    <a:pt x="10777" y="8662"/>
                    <a:pt x="10777" y="8832"/>
                  </a:cubicBezTo>
                  <a:cubicBezTo>
                    <a:pt x="10777" y="9712"/>
                    <a:pt x="10138" y="10479"/>
                    <a:pt x="9272" y="10621"/>
                  </a:cubicBezTo>
                  <a:cubicBezTo>
                    <a:pt x="8903" y="11814"/>
                    <a:pt x="7874" y="12410"/>
                    <a:pt x="6844" y="12410"/>
                  </a:cubicBezTo>
                  <a:cubicBezTo>
                    <a:pt x="5815" y="12410"/>
                    <a:pt x="4786" y="11814"/>
                    <a:pt x="4416" y="10621"/>
                  </a:cubicBezTo>
                  <a:cubicBezTo>
                    <a:pt x="3337" y="10436"/>
                    <a:pt x="2670" y="9357"/>
                    <a:pt x="2982" y="8307"/>
                  </a:cubicBezTo>
                  <a:cubicBezTo>
                    <a:pt x="2855" y="8264"/>
                    <a:pt x="2727" y="8193"/>
                    <a:pt x="2628" y="8108"/>
                  </a:cubicBezTo>
                  <a:cubicBezTo>
                    <a:pt x="1847" y="7512"/>
                    <a:pt x="1818" y="6347"/>
                    <a:pt x="2571" y="5723"/>
                  </a:cubicBezTo>
                  <a:cubicBezTo>
                    <a:pt x="2684" y="5623"/>
                    <a:pt x="2812" y="5552"/>
                    <a:pt x="2954" y="5496"/>
                  </a:cubicBezTo>
                  <a:cubicBezTo>
                    <a:pt x="2926" y="5339"/>
                    <a:pt x="2897" y="5183"/>
                    <a:pt x="2897" y="5041"/>
                  </a:cubicBezTo>
                  <a:cubicBezTo>
                    <a:pt x="2897" y="4161"/>
                    <a:pt x="3536" y="3408"/>
                    <a:pt x="4402" y="3252"/>
                  </a:cubicBezTo>
                  <a:cubicBezTo>
                    <a:pt x="4729" y="1996"/>
                    <a:pt x="5783" y="1368"/>
                    <a:pt x="6839" y="1368"/>
                  </a:cubicBezTo>
                  <a:close/>
                  <a:moveTo>
                    <a:pt x="1" y="1"/>
                  </a:moveTo>
                  <a:lnTo>
                    <a:pt x="1" y="12282"/>
                  </a:lnTo>
                  <a:cubicBezTo>
                    <a:pt x="1" y="13120"/>
                    <a:pt x="682" y="13801"/>
                    <a:pt x="1520" y="13801"/>
                  </a:cubicBezTo>
                  <a:lnTo>
                    <a:pt x="13191" y="13801"/>
                  </a:lnTo>
                  <a:cubicBezTo>
                    <a:pt x="13475" y="13801"/>
                    <a:pt x="13702" y="13574"/>
                    <a:pt x="13702" y="13290"/>
                  </a:cubicBezTo>
                  <a:lnTo>
                    <a:pt x="13702" y="427"/>
                  </a:lnTo>
                  <a:cubicBezTo>
                    <a:pt x="13532" y="484"/>
                    <a:pt x="13361" y="512"/>
                    <a:pt x="13191" y="512"/>
                  </a:cubicBezTo>
                  <a:lnTo>
                    <a:pt x="1520" y="512"/>
                  </a:lnTo>
                  <a:cubicBezTo>
                    <a:pt x="966" y="512"/>
                    <a:pt x="427" y="328"/>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04" name="Google Shape;1004;p51">
            <a:extLst>
              <a:ext uri="{FF2B5EF4-FFF2-40B4-BE49-F238E27FC236}">
                <a16:creationId xmlns:a16="http://schemas.microsoft.com/office/drawing/2014/main" id="{963A4D85-5148-0BD5-A5E1-7E4530727708}"/>
              </a:ext>
            </a:extLst>
          </p:cNvPr>
          <p:cNvGrpSpPr/>
          <p:nvPr/>
        </p:nvGrpSpPr>
        <p:grpSpPr>
          <a:xfrm>
            <a:off x="6373778" y="1302952"/>
            <a:ext cx="343625" cy="434125"/>
            <a:chOff x="6977925" y="3313425"/>
            <a:chExt cx="343625" cy="434125"/>
          </a:xfrm>
        </p:grpSpPr>
        <p:sp>
          <p:nvSpPr>
            <p:cNvPr id="1005" name="Google Shape;1005;p51">
              <a:extLst>
                <a:ext uri="{FF2B5EF4-FFF2-40B4-BE49-F238E27FC236}">
                  <a16:creationId xmlns:a16="http://schemas.microsoft.com/office/drawing/2014/main" id="{A93785F7-42B3-0A06-F4EB-FEE6CEEFEB07}"/>
                </a:ext>
              </a:extLst>
            </p:cNvPr>
            <p:cNvSpPr/>
            <p:nvPr/>
          </p:nvSpPr>
          <p:spPr>
            <a:xfrm>
              <a:off x="7077675" y="3313425"/>
              <a:ext cx="144125" cy="95150"/>
            </a:xfrm>
            <a:custGeom>
              <a:avLst/>
              <a:gdLst/>
              <a:ahLst/>
              <a:cxnLst/>
              <a:rect l="l" t="t" r="r" b="b"/>
              <a:pathLst>
                <a:path w="5765" h="3806" extrusionOk="0">
                  <a:moveTo>
                    <a:pt x="696" y="0"/>
                  </a:moveTo>
                  <a:cubicBezTo>
                    <a:pt x="440" y="327"/>
                    <a:pt x="412" y="384"/>
                    <a:pt x="142" y="739"/>
                  </a:cubicBezTo>
                  <a:cubicBezTo>
                    <a:pt x="0" y="1008"/>
                    <a:pt x="43" y="1335"/>
                    <a:pt x="242" y="1534"/>
                  </a:cubicBezTo>
                  <a:lnTo>
                    <a:pt x="2215" y="3805"/>
                  </a:lnTo>
                  <a:lnTo>
                    <a:pt x="3550" y="3805"/>
                  </a:lnTo>
                  <a:lnTo>
                    <a:pt x="5509" y="1534"/>
                  </a:lnTo>
                  <a:cubicBezTo>
                    <a:pt x="5722" y="1335"/>
                    <a:pt x="5765" y="1008"/>
                    <a:pt x="5623" y="739"/>
                  </a:cubicBezTo>
                  <a:cubicBezTo>
                    <a:pt x="5353" y="384"/>
                    <a:pt x="5310" y="327"/>
                    <a:pt x="506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51">
              <a:extLst>
                <a:ext uri="{FF2B5EF4-FFF2-40B4-BE49-F238E27FC236}">
                  <a16:creationId xmlns:a16="http://schemas.microsoft.com/office/drawing/2014/main" id="{F349816A-53CA-2104-E345-993C25A31B0E}"/>
                </a:ext>
              </a:extLst>
            </p:cNvPr>
            <p:cNvSpPr/>
            <p:nvPr/>
          </p:nvSpPr>
          <p:spPr>
            <a:xfrm>
              <a:off x="6977925" y="3313425"/>
              <a:ext cx="336525" cy="433775"/>
            </a:xfrm>
            <a:custGeom>
              <a:avLst/>
              <a:gdLst/>
              <a:ahLst/>
              <a:cxnLst/>
              <a:rect l="l" t="t" r="r" b="b"/>
              <a:pathLst>
                <a:path w="13461" h="17351" extrusionOk="0">
                  <a:moveTo>
                    <a:pt x="10095" y="0"/>
                  </a:moveTo>
                  <a:cubicBezTo>
                    <a:pt x="10905" y="100"/>
                    <a:pt x="11274" y="1065"/>
                    <a:pt x="10734" y="1676"/>
                  </a:cubicBezTo>
                  <a:lnTo>
                    <a:pt x="157" y="13801"/>
                  </a:lnTo>
                  <a:cubicBezTo>
                    <a:pt x="15" y="13957"/>
                    <a:pt x="1" y="14198"/>
                    <a:pt x="100" y="14383"/>
                  </a:cubicBezTo>
                  <a:lnTo>
                    <a:pt x="1577" y="17095"/>
                  </a:lnTo>
                  <a:cubicBezTo>
                    <a:pt x="1648" y="17237"/>
                    <a:pt x="1804" y="17336"/>
                    <a:pt x="1960" y="17350"/>
                  </a:cubicBezTo>
                  <a:lnTo>
                    <a:pt x="2017" y="17350"/>
                  </a:lnTo>
                  <a:cubicBezTo>
                    <a:pt x="2173" y="17350"/>
                    <a:pt x="2301" y="17293"/>
                    <a:pt x="2400" y="17180"/>
                  </a:cubicBezTo>
                  <a:lnTo>
                    <a:pt x="12140" y="5963"/>
                  </a:lnTo>
                  <a:cubicBezTo>
                    <a:pt x="13034" y="4955"/>
                    <a:pt x="13460" y="3607"/>
                    <a:pt x="13304" y="2272"/>
                  </a:cubicBezTo>
                  <a:lnTo>
                    <a:pt x="13304" y="2272"/>
                  </a:lnTo>
                  <a:lnTo>
                    <a:pt x="13304" y="2286"/>
                  </a:lnTo>
                  <a:cubicBezTo>
                    <a:pt x="13219" y="1377"/>
                    <a:pt x="12651" y="582"/>
                    <a:pt x="11828" y="213"/>
                  </a:cubicBezTo>
                  <a:cubicBezTo>
                    <a:pt x="11416" y="29"/>
                    <a:pt x="10564" y="0"/>
                    <a:pt x="1019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51">
              <a:extLst>
                <a:ext uri="{FF2B5EF4-FFF2-40B4-BE49-F238E27FC236}">
                  <a16:creationId xmlns:a16="http://schemas.microsoft.com/office/drawing/2014/main" id="{72E90DD2-3F32-93C3-C5AE-1465C9E72781}"/>
                </a:ext>
              </a:extLst>
            </p:cNvPr>
            <p:cNvSpPr/>
            <p:nvPr/>
          </p:nvSpPr>
          <p:spPr>
            <a:xfrm>
              <a:off x="6985025" y="3313775"/>
              <a:ext cx="147675" cy="206950"/>
            </a:xfrm>
            <a:custGeom>
              <a:avLst/>
              <a:gdLst/>
              <a:ahLst/>
              <a:cxnLst/>
              <a:rect l="l" t="t" r="r" b="b"/>
              <a:pathLst>
                <a:path w="5907" h="8278" extrusionOk="0">
                  <a:moveTo>
                    <a:pt x="3266" y="0"/>
                  </a:moveTo>
                  <a:cubicBezTo>
                    <a:pt x="2883" y="0"/>
                    <a:pt x="2045" y="29"/>
                    <a:pt x="1633" y="199"/>
                  </a:cubicBezTo>
                  <a:cubicBezTo>
                    <a:pt x="810" y="583"/>
                    <a:pt x="242" y="1363"/>
                    <a:pt x="157" y="2272"/>
                  </a:cubicBezTo>
                  <a:cubicBezTo>
                    <a:pt x="1" y="3621"/>
                    <a:pt x="427" y="4956"/>
                    <a:pt x="1321" y="5978"/>
                  </a:cubicBezTo>
                  <a:lnTo>
                    <a:pt x="3323" y="8278"/>
                  </a:lnTo>
                  <a:lnTo>
                    <a:pt x="5907" y="5325"/>
                  </a:lnTo>
                  <a:lnTo>
                    <a:pt x="2727" y="1676"/>
                  </a:lnTo>
                  <a:cubicBezTo>
                    <a:pt x="2187" y="1065"/>
                    <a:pt x="2556" y="86"/>
                    <a:pt x="336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51">
              <a:extLst>
                <a:ext uri="{FF2B5EF4-FFF2-40B4-BE49-F238E27FC236}">
                  <a16:creationId xmlns:a16="http://schemas.microsoft.com/office/drawing/2014/main" id="{028BA79F-E583-D59A-640D-4EC7798623B3}"/>
                </a:ext>
              </a:extLst>
            </p:cNvPr>
            <p:cNvSpPr/>
            <p:nvPr/>
          </p:nvSpPr>
          <p:spPr>
            <a:xfrm>
              <a:off x="7166400" y="3559400"/>
              <a:ext cx="155150" cy="188150"/>
            </a:xfrm>
            <a:custGeom>
              <a:avLst/>
              <a:gdLst/>
              <a:ahLst/>
              <a:cxnLst/>
              <a:rect l="l" t="t" r="r" b="b"/>
              <a:pathLst>
                <a:path w="6206" h="7526" extrusionOk="0">
                  <a:moveTo>
                    <a:pt x="2585" y="0"/>
                  </a:moveTo>
                  <a:lnTo>
                    <a:pt x="1" y="2968"/>
                  </a:lnTo>
                  <a:lnTo>
                    <a:pt x="3806" y="7355"/>
                  </a:lnTo>
                  <a:cubicBezTo>
                    <a:pt x="3905" y="7469"/>
                    <a:pt x="4033" y="7525"/>
                    <a:pt x="4189" y="7525"/>
                  </a:cubicBezTo>
                  <a:lnTo>
                    <a:pt x="4246" y="7525"/>
                  </a:lnTo>
                  <a:cubicBezTo>
                    <a:pt x="4402" y="7511"/>
                    <a:pt x="4558" y="7412"/>
                    <a:pt x="4629" y="7270"/>
                  </a:cubicBezTo>
                  <a:lnTo>
                    <a:pt x="6106" y="4558"/>
                  </a:lnTo>
                  <a:cubicBezTo>
                    <a:pt x="6205" y="4373"/>
                    <a:pt x="6177" y="4132"/>
                    <a:pt x="6049" y="3976"/>
                  </a:cubicBezTo>
                  <a:lnTo>
                    <a:pt x="258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8633143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78"/>
        <p:cNvGrpSpPr/>
        <p:nvPr/>
      </p:nvGrpSpPr>
      <p:grpSpPr>
        <a:xfrm>
          <a:off x="0" y="0"/>
          <a:ext cx="0" cy="0"/>
          <a:chOff x="0" y="0"/>
          <a:chExt cx="0" cy="0"/>
        </a:xfrm>
      </p:grpSpPr>
      <p:sp>
        <p:nvSpPr>
          <p:cNvPr id="16" name="Google Shape;891;p49">
            <a:extLst>
              <a:ext uri="{FF2B5EF4-FFF2-40B4-BE49-F238E27FC236}">
                <a16:creationId xmlns:a16="http://schemas.microsoft.com/office/drawing/2014/main" id="{03631028-5B5E-6FE7-8CC7-5061431CF112}"/>
              </a:ext>
            </a:extLst>
          </p:cNvPr>
          <p:cNvSpPr txBox="1">
            <a:spLocks noGrp="1"/>
          </p:cNvSpPr>
          <p:nvPr>
            <p:ph type="subTitle" idx="1"/>
          </p:nvPr>
        </p:nvSpPr>
        <p:spPr>
          <a:xfrm>
            <a:off x="720000" y="1189782"/>
            <a:ext cx="5869987" cy="3308259"/>
          </a:xfrm>
          <a:prstGeom prst="rect">
            <a:avLst/>
          </a:prstGeom>
        </p:spPr>
        <p:txBody>
          <a:bodyPr spcFirstLastPara="1" wrap="square" lIns="91425" tIns="91425" rIns="91425" bIns="91425" anchor="t" anchorCtr="0">
            <a:noAutofit/>
          </a:bodyPr>
          <a:lstStyle/>
          <a:p>
            <a:pPr marL="0" lvl="0" indent="0"/>
            <a:r>
              <a:rPr lang="en-GB" b="1" dirty="0"/>
              <a:t>Everything lives in one place</a:t>
            </a:r>
          </a:p>
          <a:p>
            <a:pPr marL="0" lvl="0" indent="0"/>
            <a:r>
              <a:rPr lang="en-GB" dirty="0"/>
              <a:t>All scripts, data, documentation, and outputs are tracked in a single public repository to see the full history of the project</a:t>
            </a:r>
          </a:p>
          <a:p>
            <a:pPr marL="0" lvl="0" indent="0"/>
            <a:endParaRPr lang="en-GB" dirty="0"/>
          </a:p>
          <a:p>
            <a:pPr marL="0" lvl="0" indent="0"/>
            <a:r>
              <a:rPr lang="en-GB" b="1" dirty="0"/>
              <a:t>Every change is logged and attributed</a:t>
            </a:r>
          </a:p>
          <a:p>
            <a:pPr marL="0" lvl="0" indent="0"/>
            <a:r>
              <a:rPr lang="en-GB" dirty="0"/>
              <a:t>21 commits across the project, each with a description of what changed and who changed it (from variable selection to charts)</a:t>
            </a:r>
          </a:p>
          <a:p>
            <a:pPr marL="0" lvl="0" indent="0"/>
            <a:endParaRPr lang="en-GB" dirty="0"/>
          </a:p>
          <a:p>
            <a:pPr marL="0" lvl="0" indent="0"/>
            <a:r>
              <a:rPr lang="en-GB" b="1" dirty="0"/>
              <a:t>Structured for reproducibility</a:t>
            </a:r>
          </a:p>
          <a:p>
            <a:pPr marL="0" lvl="0" indent="0"/>
            <a:r>
              <a:rPr lang="en-GB" dirty="0"/>
              <a:t>Separate folders for data, scripts, output, markdown, and documents the pipeline from raw data to final figures is traceable end to end.</a:t>
            </a:r>
          </a:p>
          <a:p>
            <a:pPr marL="0" lvl="0" indent="0"/>
            <a:endParaRPr lang="en-GB" dirty="0"/>
          </a:p>
          <a:p>
            <a:pPr marL="0" lvl="0" indent="0"/>
            <a:r>
              <a:rPr lang="en-GB" b="1" dirty="0"/>
              <a:t>Analysis can be re-run from scratch</a:t>
            </a:r>
          </a:p>
          <a:p>
            <a:pPr marL="0" lvl="0" indent="0"/>
            <a:r>
              <a:rPr lang="en-GB" dirty="0"/>
              <a:t>Anyone can rebuild our results because the R scripts and outputs are version-controlled together</a:t>
            </a:r>
            <a:endParaRPr dirty="0"/>
          </a:p>
        </p:txBody>
      </p:sp>
      <p:sp>
        <p:nvSpPr>
          <p:cNvPr id="17" name="Google Shape;890;p49">
            <a:extLst>
              <a:ext uri="{FF2B5EF4-FFF2-40B4-BE49-F238E27FC236}">
                <a16:creationId xmlns:a16="http://schemas.microsoft.com/office/drawing/2014/main" id="{03FC4D24-6880-22BE-7195-0AE93EB357FF}"/>
              </a:ext>
            </a:extLst>
          </p:cNvPr>
          <p:cNvSpPr txBox="1">
            <a:spLocks/>
          </p:cNvSpPr>
          <p:nvPr/>
        </p:nvSpPr>
        <p:spPr>
          <a:xfrm>
            <a:off x="720000" y="510282"/>
            <a:ext cx="5964579" cy="6795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400"/>
              <a:buFont typeface="Domine"/>
              <a:buNone/>
              <a:defRPr sz="3400" b="0" i="0" u="none" strike="noStrike" cap="none" spc="0">
                <a:solidFill>
                  <a:schemeClr val="dk1"/>
                </a:solidFill>
                <a:latin typeface="Domine"/>
                <a:ea typeface="Domine"/>
                <a:cs typeface="Domine"/>
                <a:sym typeface="Domine"/>
              </a:defRPr>
            </a:lvl1pPr>
            <a:lvl2pPr marR="0" lvl="1" algn="l" rtl="0">
              <a:lnSpc>
                <a:spcPct val="100000"/>
              </a:lnSpc>
              <a:spcBef>
                <a:spcPts val="0"/>
              </a:spcBef>
              <a:spcAft>
                <a:spcPts val="0"/>
              </a:spcAft>
              <a:buClr>
                <a:schemeClr val="dk1"/>
              </a:buClr>
              <a:buSzPts val="3400"/>
              <a:buFont typeface="Domine"/>
              <a:buNone/>
              <a:defRPr sz="3400" b="0" i="0" u="none" strike="noStrike" cap="none" spc="0">
                <a:solidFill>
                  <a:schemeClr val="dk1"/>
                </a:solidFill>
                <a:latin typeface="Domine"/>
                <a:ea typeface="Domine"/>
                <a:cs typeface="Domine"/>
                <a:sym typeface="Domine"/>
              </a:defRPr>
            </a:lvl2pPr>
            <a:lvl3pPr marR="0" lvl="2" algn="l" rtl="0">
              <a:lnSpc>
                <a:spcPct val="100000"/>
              </a:lnSpc>
              <a:spcBef>
                <a:spcPts val="0"/>
              </a:spcBef>
              <a:spcAft>
                <a:spcPts val="0"/>
              </a:spcAft>
              <a:buClr>
                <a:schemeClr val="dk1"/>
              </a:buClr>
              <a:buSzPts val="3400"/>
              <a:buFont typeface="Domine"/>
              <a:buNone/>
              <a:defRPr sz="3400" b="0" i="0" u="none" strike="noStrike" cap="none" spc="0">
                <a:solidFill>
                  <a:schemeClr val="dk1"/>
                </a:solidFill>
                <a:latin typeface="Domine"/>
                <a:ea typeface="Domine"/>
                <a:cs typeface="Domine"/>
                <a:sym typeface="Domine"/>
              </a:defRPr>
            </a:lvl3pPr>
            <a:lvl4pPr marR="0" lvl="3" algn="l" rtl="0">
              <a:lnSpc>
                <a:spcPct val="100000"/>
              </a:lnSpc>
              <a:spcBef>
                <a:spcPts val="0"/>
              </a:spcBef>
              <a:spcAft>
                <a:spcPts val="0"/>
              </a:spcAft>
              <a:buClr>
                <a:schemeClr val="dk1"/>
              </a:buClr>
              <a:buSzPts val="3400"/>
              <a:buFont typeface="Domine"/>
              <a:buNone/>
              <a:defRPr sz="3400" b="0" i="0" u="none" strike="noStrike" cap="none" spc="0">
                <a:solidFill>
                  <a:schemeClr val="dk1"/>
                </a:solidFill>
                <a:latin typeface="Domine"/>
                <a:ea typeface="Domine"/>
                <a:cs typeface="Domine"/>
                <a:sym typeface="Domine"/>
              </a:defRPr>
            </a:lvl4pPr>
            <a:lvl5pPr marR="0" lvl="4" algn="l" rtl="0">
              <a:lnSpc>
                <a:spcPct val="100000"/>
              </a:lnSpc>
              <a:spcBef>
                <a:spcPts val="0"/>
              </a:spcBef>
              <a:spcAft>
                <a:spcPts val="0"/>
              </a:spcAft>
              <a:buClr>
                <a:schemeClr val="dk1"/>
              </a:buClr>
              <a:buSzPts val="3400"/>
              <a:buFont typeface="Domine"/>
              <a:buNone/>
              <a:defRPr sz="3400" b="0" i="0" u="none" strike="noStrike" cap="none" spc="0">
                <a:solidFill>
                  <a:schemeClr val="dk1"/>
                </a:solidFill>
                <a:latin typeface="Domine"/>
                <a:ea typeface="Domine"/>
                <a:cs typeface="Domine"/>
                <a:sym typeface="Domine"/>
              </a:defRPr>
            </a:lvl5pPr>
            <a:lvl6pPr marR="0" lvl="5" algn="l" rtl="0">
              <a:lnSpc>
                <a:spcPct val="100000"/>
              </a:lnSpc>
              <a:spcBef>
                <a:spcPts val="0"/>
              </a:spcBef>
              <a:spcAft>
                <a:spcPts val="0"/>
              </a:spcAft>
              <a:buClr>
                <a:schemeClr val="dk1"/>
              </a:buClr>
              <a:buSzPts val="3400"/>
              <a:buFont typeface="Domine"/>
              <a:buNone/>
              <a:defRPr sz="3400" b="0" i="0" u="none" strike="noStrike" cap="none" spc="0">
                <a:solidFill>
                  <a:schemeClr val="dk1"/>
                </a:solidFill>
                <a:latin typeface="Domine"/>
                <a:ea typeface="Domine"/>
                <a:cs typeface="Domine"/>
                <a:sym typeface="Domine"/>
              </a:defRPr>
            </a:lvl6pPr>
            <a:lvl7pPr marR="0" lvl="6" algn="l" rtl="0">
              <a:lnSpc>
                <a:spcPct val="100000"/>
              </a:lnSpc>
              <a:spcBef>
                <a:spcPts val="0"/>
              </a:spcBef>
              <a:spcAft>
                <a:spcPts val="0"/>
              </a:spcAft>
              <a:buClr>
                <a:schemeClr val="dk1"/>
              </a:buClr>
              <a:buSzPts val="3400"/>
              <a:buFont typeface="Domine"/>
              <a:buNone/>
              <a:defRPr sz="3400" b="0" i="0" u="none" strike="noStrike" cap="none" spc="0">
                <a:solidFill>
                  <a:schemeClr val="dk1"/>
                </a:solidFill>
                <a:latin typeface="Domine"/>
                <a:ea typeface="Domine"/>
                <a:cs typeface="Domine"/>
                <a:sym typeface="Domine"/>
              </a:defRPr>
            </a:lvl7pPr>
            <a:lvl8pPr marR="0" lvl="7" algn="l" rtl="0">
              <a:lnSpc>
                <a:spcPct val="100000"/>
              </a:lnSpc>
              <a:spcBef>
                <a:spcPts val="0"/>
              </a:spcBef>
              <a:spcAft>
                <a:spcPts val="0"/>
              </a:spcAft>
              <a:buClr>
                <a:schemeClr val="dk1"/>
              </a:buClr>
              <a:buSzPts val="3400"/>
              <a:buFont typeface="Domine"/>
              <a:buNone/>
              <a:defRPr sz="3400" b="0" i="0" u="none" strike="noStrike" cap="none" spc="0">
                <a:solidFill>
                  <a:schemeClr val="dk1"/>
                </a:solidFill>
                <a:latin typeface="Domine"/>
                <a:ea typeface="Domine"/>
                <a:cs typeface="Domine"/>
                <a:sym typeface="Domine"/>
              </a:defRPr>
            </a:lvl8pPr>
            <a:lvl9pPr marR="0" lvl="8" algn="l" rtl="0">
              <a:lnSpc>
                <a:spcPct val="100000"/>
              </a:lnSpc>
              <a:spcBef>
                <a:spcPts val="0"/>
              </a:spcBef>
              <a:spcAft>
                <a:spcPts val="0"/>
              </a:spcAft>
              <a:buClr>
                <a:schemeClr val="dk1"/>
              </a:buClr>
              <a:buSzPts val="3400"/>
              <a:buFont typeface="Domine"/>
              <a:buNone/>
              <a:defRPr sz="3400" b="0" i="0" u="none" strike="noStrike" cap="none" spc="0">
                <a:solidFill>
                  <a:schemeClr val="dk1"/>
                </a:solidFill>
                <a:latin typeface="Domine"/>
                <a:ea typeface="Domine"/>
                <a:cs typeface="Domine"/>
                <a:sym typeface="Domine"/>
              </a:defRPr>
            </a:lvl9pPr>
          </a:lstStyle>
          <a:p>
            <a:pPr algn="l"/>
            <a:r>
              <a:rPr lang="en-GB" dirty="0"/>
              <a:t>Reproducibility via GitHub</a:t>
            </a:r>
          </a:p>
        </p:txBody>
      </p:sp>
      <p:pic>
        <p:nvPicPr>
          <p:cNvPr id="18" name="Picture 17">
            <a:extLst>
              <a:ext uri="{FF2B5EF4-FFF2-40B4-BE49-F238E27FC236}">
                <a16:creationId xmlns:a16="http://schemas.microsoft.com/office/drawing/2014/main" id="{DDB6DA82-969B-890C-9FEC-C608B38205E3}"/>
              </a:ext>
            </a:extLst>
          </p:cNvPr>
          <p:cNvPicPr>
            <a:picLocks noChangeAspect="1"/>
          </p:cNvPicPr>
          <p:nvPr/>
        </p:nvPicPr>
        <p:blipFill>
          <a:blip r:embed="rId3"/>
          <a:srcRect r="59543"/>
          <a:stretch>
            <a:fillRect/>
          </a:stretch>
        </p:blipFill>
        <p:spPr>
          <a:xfrm>
            <a:off x="6589987" y="88410"/>
            <a:ext cx="2520782" cy="4693411"/>
          </a:xfrm>
          <a:prstGeom prst="rect">
            <a:avLst/>
          </a:prstGeom>
        </p:spPr>
      </p:pic>
    </p:spTree>
    <p:extLst>
      <p:ext uri="{BB962C8B-B14F-4D97-AF65-F5344CB8AC3E}">
        <p14:creationId xmlns:p14="http://schemas.microsoft.com/office/powerpoint/2010/main" val="36891872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78">
          <a:extLst>
            <a:ext uri="{FF2B5EF4-FFF2-40B4-BE49-F238E27FC236}">
              <a16:creationId xmlns:a16="http://schemas.microsoft.com/office/drawing/2014/main" id="{4AE57131-6BC0-4688-54CC-56CCE855E553}"/>
            </a:ext>
          </a:extLst>
        </p:cNvPr>
        <p:cNvGrpSpPr/>
        <p:nvPr/>
      </p:nvGrpSpPr>
      <p:grpSpPr>
        <a:xfrm>
          <a:off x="0" y="0"/>
          <a:ext cx="0" cy="0"/>
          <a:chOff x="0" y="0"/>
          <a:chExt cx="0" cy="0"/>
        </a:xfrm>
      </p:grpSpPr>
      <p:sp>
        <p:nvSpPr>
          <p:cNvPr id="17" name="Google Shape;890;p49">
            <a:extLst>
              <a:ext uri="{FF2B5EF4-FFF2-40B4-BE49-F238E27FC236}">
                <a16:creationId xmlns:a16="http://schemas.microsoft.com/office/drawing/2014/main" id="{6FE5DFB3-8894-648C-7CA7-0F281C8194B4}"/>
              </a:ext>
            </a:extLst>
          </p:cNvPr>
          <p:cNvSpPr txBox="1">
            <a:spLocks/>
          </p:cNvSpPr>
          <p:nvPr/>
        </p:nvSpPr>
        <p:spPr>
          <a:xfrm>
            <a:off x="360000" y="410853"/>
            <a:ext cx="8784000" cy="6795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400"/>
              <a:buFont typeface="Domine"/>
              <a:buNone/>
              <a:defRPr sz="3400" b="0" i="0" u="none" strike="noStrike" cap="none" spc="0">
                <a:solidFill>
                  <a:schemeClr val="dk1"/>
                </a:solidFill>
                <a:latin typeface="Domine"/>
                <a:ea typeface="Domine"/>
                <a:cs typeface="Domine"/>
                <a:sym typeface="Domine"/>
              </a:defRPr>
            </a:lvl1pPr>
            <a:lvl2pPr marR="0" lvl="1" algn="l" rtl="0">
              <a:lnSpc>
                <a:spcPct val="100000"/>
              </a:lnSpc>
              <a:spcBef>
                <a:spcPts val="0"/>
              </a:spcBef>
              <a:spcAft>
                <a:spcPts val="0"/>
              </a:spcAft>
              <a:buClr>
                <a:schemeClr val="dk1"/>
              </a:buClr>
              <a:buSzPts val="3400"/>
              <a:buFont typeface="Domine"/>
              <a:buNone/>
              <a:defRPr sz="3400" b="0" i="0" u="none" strike="noStrike" cap="none" spc="0">
                <a:solidFill>
                  <a:schemeClr val="dk1"/>
                </a:solidFill>
                <a:latin typeface="Domine"/>
                <a:ea typeface="Domine"/>
                <a:cs typeface="Domine"/>
                <a:sym typeface="Domine"/>
              </a:defRPr>
            </a:lvl2pPr>
            <a:lvl3pPr marR="0" lvl="2" algn="l" rtl="0">
              <a:lnSpc>
                <a:spcPct val="100000"/>
              </a:lnSpc>
              <a:spcBef>
                <a:spcPts val="0"/>
              </a:spcBef>
              <a:spcAft>
                <a:spcPts val="0"/>
              </a:spcAft>
              <a:buClr>
                <a:schemeClr val="dk1"/>
              </a:buClr>
              <a:buSzPts val="3400"/>
              <a:buFont typeface="Domine"/>
              <a:buNone/>
              <a:defRPr sz="3400" b="0" i="0" u="none" strike="noStrike" cap="none" spc="0">
                <a:solidFill>
                  <a:schemeClr val="dk1"/>
                </a:solidFill>
                <a:latin typeface="Domine"/>
                <a:ea typeface="Domine"/>
                <a:cs typeface="Domine"/>
                <a:sym typeface="Domine"/>
              </a:defRPr>
            </a:lvl3pPr>
            <a:lvl4pPr marR="0" lvl="3" algn="l" rtl="0">
              <a:lnSpc>
                <a:spcPct val="100000"/>
              </a:lnSpc>
              <a:spcBef>
                <a:spcPts val="0"/>
              </a:spcBef>
              <a:spcAft>
                <a:spcPts val="0"/>
              </a:spcAft>
              <a:buClr>
                <a:schemeClr val="dk1"/>
              </a:buClr>
              <a:buSzPts val="3400"/>
              <a:buFont typeface="Domine"/>
              <a:buNone/>
              <a:defRPr sz="3400" b="0" i="0" u="none" strike="noStrike" cap="none" spc="0">
                <a:solidFill>
                  <a:schemeClr val="dk1"/>
                </a:solidFill>
                <a:latin typeface="Domine"/>
                <a:ea typeface="Domine"/>
                <a:cs typeface="Domine"/>
                <a:sym typeface="Domine"/>
              </a:defRPr>
            </a:lvl4pPr>
            <a:lvl5pPr marR="0" lvl="4" algn="l" rtl="0">
              <a:lnSpc>
                <a:spcPct val="100000"/>
              </a:lnSpc>
              <a:spcBef>
                <a:spcPts val="0"/>
              </a:spcBef>
              <a:spcAft>
                <a:spcPts val="0"/>
              </a:spcAft>
              <a:buClr>
                <a:schemeClr val="dk1"/>
              </a:buClr>
              <a:buSzPts val="3400"/>
              <a:buFont typeface="Domine"/>
              <a:buNone/>
              <a:defRPr sz="3400" b="0" i="0" u="none" strike="noStrike" cap="none" spc="0">
                <a:solidFill>
                  <a:schemeClr val="dk1"/>
                </a:solidFill>
                <a:latin typeface="Domine"/>
                <a:ea typeface="Domine"/>
                <a:cs typeface="Domine"/>
                <a:sym typeface="Domine"/>
              </a:defRPr>
            </a:lvl5pPr>
            <a:lvl6pPr marR="0" lvl="5" algn="l" rtl="0">
              <a:lnSpc>
                <a:spcPct val="100000"/>
              </a:lnSpc>
              <a:spcBef>
                <a:spcPts val="0"/>
              </a:spcBef>
              <a:spcAft>
                <a:spcPts val="0"/>
              </a:spcAft>
              <a:buClr>
                <a:schemeClr val="dk1"/>
              </a:buClr>
              <a:buSzPts val="3400"/>
              <a:buFont typeface="Domine"/>
              <a:buNone/>
              <a:defRPr sz="3400" b="0" i="0" u="none" strike="noStrike" cap="none" spc="0">
                <a:solidFill>
                  <a:schemeClr val="dk1"/>
                </a:solidFill>
                <a:latin typeface="Domine"/>
                <a:ea typeface="Domine"/>
                <a:cs typeface="Domine"/>
                <a:sym typeface="Domine"/>
              </a:defRPr>
            </a:lvl6pPr>
            <a:lvl7pPr marR="0" lvl="6" algn="l" rtl="0">
              <a:lnSpc>
                <a:spcPct val="100000"/>
              </a:lnSpc>
              <a:spcBef>
                <a:spcPts val="0"/>
              </a:spcBef>
              <a:spcAft>
                <a:spcPts val="0"/>
              </a:spcAft>
              <a:buClr>
                <a:schemeClr val="dk1"/>
              </a:buClr>
              <a:buSzPts val="3400"/>
              <a:buFont typeface="Domine"/>
              <a:buNone/>
              <a:defRPr sz="3400" b="0" i="0" u="none" strike="noStrike" cap="none" spc="0">
                <a:solidFill>
                  <a:schemeClr val="dk1"/>
                </a:solidFill>
                <a:latin typeface="Domine"/>
                <a:ea typeface="Domine"/>
                <a:cs typeface="Domine"/>
                <a:sym typeface="Domine"/>
              </a:defRPr>
            </a:lvl7pPr>
            <a:lvl8pPr marR="0" lvl="7" algn="l" rtl="0">
              <a:lnSpc>
                <a:spcPct val="100000"/>
              </a:lnSpc>
              <a:spcBef>
                <a:spcPts val="0"/>
              </a:spcBef>
              <a:spcAft>
                <a:spcPts val="0"/>
              </a:spcAft>
              <a:buClr>
                <a:schemeClr val="dk1"/>
              </a:buClr>
              <a:buSzPts val="3400"/>
              <a:buFont typeface="Domine"/>
              <a:buNone/>
              <a:defRPr sz="3400" b="0" i="0" u="none" strike="noStrike" cap="none" spc="0">
                <a:solidFill>
                  <a:schemeClr val="dk1"/>
                </a:solidFill>
                <a:latin typeface="Domine"/>
                <a:ea typeface="Domine"/>
                <a:cs typeface="Domine"/>
                <a:sym typeface="Domine"/>
              </a:defRPr>
            </a:lvl8pPr>
            <a:lvl9pPr marR="0" lvl="8" algn="l" rtl="0">
              <a:lnSpc>
                <a:spcPct val="100000"/>
              </a:lnSpc>
              <a:spcBef>
                <a:spcPts val="0"/>
              </a:spcBef>
              <a:spcAft>
                <a:spcPts val="0"/>
              </a:spcAft>
              <a:buClr>
                <a:schemeClr val="dk1"/>
              </a:buClr>
              <a:buSzPts val="3400"/>
              <a:buFont typeface="Domine"/>
              <a:buNone/>
              <a:defRPr sz="3400" b="0" i="0" u="none" strike="noStrike" cap="none" spc="0">
                <a:solidFill>
                  <a:schemeClr val="dk1"/>
                </a:solidFill>
                <a:latin typeface="Domine"/>
                <a:ea typeface="Domine"/>
                <a:cs typeface="Domine"/>
                <a:sym typeface="Domine"/>
              </a:defRPr>
            </a:lvl9pPr>
          </a:lstStyle>
          <a:p>
            <a:pPr algn="l"/>
            <a:r>
              <a:rPr lang="en-GB" dirty="0"/>
              <a:t>Collaboration via Google Drive &amp; Teams</a:t>
            </a:r>
          </a:p>
        </p:txBody>
      </p:sp>
      <p:pic>
        <p:nvPicPr>
          <p:cNvPr id="5" name="Picture 4">
            <a:extLst>
              <a:ext uri="{FF2B5EF4-FFF2-40B4-BE49-F238E27FC236}">
                <a16:creationId xmlns:a16="http://schemas.microsoft.com/office/drawing/2014/main" id="{C028FAA4-E3E9-9582-9453-F2D8A7656C84}"/>
              </a:ext>
            </a:extLst>
          </p:cNvPr>
          <p:cNvPicPr>
            <a:picLocks noChangeAspect="1"/>
          </p:cNvPicPr>
          <p:nvPr/>
        </p:nvPicPr>
        <p:blipFill>
          <a:blip r:embed="rId3"/>
          <a:stretch>
            <a:fillRect/>
          </a:stretch>
        </p:blipFill>
        <p:spPr>
          <a:xfrm>
            <a:off x="461237" y="1167889"/>
            <a:ext cx="5530874" cy="2016745"/>
          </a:xfrm>
          <a:prstGeom prst="rect">
            <a:avLst/>
          </a:prstGeom>
        </p:spPr>
      </p:pic>
    </p:spTree>
    <p:extLst>
      <p:ext uri="{BB962C8B-B14F-4D97-AF65-F5344CB8AC3E}">
        <p14:creationId xmlns:p14="http://schemas.microsoft.com/office/powerpoint/2010/main" val="16090360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85">
          <a:extLst>
            <a:ext uri="{FF2B5EF4-FFF2-40B4-BE49-F238E27FC236}">
              <a16:creationId xmlns:a16="http://schemas.microsoft.com/office/drawing/2014/main" id="{7A865C6A-0BC9-2E28-A867-458B697EDC29}"/>
            </a:ext>
          </a:extLst>
        </p:cNvPr>
        <p:cNvGrpSpPr/>
        <p:nvPr/>
      </p:nvGrpSpPr>
      <p:grpSpPr>
        <a:xfrm>
          <a:off x="0" y="0"/>
          <a:ext cx="0" cy="0"/>
          <a:chOff x="0" y="0"/>
          <a:chExt cx="0" cy="0"/>
        </a:xfrm>
      </p:grpSpPr>
      <p:sp>
        <p:nvSpPr>
          <p:cNvPr id="487" name="Google Shape;487;p39">
            <a:extLst>
              <a:ext uri="{FF2B5EF4-FFF2-40B4-BE49-F238E27FC236}">
                <a16:creationId xmlns:a16="http://schemas.microsoft.com/office/drawing/2014/main" id="{A7376116-A4DD-2F67-B22B-984F618AC74E}"/>
              </a:ext>
            </a:extLst>
          </p:cNvPr>
          <p:cNvSpPr txBox="1">
            <a:spLocks noGrp="1"/>
          </p:cNvSpPr>
          <p:nvPr>
            <p:ph type="title"/>
          </p:nvPr>
        </p:nvSpPr>
        <p:spPr>
          <a:xfrm>
            <a:off x="2123955" y="2389600"/>
            <a:ext cx="4890188" cy="877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Key findings</a:t>
            </a:r>
            <a:endParaRPr dirty="0"/>
          </a:p>
        </p:txBody>
      </p:sp>
      <p:sp>
        <p:nvSpPr>
          <p:cNvPr id="488" name="Google Shape;488;p39">
            <a:extLst>
              <a:ext uri="{FF2B5EF4-FFF2-40B4-BE49-F238E27FC236}">
                <a16:creationId xmlns:a16="http://schemas.microsoft.com/office/drawing/2014/main" id="{1893D2B8-D3FC-6807-4B1B-B99AD5C92525}"/>
              </a:ext>
            </a:extLst>
          </p:cNvPr>
          <p:cNvSpPr txBox="1">
            <a:spLocks noGrp="1"/>
          </p:cNvSpPr>
          <p:nvPr>
            <p:ph type="title" idx="2"/>
          </p:nvPr>
        </p:nvSpPr>
        <p:spPr>
          <a:xfrm>
            <a:off x="4043550" y="1263975"/>
            <a:ext cx="1056900" cy="1061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03</a:t>
            </a:r>
            <a:endParaRPr dirty="0"/>
          </a:p>
        </p:txBody>
      </p:sp>
      <p:sp>
        <p:nvSpPr>
          <p:cNvPr id="489" name="Google Shape;489;p39">
            <a:extLst>
              <a:ext uri="{FF2B5EF4-FFF2-40B4-BE49-F238E27FC236}">
                <a16:creationId xmlns:a16="http://schemas.microsoft.com/office/drawing/2014/main" id="{4777C1A5-8EB4-BBCE-90B8-C412284403BE}"/>
              </a:ext>
            </a:extLst>
          </p:cNvPr>
          <p:cNvSpPr txBox="1">
            <a:spLocks noGrp="1"/>
          </p:cNvSpPr>
          <p:nvPr>
            <p:ph type="subTitle" idx="1"/>
          </p:nvPr>
        </p:nvSpPr>
        <p:spPr>
          <a:xfrm>
            <a:off x="3005694" y="3574748"/>
            <a:ext cx="3395105" cy="713400"/>
          </a:xfrm>
          <a:prstGeom prst="rect">
            <a:avLst/>
          </a:prstGeom>
        </p:spPr>
        <p:txBody>
          <a:bodyPr spcFirstLastPara="1" wrap="square" lIns="91425" tIns="91425" rIns="91425" bIns="91425" anchor="t" anchorCtr="0">
            <a:noAutofit/>
          </a:bodyPr>
          <a:lstStyle/>
          <a:p>
            <a:pPr marL="0" indent="0"/>
            <a:r>
              <a:rPr lang="en-GB" dirty="0"/>
              <a:t>A breakdown of key results across the four suicide outcomes</a:t>
            </a:r>
          </a:p>
        </p:txBody>
      </p:sp>
      <p:grpSp>
        <p:nvGrpSpPr>
          <p:cNvPr id="490" name="Google Shape;490;p39">
            <a:extLst>
              <a:ext uri="{FF2B5EF4-FFF2-40B4-BE49-F238E27FC236}">
                <a16:creationId xmlns:a16="http://schemas.microsoft.com/office/drawing/2014/main" id="{90B765F1-5509-EAEC-B015-B0AE5CB4846D}"/>
              </a:ext>
            </a:extLst>
          </p:cNvPr>
          <p:cNvGrpSpPr/>
          <p:nvPr/>
        </p:nvGrpSpPr>
        <p:grpSpPr>
          <a:xfrm>
            <a:off x="6315245" y="1351843"/>
            <a:ext cx="383377" cy="247104"/>
            <a:chOff x="1087650" y="1031275"/>
            <a:chExt cx="298000" cy="192075"/>
          </a:xfrm>
        </p:grpSpPr>
        <p:sp>
          <p:nvSpPr>
            <p:cNvPr id="491" name="Google Shape;491;p39">
              <a:extLst>
                <a:ext uri="{FF2B5EF4-FFF2-40B4-BE49-F238E27FC236}">
                  <a16:creationId xmlns:a16="http://schemas.microsoft.com/office/drawing/2014/main" id="{56F49D52-2CE3-47CA-38C5-2BCFBCB02430}"/>
                </a:ext>
              </a:extLst>
            </p:cNvPr>
            <p:cNvSpPr/>
            <p:nvPr/>
          </p:nvSpPr>
          <p:spPr>
            <a:xfrm>
              <a:off x="1094350" y="1037650"/>
              <a:ext cx="284275" cy="179975"/>
            </a:xfrm>
            <a:custGeom>
              <a:avLst/>
              <a:gdLst/>
              <a:ahLst/>
              <a:cxnLst/>
              <a:rect l="l" t="t" r="r" b="b"/>
              <a:pathLst>
                <a:path w="11371" h="7199" extrusionOk="0">
                  <a:moveTo>
                    <a:pt x="5615" y="0"/>
                  </a:moveTo>
                  <a:cubicBezTo>
                    <a:pt x="4518" y="0"/>
                    <a:pt x="3574" y="664"/>
                    <a:pt x="2885" y="1902"/>
                  </a:cubicBezTo>
                  <a:cubicBezTo>
                    <a:pt x="2655" y="2297"/>
                    <a:pt x="2476" y="2603"/>
                    <a:pt x="2106" y="2795"/>
                  </a:cubicBezTo>
                  <a:cubicBezTo>
                    <a:pt x="1979" y="2871"/>
                    <a:pt x="1838" y="2935"/>
                    <a:pt x="1698" y="2999"/>
                  </a:cubicBezTo>
                  <a:cubicBezTo>
                    <a:pt x="1404" y="3114"/>
                    <a:pt x="1124" y="3267"/>
                    <a:pt x="868" y="3458"/>
                  </a:cubicBezTo>
                  <a:cubicBezTo>
                    <a:pt x="256" y="3918"/>
                    <a:pt x="1" y="4734"/>
                    <a:pt x="230" y="5475"/>
                  </a:cubicBezTo>
                  <a:cubicBezTo>
                    <a:pt x="447" y="6074"/>
                    <a:pt x="983" y="6495"/>
                    <a:pt x="1621" y="6559"/>
                  </a:cubicBezTo>
                  <a:lnTo>
                    <a:pt x="1749" y="6559"/>
                  </a:lnTo>
                  <a:cubicBezTo>
                    <a:pt x="2017" y="6546"/>
                    <a:pt x="2272" y="6508"/>
                    <a:pt x="2527" y="6432"/>
                  </a:cubicBezTo>
                  <a:cubicBezTo>
                    <a:pt x="2731" y="6381"/>
                    <a:pt x="2948" y="6342"/>
                    <a:pt x="3178" y="6330"/>
                  </a:cubicBezTo>
                  <a:cubicBezTo>
                    <a:pt x="3255" y="6330"/>
                    <a:pt x="3344" y="6342"/>
                    <a:pt x="3421" y="6355"/>
                  </a:cubicBezTo>
                  <a:cubicBezTo>
                    <a:pt x="3625" y="6432"/>
                    <a:pt x="3803" y="6521"/>
                    <a:pt x="3969" y="6649"/>
                  </a:cubicBezTo>
                  <a:cubicBezTo>
                    <a:pt x="4059" y="6712"/>
                    <a:pt x="4148" y="6763"/>
                    <a:pt x="4224" y="6814"/>
                  </a:cubicBezTo>
                  <a:cubicBezTo>
                    <a:pt x="4652" y="7059"/>
                    <a:pt x="5127" y="7198"/>
                    <a:pt x="5615" y="7198"/>
                  </a:cubicBezTo>
                  <a:cubicBezTo>
                    <a:pt x="5636" y="7198"/>
                    <a:pt x="5658" y="7198"/>
                    <a:pt x="5679" y="7197"/>
                  </a:cubicBezTo>
                  <a:cubicBezTo>
                    <a:pt x="5704" y="7198"/>
                    <a:pt x="5729" y="7198"/>
                    <a:pt x="5754" y="7198"/>
                  </a:cubicBezTo>
                  <a:cubicBezTo>
                    <a:pt x="6174" y="7198"/>
                    <a:pt x="6582" y="7097"/>
                    <a:pt x="6955" y="6917"/>
                  </a:cubicBezTo>
                  <a:cubicBezTo>
                    <a:pt x="7032" y="6878"/>
                    <a:pt x="7096" y="6840"/>
                    <a:pt x="7159" y="6802"/>
                  </a:cubicBezTo>
                  <a:cubicBezTo>
                    <a:pt x="7274" y="6738"/>
                    <a:pt x="7389" y="6674"/>
                    <a:pt x="7504" y="6636"/>
                  </a:cubicBezTo>
                  <a:cubicBezTo>
                    <a:pt x="7642" y="6583"/>
                    <a:pt x="7789" y="6556"/>
                    <a:pt x="7938" y="6556"/>
                  </a:cubicBezTo>
                  <a:cubicBezTo>
                    <a:pt x="7968" y="6556"/>
                    <a:pt x="7997" y="6557"/>
                    <a:pt x="8027" y="6559"/>
                  </a:cubicBezTo>
                  <a:cubicBezTo>
                    <a:pt x="8180" y="6559"/>
                    <a:pt x="8346" y="6572"/>
                    <a:pt x="8525" y="6585"/>
                  </a:cubicBezTo>
                  <a:cubicBezTo>
                    <a:pt x="8703" y="6598"/>
                    <a:pt x="8895" y="6623"/>
                    <a:pt x="9074" y="6623"/>
                  </a:cubicBezTo>
                  <a:cubicBezTo>
                    <a:pt x="9176" y="6623"/>
                    <a:pt x="9278" y="6610"/>
                    <a:pt x="9367" y="6598"/>
                  </a:cubicBezTo>
                  <a:cubicBezTo>
                    <a:pt x="10324" y="6495"/>
                    <a:pt x="11090" y="5755"/>
                    <a:pt x="11230" y="4798"/>
                  </a:cubicBezTo>
                  <a:cubicBezTo>
                    <a:pt x="11370" y="3841"/>
                    <a:pt x="10847" y="2910"/>
                    <a:pt x="9967" y="2527"/>
                  </a:cubicBezTo>
                  <a:cubicBezTo>
                    <a:pt x="9737" y="2438"/>
                    <a:pt x="9507" y="2361"/>
                    <a:pt x="9265" y="2323"/>
                  </a:cubicBezTo>
                  <a:cubicBezTo>
                    <a:pt x="8984" y="2272"/>
                    <a:pt x="8703" y="2170"/>
                    <a:pt x="8448" y="2029"/>
                  </a:cubicBezTo>
                  <a:cubicBezTo>
                    <a:pt x="8193" y="1825"/>
                    <a:pt x="7976" y="1583"/>
                    <a:pt x="7810" y="1289"/>
                  </a:cubicBezTo>
                  <a:cubicBezTo>
                    <a:pt x="7644" y="1021"/>
                    <a:pt x="7453" y="779"/>
                    <a:pt x="7223" y="562"/>
                  </a:cubicBezTo>
                  <a:cubicBezTo>
                    <a:pt x="6891" y="281"/>
                    <a:pt x="6483" y="102"/>
                    <a:pt x="6049" y="39"/>
                  </a:cubicBezTo>
                  <a:cubicBezTo>
                    <a:pt x="5909" y="13"/>
                    <a:pt x="5756" y="0"/>
                    <a:pt x="561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39">
              <a:extLst>
                <a:ext uri="{FF2B5EF4-FFF2-40B4-BE49-F238E27FC236}">
                  <a16:creationId xmlns:a16="http://schemas.microsoft.com/office/drawing/2014/main" id="{35C751DD-39BD-0BA1-1ACB-2DC43F1B803E}"/>
                </a:ext>
              </a:extLst>
            </p:cNvPr>
            <p:cNvSpPr/>
            <p:nvPr/>
          </p:nvSpPr>
          <p:spPr>
            <a:xfrm>
              <a:off x="1087650" y="1031275"/>
              <a:ext cx="298000" cy="192075"/>
            </a:xfrm>
            <a:custGeom>
              <a:avLst/>
              <a:gdLst/>
              <a:ahLst/>
              <a:cxnLst/>
              <a:rect l="l" t="t" r="r" b="b"/>
              <a:pathLst>
                <a:path w="11920" h="7683" extrusionOk="0">
                  <a:moveTo>
                    <a:pt x="5883" y="485"/>
                  </a:moveTo>
                  <a:lnTo>
                    <a:pt x="5883" y="498"/>
                  </a:lnTo>
                  <a:cubicBezTo>
                    <a:pt x="5921" y="494"/>
                    <a:pt x="5958" y="493"/>
                    <a:pt x="5994" y="493"/>
                  </a:cubicBezTo>
                  <a:cubicBezTo>
                    <a:pt x="6093" y="493"/>
                    <a:pt x="6189" y="505"/>
                    <a:pt x="6292" y="523"/>
                  </a:cubicBezTo>
                  <a:cubicBezTo>
                    <a:pt x="6675" y="574"/>
                    <a:pt x="7045" y="740"/>
                    <a:pt x="7338" y="995"/>
                  </a:cubicBezTo>
                  <a:cubicBezTo>
                    <a:pt x="7823" y="1416"/>
                    <a:pt x="8040" y="2118"/>
                    <a:pt x="8576" y="2476"/>
                  </a:cubicBezTo>
                  <a:cubicBezTo>
                    <a:pt x="9035" y="2782"/>
                    <a:pt x="9635" y="2782"/>
                    <a:pt x="10133" y="2986"/>
                  </a:cubicBezTo>
                  <a:cubicBezTo>
                    <a:pt x="11919" y="3752"/>
                    <a:pt x="11536" y="6393"/>
                    <a:pt x="9609" y="6610"/>
                  </a:cubicBezTo>
                  <a:cubicBezTo>
                    <a:pt x="9520" y="6623"/>
                    <a:pt x="9431" y="6623"/>
                    <a:pt x="9342" y="6623"/>
                  </a:cubicBezTo>
                  <a:cubicBezTo>
                    <a:pt x="8984" y="6623"/>
                    <a:pt x="8627" y="6559"/>
                    <a:pt x="8282" y="6559"/>
                  </a:cubicBezTo>
                  <a:cubicBezTo>
                    <a:pt x="8078" y="6559"/>
                    <a:pt x="7887" y="6585"/>
                    <a:pt x="7695" y="6648"/>
                  </a:cubicBezTo>
                  <a:cubicBezTo>
                    <a:pt x="7491" y="6738"/>
                    <a:pt x="7300" y="6840"/>
                    <a:pt x="7108" y="6942"/>
                  </a:cubicBezTo>
                  <a:cubicBezTo>
                    <a:pt x="6740" y="7126"/>
                    <a:pt x="6342" y="7216"/>
                    <a:pt x="5943" y="7216"/>
                  </a:cubicBezTo>
                  <a:cubicBezTo>
                    <a:pt x="5486" y="7216"/>
                    <a:pt x="5029" y="7097"/>
                    <a:pt x="4620" y="6865"/>
                  </a:cubicBezTo>
                  <a:cubicBezTo>
                    <a:pt x="4327" y="6687"/>
                    <a:pt x="4071" y="6470"/>
                    <a:pt x="3752" y="6380"/>
                  </a:cubicBezTo>
                  <a:cubicBezTo>
                    <a:pt x="3650" y="6355"/>
                    <a:pt x="3548" y="6342"/>
                    <a:pt x="3446" y="6342"/>
                  </a:cubicBezTo>
                  <a:cubicBezTo>
                    <a:pt x="2974" y="6342"/>
                    <a:pt x="2502" y="6572"/>
                    <a:pt x="2017" y="6572"/>
                  </a:cubicBezTo>
                  <a:lnTo>
                    <a:pt x="1902" y="6572"/>
                  </a:lnTo>
                  <a:cubicBezTo>
                    <a:pt x="1366" y="6508"/>
                    <a:pt x="907" y="6151"/>
                    <a:pt x="728" y="5640"/>
                  </a:cubicBezTo>
                  <a:cubicBezTo>
                    <a:pt x="524" y="5002"/>
                    <a:pt x="741" y="4288"/>
                    <a:pt x="1290" y="3892"/>
                  </a:cubicBezTo>
                  <a:cubicBezTo>
                    <a:pt x="1660" y="3599"/>
                    <a:pt x="2093" y="3471"/>
                    <a:pt x="2489" y="3254"/>
                  </a:cubicBezTo>
                  <a:cubicBezTo>
                    <a:pt x="2897" y="3024"/>
                    <a:pt x="3127" y="2667"/>
                    <a:pt x="3357" y="2259"/>
                  </a:cubicBezTo>
                  <a:cubicBezTo>
                    <a:pt x="3918" y="1263"/>
                    <a:pt x="4748" y="485"/>
                    <a:pt x="5883" y="485"/>
                  </a:cubicBezTo>
                  <a:close/>
                  <a:moveTo>
                    <a:pt x="5896" y="0"/>
                  </a:moveTo>
                  <a:lnTo>
                    <a:pt x="5883" y="13"/>
                  </a:lnTo>
                  <a:cubicBezTo>
                    <a:pt x="4697" y="13"/>
                    <a:pt x="3676" y="702"/>
                    <a:pt x="2948" y="2029"/>
                  </a:cubicBezTo>
                  <a:cubicBezTo>
                    <a:pt x="2731" y="2399"/>
                    <a:pt x="2566" y="2667"/>
                    <a:pt x="2272" y="2833"/>
                  </a:cubicBezTo>
                  <a:cubicBezTo>
                    <a:pt x="2144" y="2897"/>
                    <a:pt x="2004" y="2960"/>
                    <a:pt x="1864" y="3024"/>
                  </a:cubicBezTo>
                  <a:cubicBezTo>
                    <a:pt x="1558" y="3139"/>
                    <a:pt x="1264" y="3305"/>
                    <a:pt x="996" y="3509"/>
                  </a:cubicBezTo>
                  <a:cubicBezTo>
                    <a:pt x="294" y="4032"/>
                    <a:pt x="1" y="4951"/>
                    <a:pt x="269" y="5793"/>
                  </a:cubicBezTo>
                  <a:cubicBezTo>
                    <a:pt x="524" y="6482"/>
                    <a:pt x="1136" y="6967"/>
                    <a:pt x="1864" y="7031"/>
                  </a:cubicBezTo>
                  <a:lnTo>
                    <a:pt x="2030" y="7031"/>
                  </a:lnTo>
                  <a:cubicBezTo>
                    <a:pt x="2310" y="7031"/>
                    <a:pt x="2591" y="6980"/>
                    <a:pt x="2859" y="6916"/>
                  </a:cubicBezTo>
                  <a:cubicBezTo>
                    <a:pt x="3051" y="6853"/>
                    <a:pt x="3255" y="6827"/>
                    <a:pt x="3446" y="6814"/>
                  </a:cubicBezTo>
                  <a:cubicBezTo>
                    <a:pt x="3510" y="6814"/>
                    <a:pt x="3574" y="6814"/>
                    <a:pt x="3637" y="6840"/>
                  </a:cubicBezTo>
                  <a:cubicBezTo>
                    <a:pt x="3816" y="6891"/>
                    <a:pt x="3969" y="6980"/>
                    <a:pt x="4122" y="7095"/>
                  </a:cubicBezTo>
                  <a:cubicBezTo>
                    <a:pt x="4199" y="7146"/>
                    <a:pt x="4288" y="7210"/>
                    <a:pt x="4378" y="7261"/>
                  </a:cubicBezTo>
                  <a:cubicBezTo>
                    <a:pt x="4863" y="7541"/>
                    <a:pt x="5407" y="7682"/>
                    <a:pt x="5953" y="7682"/>
                  </a:cubicBezTo>
                  <a:cubicBezTo>
                    <a:pt x="6425" y="7682"/>
                    <a:pt x="6900" y="7576"/>
                    <a:pt x="7338" y="7363"/>
                  </a:cubicBezTo>
                  <a:cubicBezTo>
                    <a:pt x="7415" y="7325"/>
                    <a:pt x="7478" y="7286"/>
                    <a:pt x="7542" y="7248"/>
                  </a:cubicBezTo>
                  <a:cubicBezTo>
                    <a:pt x="7644" y="7184"/>
                    <a:pt x="7759" y="7133"/>
                    <a:pt x="7861" y="7095"/>
                  </a:cubicBezTo>
                  <a:cubicBezTo>
                    <a:pt x="7978" y="7053"/>
                    <a:pt x="8103" y="7028"/>
                    <a:pt x="8222" y="7028"/>
                  </a:cubicBezTo>
                  <a:cubicBezTo>
                    <a:pt x="8247" y="7028"/>
                    <a:pt x="8271" y="7029"/>
                    <a:pt x="8295" y="7031"/>
                  </a:cubicBezTo>
                  <a:cubicBezTo>
                    <a:pt x="8448" y="7031"/>
                    <a:pt x="8614" y="7044"/>
                    <a:pt x="8780" y="7057"/>
                  </a:cubicBezTo>
                  <a:cubicBezTo>
                    <a:pt x="8946" y="7069"/>
                    <a:pt x="9150" y="7095"/>
                    <a:pt x="9354" y="7095"/>
                  </a:cubicBezTo>
                  <a:cubicBezTo>
                    <a:pt x="9456" y="7095"/>
                    <a:pt x="9571" y="7082"/>
                    <a:pt x="9673" y="7069"/>
                  </a:cubicBezTo>
                  <a:cubicBezTo>
                    <a:pt x="10745" y="6955"/>
                    <a:pt x="11587" y="6125"/>
                    <a:pt x="11741" y="5066"/>
                  </a:cubicBezTo>
                  <a:cubicBezTo>
                    <a:pt x="11906" y="3994"/>
                    <a:pt x="11319" y="2960"/>
                    <a:pt x="10337" y="2539"/>
                  </a:cubicBezTo>
                  <a:cubicBezTo>
                    <a:pt x="10094" y="2437"/>
                    <a:pt x="9852" y="2374"/>
                    <a:pt x="9597" y="2322"/>
                  </a:cubicBezTo>
                  <a:cubicBezTo>
                    <a:pt x="9342" y="2271"/>
                    <a:pt x="9086" y="2195"/>
                    <a:pt x="8857" y="2067"/>
                  </a:cubicBezTo>
                  <a:cubicBezTo>
                    <a:pt x="8627" y="1876"/>
                    <a:pt x="8436" y="1646"/>
                    <a:pt x="8295" y="1391"/>
                  </a:cubicBezTo>
                  <a:cubicBezTo>
                    <a:pt x="8116" y="1110"/>
                    <a:pt x="7912" y="842"/>
                    <a:pt x="7670" y="613"/>
                  </a:cubicBezTo>
                  <a:cubicBezTo>
                    <a:pt x="7300" y="306"/>
                    <a:pt x="6853" y="102"/>
                    <a:pt x="6368" y="38"/>
                  </a:cubicBezTo>
                  <a:cubicBezTo>
                    <a:pt x="6215" y="13"/>
                    <a:pt x="6049" y="0"/>
                    <a:pt x="58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93" name="Google Shape;493;p39">
            <a:extLst>
              <a:ext uri="{FF2B5EF4-FFF2-40B4-BE49-F238E27FC236}">
                <a16:creationId xmlns:a16="http://schemas.microsoft.com/office/drawing/2014/main" id="{1D15311A-6212-E845-1EF8-5268AA02CEBE}"/>
              </a:ext>
            </a:extLst>
          </p:cNvPr>
          <p:cNvSpPr/>
          <p:nvPr/>
        </p:nvSpPr>
        <p:spPr>
          <a:xfrm>
            <a:off x="7577906" y="1061448"/>
            <a:ext cx="485272" cy="326060"/>
          </a:xfrm>
          <a:custGeom>
            <a:avLst/>
            <a:gdLst/>
            <a:ahLst/>
            <a:cxnLst/>
            <a:rect l="l" t="t" r="r" b="b"/>
            <a:pathLst>
              <a:path w="15441" h="10375" extrusionOk="0">
                <a:moveTo>
                  <a:pt x="8416" y="485"/>
                </a:moveTo>
                <a:lnTo>
                  <a:pt x="8416" y="485"/>
                </a:lnTo>
                <a:cubicBezTo>
                  <a:pt x="9128" y="487"/>
                  <a:pt x="9827" y="844"/>
                  <a:pt x="10145" y="1468"/>
                </a:cubicBezTo>
                <a:cubicBezTo>
                  <a:pt x="10209" y="1608"/>
                  <a:pt x="10272" y="1735"/>
                  <a:pt x="10349" y="1863"/>
                </a:cubicBezTo>
                <a:cubicBezTo>
                  <a:pt x="10732" y="2399"/>
                  <a:pt x="11561" y="2259"/>
                  <a:pt x="12161" y="2501"/>
                </a:cubicBezTo>
                <a:cubicBezTo>
                  <a:pt x="12773" y="2756"/>
                  <a:pt x="13118" y="3407"/>
                  <a:pt x="13246" y="4058"/>
                </a:cubicBezTo>
                <a:cubicBezTo>
                  <a:pt x="13271" y="4326"/>
                  <a:pt x="13322" y="4581"/>
                  <a:pt x="13386" y="4849"/>
                </a:cubicBezTo>
                <a:cubicBezTo>
                  <a:pt x="13654" y="5717"/>
                  <a:pt x="14586" y="6304"/>
                  <a:pt x="14739" y="7197"/>
                </a:cubicBezTo>
                <a:cubicBezTo>
                  <a:pt x="14892" y="8001"/>
                  <a:pt x="14611" y="8843"/>
                  <a:pt x="13731" y="9277"/>
                </a:cubicBezTo>
                <a:cubicBezTo>
                  <a:pt x="13003" y="9647"/>
                  <a:pt x="12072" y="9736"/>
                  <a:pt x="11255" y="9787"/>
                </a:cubicBezTo>
                <a:cubicBezTo>
                  <a:pt x="10285" y="9864"/>
                  <a:pt x="9443" y="9877"/>
                  <a:pt x="8460" y="9877"/>
                </a:cubicBezTo>
                <a:lnTo>
                  <a:pt x="8422" y="9877"/>
                </a:lnTo>
                <a:cubicBezTo>
                  <a:pt x="8097" y="9881"/>
                  <a:pt x="7773" y="9882"/>
                  <a:pt x="7449" y="9882"/>
                </a:cubicBezTo>
                <a:cubicBezTo>
                  <a:pt x="6668" y="9882"/>
                  <a:pt x="5889" y="9873"/>
                  <a:pt x="5104" y="9864"/>
                </a:cubicBezTo>
                <a:cubicBezTo>
                  <a:pt x="4959" y="9868"/>
                  <a:pt x="4814" y="9870"/>
                  <a:pt x="4669" y="9870"/>
                </a:cubicBezTo>
                <a:cubicBezTo>
                  <a:pt x="3822" y="9870"/>
                  <a:pt x="2983" y="9807"/>
                  <a:pt x="2144" y="9698"/>
                </a:cubicBezTo>
                <a:cubicBezTo>
                  <a:pt x="1761" y="9660"/>
                  <a:pt x="1404" y="9545"/>
                  <a:pt x="1072" y="9366"/>
                </a:cubicBezTo>
                <a:cubicBezTo>
                  <a:pt x="740" y="9175"/>
                  <a:pt x="523" y="8843"/>
                  <a:pt x="498" y="8460"/>
                </a:cubicBezTo>
                <a:cubicBezTo>
                  <a:pt x="498" y="8001"/>
                  <a:pt x="932" y="7618"/>
                  <a:pt x="1289" y="7337"/>
                </a:cubicBezTo>
                <a:cubicBezTo>
                  <a:pt x="1557" y="7133"/>
                  <a:pt x="1850" y="6929"/>
                  <a:pt x="2042" y="6636"/>
                </a:cubicBezTo>
                <a:cubicBezTo>
                  <a:pt x="2374" y="6151"/>
                  <a:pt x="2348" y="5474"/>
                  <a:pt x="2731" y="5015"/>
                </a:cubicBezTo>
                <a:cubicBezTo>
                  <a:pt x="3165" y="4492"/>
                  <a:pt x="3943" y="4454"/>
                  <a:pt x="4568" y="4186"/>
                </a:cubicBezTo>
                <a:cubicBezTo>
                  <a:pt x="4964" y="3994"/>
                  <a:pt x="5296" y="3713"/>
                  <a:pt x="5538" y="3343"/>
                </a:cubicBezTo>
                <a:cubicBezTo>
                  <a:pt x="5806" y="2935"/>
                  <a:pt x="5947" y="2463"/>
                  <a:pt x="6163" y="2029"/>
                </a:cubicBezTo>
                <a:cubicBezTo>
                  <a:pt x="6546" y="1289"/>
                  <a:pt x="7223" y="676"/>
                  <a:pt x="8039" y="523"/>
                </a:cubicBezTo>
                <a:cubicBezTo>
                  <a:pt x="8165" y="498"/>
                  <a:pt x="8290" y="485"/>
                  <a:pt x="8416" y="485"/>
                </a:cubicBezTo>
                <a:close/>
                <a:moveTo>
                  <a:pt x="8409" y="0"/>
                </a:moveTo>
                <a:lnTo>
                  <a:pt x="8422" y="13"/>
                </a:lnTo>
                <a:cubicBezTo>
                  <a:pt x="8392" y="10"/>
                  <a:pt x="8362" y="9"/>
                  <a:pt x="8332" y="9"/>
                </a:cubicBezTo>
                <a:cubicBezTo>
                  <a:pt x="8200" y="9"/>
                  <a:pt x="8073" y="30"/>
                  <a:pt x="7937" y="51"/>
                </a:cubicBezTo>
                <a:cubicBezTo>
                  <a:pt x="7031" y="230"/>
                  <a:pt x="6202" y="881"/>
                  <a:pt x="5730" y="1812"/>
                </a:cubicBezTo>
                <a:cubicBezTo>
                  <a:pt x="5628" y="1991"/>
                  <a:pt x="5551" y="2195"/>
                  <a:pt x="5474" y="2374"/>
                </a:cubicBezTo>
                <a:cubicBezTo>
                  <a:pt x="5385" y="2616"/>
                  <a:pt x="5270" y="2858"/>
                  <a:pt x="5130" y="3088"/>
                </a:cubicBezTo>
                <a:cubicBezTo>
                  <a:pt x="4938" y="3369"/>
                  <a:pt x="4670" y="3599"/>
                  <a:pt x="4351" y="3739"/>
                </a:cubicBezTo>
                <a:cubicBezTo>
                  <a:pt x="4160" y="3828"/>
                  <a:pt x="3969" y="3892"/>
                  <a:pt x="3764" y="3943"/>
                </a:cubicBezTo>
                <a:cubicBezTo>
                  <a:pt x="3292" y="4083"/>
                  <a:pt x="2744" y="4249"/>
                  <a:pt x="2361" y="4709"/>
                </a:cubicBezTo>
                <a:cubicBezTo>
                  <a:pt x="2131" y="5015"/>
                  <a:pt x="1965" y="5372"/>
                  <a:pt x="1876" y="5742"/>
                </a:cubicBezTo>
                <a:cubicBezTo>
                  <a:pt x="1825" y="5959"/>
                  <a:pt x="1748" y="6176"/>
                  <a:pt x="1633" y="6380"/>
                </a:cubicBezTo>
                <a:cubicBezTo>
                  <a:pt x="1493" y="6559"/>
                  <a:pt x="1314" y="6725"/>
                  <a:pt x="1123" y="6853"/>
                </a:cubicBezTo>
                <a:cubicBezTo>
                  <a:pt x="1072" y="6891"/>
                  <a:pt x="1021" y="6929"/>
                  <a:pt x="970" y="6980"/>
                </a:cubicBezTo>
                <a:cubicBezTo>
                  <a:pt x="651" y="7223"/>
                  <a:pt x="0" y="7746"/>
                  <a:pt x="13" y="8473"/>
                </a:cubicBezTo>
                <a:cubicBezTo>
                  <a:pt x="38" y="9022"/>
                  <a:pt x="345" y="9507"/>
                  <a:pt x="817" y="9787"/>
                </a:cubicBezTo>
                <a:cubicBezTo>
                  <a:pt x="1200" y="10004"/>
                  <a:pt x="1621" y="10145"/>
                  <a:pt x="2055" y="10183"/>
                </a:cubicBezTo>
                <a:cubicBezTo>
                  <a:pt x="2964" y="10310"/>
                  <a:pt x="3883" y="10364"/>
                  <a:pt x="4804" y="10364"/>
                </a:cubicBezTo>
                <a:cubicBezTo>
                  <a:pt x="4904" y="10364"/>
                  <a:pt x="5004" y="10363"/>
                  <a:pt x="5104" y="10362"/>
                </a:cubicBezTo>
                <a:cubicBezTo>
                  <a:pt x="6202" y="10374"/>
                  <a:pt x="7325" y="10374"/>
                  <a:pt x="8422" y="10374"/>
                </a:cubicBezTo>
                <a:lnTo>
                  <a:pt x="8460" y="10374"/>
                </a:lnTo>
                <a:cubicBezTo>
                  <a:pt x="9417" y="10374"/>
                  <a:pt x="10272" y="10362"/>
                  <a:pt x="11293" y="10285"/>
                </a:cubicBezTo>
                <a:cubicBezTo>
                  <a:pt x="12059" y="10234"/>
                  <a:pt x="13105" y="10145"/>
                  <a:pt x="13947" y="9724"/>
                </a:cubicBezTo>
                <a:cubicBezTo>
                  <a:pt x="14917" y="9252"/>
                  <a:pt x="15440" y="8167"/>
                  <a:pt x="15224" y="7120"/>
                </a:cubicBezTo>
                <a:cubicBezTo>
                  <a:pt x="15109" y="6521"/>
                  <a:pt x="14739" y="6049"/>
                  <a:pt x="14420" y="5653"/>
                </a:cubicBezTo>
                <a:cubicBezTo>
                  <a:pt x="14177" y="5372"/>
                  <a:pt x="13973" y="5053"/>
                  <a:pt x="13833" y="4709"/>
                </a:cubicBezTo>
                <a:cubicBezTo>
                  <a:pt x="13794" y="4568"/>
                  <a:pt x="13769" y="4415"/>
                  <a:pt x="13756" y="4262"/>
                </a:cubicBezTo>
                <a:cubicBezTo>
                  <a:pt x="13743" y="4160"/>
                  <a:pt x="13731" y="4071"/>
                  <a:pt x="13705" y="3969"/>
                </a:cubicBezTo>
                <a:cubicBezTo>
                  <a:pt x="13552" y="3063"/>
                  <a:pt x="13041" y="2348"/>
                  <a:pt x="12352" y="2067"/>
                </a:cubicBezTo>
                <a:cubicBezTo>
                  <a:pt x="12084" y="1965"/>
                  <a:pt x="11804" y="1901"/>
                  <a:pt x="11523" y="1863"/>
                </a:cubicBezTo>
                <a:cubicBezTo>
                  <a:pt x="11115" y="1799"/>
                  <a:pt x="10859" y="1748"/>
                  <a:pt x="10745" y="1595"/>
                </a:cubicBezTo>
                <a:cubicBezTo>
                  <a:pt x="10706" y="1531"/>
                  <a:pt x="10668" y="1468"/>
                  <a:pt x="10642" y="1404"/>
                </a:cubicBezTo>
                <a:cubicBezTo>
                  <a:pt x="10617" y="1353"/>
                  <a:pt x="10591" y="1302"/>
                  <a:pt x="10566" y="1251"/>
                </a:cubicBezTo>
                <a:cubicBezTo>
                  <a:pt x="10183" y="485"/>
                  <a:pt x="9341" y="0"/>
                  <a:pt x="840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39">
            <a:extLst>
              <a:ext uri="{FF2B5EF4-FFF2-40B4-BE49-F238E27FC236}">
                <a16:creationId xmlns:a16="http://schemas.microsoft.com/office/drawing/2014/main" id="{49686689-E304-4FA6-8271-917AC08145BE}"/>
              </a:ext>
            </a:extLst>
          </p:cNvPr>
          <p:cNvSpPr/>
          <p:nvPr/>
        </p:nvSpPr>
        <p:spPr>
          <a:xfrm>
            <a:off x="1651325" y="905499"/>
            <a:ext cx="374616" cy="241457"/>
          </a:xfrm>
          <a:custGeom>
            <a:avLst/>
            <a:gdLst/>
            <a:ahLst/>
            <a:cxnLst/>
            <a:rect l="l" t="t" r="r" b="b"/>
            <a:pathLst>
              <a:path w="11920" h="7683" extrusionOk="0">
                <a:moveTo>
                  <a:pt x="5883" y="485"/>
                </a:moveTo>
                <a:lnTo>
                  <a:pt x="5883" y="498"/>
                </a:lnTo>
                <a:cubicBezTo>
                  <a:pt x="5921" y="494"/>
                  <a:pt x="5958" y="493"/>
                  <a:pt x="5994" y="493"/>
                </a:cubicBezTo>
                <a:cubicBezTo>
                  <a:pt x="6093" y="493"/>
                  <a:pt x="6189" y="505"/>
                  <a:pt x="6292" y="523"/>
                </a:cubicBezTo>
                <a:cubicBezTo>
                  <a:pt x="6675" y="574"/>
                  <a:pt x="7045" y="740"/>
                  <a:pt x="7338" y="995"/>
                </a:cubicBezTo>
                <a:cubicBezTo>
                  <a:pt x="7823" y="1416"/>
                  <a:pt x="8040" y="2118"/>
                  <a:pt x="8576" y="2476"/>
                </a:cubicBezTo>
                <a:cubicBezTo>
                  <a:pt x="9035" y="2782"/>
                  <a:pt x="9635" y="2782"/>
                  <a:pt x="10133" y="2986"/>
                </a:cubicBezTo>
                <a:cubicBezTo>
                  <a:pt x="11919" y="3752"/>
                  <a:pt x="11536" y="6393"/>
                  <a:pt x="9609" y="6610"/>
                </a:cubicBezTo>
                <a:cubicBezTo>
                  <a:pt x="9520" y="6623"/>
                  <a:pt x="9431" y="6623"/>
                  <a:pt x="9342" y="6623"/>
                </a:cubicBezTo>
                <a:cubicBezTo>
                  <a:pt x="8984" y="6623"/>
                  <a:pt x="8627" y="6559"/>
                  <a:pt x="8282" y="6559"/>
                </a:cubicBezTo>
                <a:cubicBezTo>
                  <a:pt x="8078" y="6559"/>
                  <a:pt x="7887" y="6585"/>
                  <a:pt x="7695" y="6648"/>
                </a:cubicBezTo>
                <a:cubicBezTo>
                  <a:pt x="7491" y="6738"/>
                  <a:pt x="7300" y="6840"/>
                  <a:pt x="7108" y="6942"/>
                </a:cubicBezTo>
                <a:cubicBezTo>
                  <a:pt x="6740" y="7126"/>
                  <a:pt x="6342" y="7216"/>
                  <a:pt x="5943" y="7216"/>
                </a:cubicBezTo>
                <a:cubicBezTo>
                  <a:pt x="5486" y="7216"/>
                  <a:pt x="5029" y="7097"/>
                  <a:pt x="4620" y="6865"/>
                </a:cubicBezTo>
                <a:cubicBezTo>
                  <a:pt x="4327" y="6687"/>
                  <a:pt x="4071" y="6470"/>
                  <a:pt x="3752" y="6380"/>
                </a:cubicBezTo>
                <a:cubicBezTo>
                  <a:pt x="3650" y="6355"/>
                  <a:pt x="3548" y="6342"/>
                  <a:pt x="3446" y="6342"/>
                </a:cubicBezTo>
                <a:cubicBezTo>
                  <a:pt x="2974" y="6342"/>
                  <a:pt x="2502" y="6572"/>
                  <a:pt x="2017" y="6572"/>
                </a:cubicBezTo>
                <a:lnTo>
                  <a:pt x="1902" y="6572"/>
                </a:lnTo>
                <a:cubicBezTo>
                  <a:pt x="1366" y="6508"/>
                  <a:pt x="907" y="6151"/>
                  <a:pt x="728" y="5640"/>
                </a:cubicBezTo>
                <a:cubicBezTo>
                  <a:pt x="524" y="5002"/>
                  <a:pt x="741" y="4288"/>
                  <a:pt x="1290" y="3892"/>
                </a:cubicBezTo>
                <a:cubicBezTo>
                  <a:pt x="1660" y="3599"/>
                  <a:pt x="2093" y="3471"/>
                  <a:pt x="2489" y="3254"/>
                </a:cubicBezTo>
                <a:cubicBezTo>
                  <a:pt x="2897" y="3024"/>
                  <a:pt x="3127" y="2667"/>
                  <a:pt x="3357" y="2259"/>
                </a:cubicBezTo>
                <a:cubicBezTo>
                  <a:pt x="3918" y="1263"/>
                  <a:pt x="4748" y="485"/>
                  <a:pt x="5883" y="485"/>
                </a:cubicBezTo>
                <a:close/>
                <a:moveTo>
                  <a:pt x="5896" y="0"/>
                </a:moveTo>
                <a:lnTo>
                  <a:pt x="5883" y="13"/>
                </a:lnTo>
                <a:cubicBezTo>
                  <a:pt x="4697" y="13"/>
                  <a:pt x="3676" y="702"/>
                  <a:pt x="2948" y="2029"/>
                </a:cubicBezTo>
                <a:cubicBezTo>
                  <a:pt x="2731" y="2399"/>
                  <a:pt x="2566" y="2667"/>
                  <a:pt x="2272" y="2833"/>
                </a:cubicBezTo>
                <a:cubicBezTo>
                  <a:pt x="2144" y="2897"/>
                  <a:pt x="2004" y="2960"/>
                  <a:pt x="1864" y="3024"/>
                </a:cubicBezTo>
                <a:cubicBezTo>
                  <a:pt x="1558" y="3139"/>
                  <a:pt x="1264" y="3305"/>
                  <a:pt x="996" y="3509"/>
                </a:cubicBezTo>
                <a:cubicBezTo>
                  <a:pt x="294" y="4032"/>
                  <a:pt x="1" y="4951"/>
                  <a:pt x="269" y="5793"/>
                </a:cubicBezTo>
                <a:cubicBezTo>
                  <a:pt x="524" y="6482"/>
                  <a:pt x="1136" y="6967"/>
                  <a:pt x="1864" y="7031"/>
                </a:cubicBezTo>
                <a:lnTo>
                  <a:pt x="2030" y="7031"/>
                </a:lnTo>
                <a:cubicBezTo>
                  <a:pt x="2310" y="7031"/>
                  <a:pt x="2591" y="6980"/>
                  <a:pt x="2859" y="6916"/>
                </a:cubicBezTo>
                <a:cubicBezTo>
                  <a:pt x="3051" y="6853"/>
                  <a:pt x="3255" y="6827"/>
                  <a:pt x="3446" y="6814"/>
                </a:cubicBezTo>
                <a:cubicBezTo>
                  <a:pt x="3510" y="6814"/>
                  <a:pt x="3574" y="6814"/>
                  <a:pt x="3637" y="6840"/>
                </a:cubicBezTo>
                <a:cubicBezTo>
                  <a:pt x="3816" y="6891"/>
                  <a:pt x="3969" y="6980"/>
                  <a:pt x="4122" y="7095"/>
                </a:cubicBezTo>
                <a:cubicBezTo>
                  <a:pt x="4199" y="7146"/>
                  <a:pt x="4288" y="7210"/>
                  <a:pt x="4378" y="7261"/>
                </a:cubicBezTo>
                <a:cubicBezTo>
                  <a:pt x="4863" y="7541"/>
                  <a:pt x="5407" y="7682"/>
                  <a:pt x="5953" y="7682"/>
                </a:cubicBezTo>
                <a:cubicBezTo>
                  <a:pt x="6425" y="7682"/>
                  <a:pt x="6900" y="7576"/>
                  <a:pt x="7338" y="7363"/>
                </a:cubicBezTo>
                <a:cubicBezTo>
                  <a:pt x="7415" y="7325"/>
                  <a:pt x="7478" y="7286"/>
                  <a:pt x="7542" y="7248"/>
                </a:cubicBezTo>
                <a:cubicBezTo>
                  <a:pt x="7644" y="7184"/>
                  <a:pt x="7759" y="7133"/>
                  <a:pt x="7861" y="7095"/>
                </a:cubicBezTo>
                <a:cubicBezTo>
                  <a:pt x="7978" y="7053"/>
                  <a:pt x="8103" y="7028"/>
                  <a:pt x="8222" y="7028"/>
                </a:cubicBezTo>
                <a:cubicBezTo>
                  <a:pt x="8247" y="7028"/>
                  <a:pt x="8271" y="7029"/>
                  <a:pt x="8295" y="7031"/>
                </a:cubicBezTo>
                <a:cubicBezTo>
                  <a:pt x="8448" y="7031"/>
                  <a:pt x="8614" y="7044"/>
                  <a:pt x="8780" y="7057"/>
                </a:cubicBezTo>
                <a:cubicBezTo>
                  <a:pt x="8946" y="7069"/>
                  <a:pt x="9150" y="7095"/>
                  <a:pt x="9354" y="7095"/>
                </a:cubicBezTo>
                <a:cubicBezTo>
                  <a:pt x="9456" y="7095"/>
                  <a:pt x="9571" y="7082"/>
                  <a:pt x="9673" y="7069"/>
                </a:cubicBezTo>
                <a:cubicBezTo>
                  <a:pt x="10745" y="6955"/>
                  <a:pt x="11587" y="6125"/>
                  <a:pt x="11741" y="5066"/>
                </a:cubicBezTo>
                <a:cubicBezTo>
                  <a:pt x="11906" y="3994"/>
                  <a:pt x="11319" y="2960"/>
                  <a:pt x="10337" y="2539"/>
                </a:cubicBezTo>
                <a:cubicBezTo>
                  <a:pt x="10094" y="2437"/>
                  <a:pt x="9852" y="2374"/>
                  <a:pt x="9597" y="2322"/>
                </a:cubicBezTo>
                <a:cubicBezTo>
                  <a:pt x="9342" y="2271"/>
                  <a:pt x="9086" y="2195"/>
                  <a:pt x="8857" y="2067"/>
                </a:cubicBezTo>
                <a:cubicBezTo>
                  <a:pt x="8627" y="1876"/>
                  <a:pt x="8436" y="1646"/>
                  <a:pt x="8295" y="1391"/>
                </a:cubicBezTo>
                <a:cubicBezTo>
                  <a:pt x="8116" y="1110"/>
                  <a:pt x="7912" y="842"/>
                  <a:pt x="7670" y="613"/>
                </a:cubicBezTo>
                <a:cubicBezTo>
                  <a:pt x="7300" y="306"/>
                  <a:pt x="6853" y="102"/>
                  <a:pt x="6368" y="38"/>
                </a:cubicBezTo>
                <a:cubicBezTo>
                  <a:pt x="6215" y="13"/>
                  <a:pt x="6049" y="0"/>
                  <a:pt x="58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5" name="Google Shape;495;p39">
            <a:extLst>
              <a:ext uri="{FF2B5EF4-FFF2-40B4-BE49-F238E27FC236}">
                <a16:creationId xmlns:a16="http://schemas.microsoft.com/office/drawing/2014/main" id="{8D8A5E90-CC5B-7B94-3D3C-255947F61B01}"/>
              </a:ext>
            </a:extLst>
          </p:cNvPr>
          <p:cNvGrpSpPr/>
          <p:nvPr/>
        </p:nvGrpSpPr>
        <p:grpSpPr>
          <a:xfrm>
            <a:off x="2187622" y="1538425"/>
            <a:ext cx="485272" cy="326060"/>
            <a:chOff x="2493575" y="1248525"/>
            <a:chExt cx="386025" cy="259375"/>
          </a:xfrm>
        </p:grpSpPr>
        <p:sp>
          <p:nvSpPr>
            <p:cNvPr id="496" name="Google Shape;496;p39">
              <a:extLst>
                <a:ext uri="{FF2B5EF4-FFF2-40B4-BE49-F238E27FC236}">
                  <a16:creationId xmlns:a16="http://schemas.microsoft.com/office/drawing/2014/main" id="{8C086B8E-3286-1ABA-D983-50AE49A3CAD4}"/>
                </a:ext>
              </a:extLst>
            </p:cNvPr>
            <p:cNvSpPr/>
            <p:nvPr/>
          </p:nvSpPr>
          <p:spPr>
            <a:xfrm>
              <a:off x="2499950" y="1254550"/>
              <a:ext cx="372625" cy="246975"/>
            </a:xfrm>
            <a:custGeom>
              <a:avLst/>
              <a:gdLst/>
              <a:ahLst/>
              <a:cxnLst/>
              <a:rect l="l" t="t" r="r" b="b"/>
              <a:pathLst>
                <a:path w="14905" h="9879" extrusionOk="0">
                  <a:moveTo>
                    <a:pt x="8222" y="0"/>
                  </a:moveTo>
                  <a:cubicBezTo>
                    <a:pt x="8199" y="0"/>
                    <a:pt x="8177" y="1"/>
                    <a:pt x="8154" y="1"/>
                  </a:cubicBezTo>
                  <a:cubicBezTo>
                    <a:pt x="8014" y="1"/>
                    <a:pt x="7874" y="14"/>
                    <a:pt x="7733" y="40"/>
                  </a:cubicBezTo>
                  <a:cubicBezTo>
                    <a:pt x="6891" y="206"/>
                    <a:pt x="6125" y="805"/>
                    <a:pt x="5692" y="1673"/>
                  </a:cubicBezTo>
                  <a:cubicBezTo>
                    <a:pt x="5602" y="1852"/>
                    <a:pt x="5513" y="2043"/>
                    <a:pt x="5436" y="2222"/>
                  </a:cubicBezTo>
                  <a:cubicBezTo>
                    <a:pt x="5347" y="2477"/>
                    <a:pt x="5219" y="2732"/>
                    <a:pt x="5079" y="2962"/>
                  </a:cubicBezTo>
                  <a:cubicBezTo>
                    <a:pt x="4862" y="3294"/>
                    <a:pt x="4556" y="3549"/>
                    <a:pt x="4199" y="3715"/>
                  </a:cubicBezTo>
                  <a:cubicBezTo>
                    <a:pt x="3994" y="3804"/>
                    <a:pt x="3790" y="3868"/>
                    <a:pt x="3586" y="3932"/>
                  </a:cubicBezTo>
                  <a:cubicBezTo>
                    <a:pt x="3114" y="4059"/>
                    <a:pt x="2616" y="4213"/>
                    <a:pt x="2284" y="4608"/>
                  </a:cubicBezTo>
                  <a:cubicBezTo>
                    <a:pt x="2080" y="4889"/>
                    <a:pt x="1927" y="5221"/>
                    <a:pt x="1863" y="5565"/>
                  </a:cubicBezTo>
                  <a:cubicBezTo>
                    <a:pt x="1800" y="5808"/>
                    <a:pt x="1710" y="6037"/>
                    <a:pt x="1583" y="6267"/>
                  </a:cubicBezTo>
                  <a:cubicBezTo>
                    <a:pt x="1429" y="6471"/>
                    <a:pt x="1238" y="6650"/>
                    <a:pt x="1021" y="6790"/>
                  </a:cubicBezTo>
                  <a:lnTo>
                    <a:pt x="868" y="6905"/>
                  </a:lnTo>
                  <a:cubicBezTo>
                    <a:pt x="421" y="7262"/>
                    <a:pt x="0" y="7683"/>
                    <a:pt x="0" y="8219"/>
                  </a:cubicBezTo>
                  <a:cubicBezTo>
                    <a:pt x="26" y="8679"/>
                    <a:pt x="281" y="9100"/>
                    <a:pt x="689" y="9330"/>
                  </a:cubicBezTo>
                  <a:cubicBezTo>
                    <a:pt x="1047" y="9534"/>
                    <a:pt x="1429" y="9649"/>
                    <a:pt x="1838" y="9700"/>
                  </a:cubicBezTo>
                  <a:cubicBezTo>
                    <a:pt x="2735" y="9815"/>
                    <a:pt x="3642" y="9867"/>
                    <a:pt x="4550" y="9867"/>
                  </a:cubicBezTo>
                  <a:cubicBezTo>
                    <a:pt x="4650" y="9867"/>
                    <a:pt x="4749" y="9867"/>
                    <a:pt x="4849" y="9865"/>
                  </a:cubicBezTo>
                  <a:cubicBezTo>
                    <a:pt x="5959" y="9878"/>
                    <a:pt x="7070" y="9878"/>
                    <a:pt x="8167" y="9878"/>
                  </a:cubicBezTo>
                  <a:lnTo>
                    <a:pt x="8205" y="9878"/>
                  </a:lnTo>
                  <a:cubicBezTo>
                    <a:pt x="9162" y="9878"/>
                    <a:pt x="10017" y="9865"/>
                    <a:pt x="11013" y="9789"/>
                  </a:cubicBezTo>
                  <a:cubicBezTo>
                    <a:pt x="11766" y="9738"/>
                    <a:pt x="12786" y="9661"/>
                    <a:pt x="13590" y="9253"/>
                  </a:cubicBezTo>
                  <a:cubicBezTo>
                    <a:pt x="14471" y="8806"/>
                    <a:pt x="14905" y="7926"/>
                    <a:pt x="14726" y="6918"/>
                  </a:cubicBezTo>
                  <a:cubicBezTo>
                    <a:pt x="14624" y="6382"/>
                    <a:pt x="14292" y="5961"/>
                    <a:pt x="13973" y="5552"/>
                  </a:cubicBezTo>
                  <a:cubicBezTo>
                    <a:pt x="13718" y="5221"/>
                    <a:pt x="13463" y="4902"/>
                    <a:pt x="13361" y="4544"/>
                  </a:cubicBezTo>
                  <a:cubicBezTo>
                    <a:pt x="13310" y="4378"/>
                    <a:pt x="13284" y="4213"/>
                    <a:pt x="13259" y="4047"/>
                  </a:cubicBezTo>
                  <a:cubicBezTo>
                    <a:pt x="13246" y="3957"/>
                    <a:pt x="13233" y="3868"/>
                    <a:pt x="13220" y="3766"/>
                  </a:cubicBezTo>
                  <a:cubicBezTo>
                    <a:pt x="13067" y="2949"/>
                    <a:pt x="12621" y="2298"/>
                    <a:pt x="12008" y="2043"/>
                  </a:cubicBezTo>
                  <a:cubicBezTo>
                    <a:pt x="11753" y="1954"/>
                    <a:pt x="11498" y="1890"/>
                    <a:pt x="11230" y="1865"/>
                  </a:cubicBezTo>
                  <a:cubicBezTo>
                    <a:pt x="10821" y="1801"/>
                    <a:pt x="10477" y="1737"/>
                    <a:pt x="10298" y="1482"/>
                  </a:cubicBezTo>
                  <a:cubicBezTo>
                    <a:pt x="10247" y="1418"/>
                    <a:pt x="10209" y="1329"/>
                    <a:pt x="10171" y="1252"/>
                  </a:cubicBezTo>
                  <a:cubicBezTo>
                    <a:pt x="10145" y="1214"/>
                    <a:pt x="10132" y="1163"/>
                    <a:pt x="10107" y="1112"/>
                  </a:cubicBezTo>
                  <a:cubicBezTo>
                    <a:pt x="9722" y="429"/>
                    <a:pt x="9000" y="0"/>
                    <a:pt x="82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39">
              <a:extLst>
                <a:ext uri="{FF2B5EF4-FFF2-40B4-BE49-F238E27FC236}">
                  <a16:creationId xmlns:a16="http://schemas.microsoft.com/office/drawing/2014/main" id="{508832B3-4F9F-3853-2F13-A352559B1251}"/>
                </a:ext>
              </a:extLst>
            </p:cNvPr>
            <p:cNvSpPr/>
            <p:nvPr/>
          </p:nvSpPr>
          <p:spPr>
            <a:xfrm>
              <a:off x="2493575" y="1248525"/>
              <a:ext cx="386025" cy="259375"/>
            </a:xfrm>
            <a:custGeom>
              <a:avLst/>
              <a:gdLst/>
              <a:ahLst/>
              <a:cxnLst/>
              <a:rect l="l" t="t" r="r" b="b"/>
              <a:pathLst>
                <a:path w="15441" h="10375" extrusionOk="0">
                  <a:moveTo>
                    <a:pt x="8416" y="485"/>
                  </a:moveTo>
                  <a:lnTo>
                    <a:pt x="8416" y="485"/>
                  </a:lnTo>
                  <a:cubicBezTo>
                    <a:pt x="9128" y="487"/>
                    <a:pt x="9827" y="844"/>
                    <a:pt x="10145" y="1468"/>
                  </a:cubicBezTo>
                  <a:cubicBezTo>
                    <a:pt x="10209" y="1608"/>
                    <a:pt x="10272" y="1735"/>
                    <a:pt x="10349" y="1863"/>
                  </a:cubicBezTo>
                  <a:cubicBezTo>
                    <a:pt x="10732" y="2399"/>
                    <a:pt x="11561" y="2259"/>
                    <a:pt x="12161" y="2501"/>
                  </a:cubicBezTo>
                  <a:cubicBezTo>
                    <a:pt x="12773" y="2756"/>
                    <a:pt x="13118" y="3407"/>
                    <a:pt x="13246" y="4058"/>
                  </a:cubicBezTo>
                  <a:cubicBezTo>
                    <a:pt x="13271" y="4326"/>
                    <a:pt x="13322" y="4581"/>
                    <a:pt x="13386" y="4849"/>
                  </a:cubicBezTo>
                  <a:cubicBezTo>
                    <a:pt x="13654" y="5717"/>
                    <a:pt x="14586" y="6304"/>
                    <a:pt x="14739" y="7197"/>
                  </a:cubicBezTo>
                  <a:cubicBezTo>
                    <a:pt x="14892" y="8001"/>
                    <a:pt x="14611" y="8843"/>
                    <a:pt x="13731" y="9277"/>
                  </a:cubicBezTo>
                  <a:cubicBezTo>
                    <a:pt x="13003" y="9647"/>
                    <a:pt x="12072" y="9736"/>
                    <a:pt x="11255" y="9787"/>
                  </a:cubicBezTo>
                  <a:cubicBezTo>
                    <a:pt x="10285" y="9864"/>
                    <a:pt x="9443" y="9877"/>
                    <a:pt x="8460" y="9877"/>
                  </a:cubicBezTo>
                  <a:lnTo>
                    <a:pt x="8422" y="9877"/>
                  </a:lnTo>
                  <a:cubicBezTo>
                    <a:pt x="8097" y="9881"/>
                    <a:pt x="7773" y="9882"/>
                    <a:pt x="7449" y="9882"/>
                  </a:cubicBezTo>
                  <a:cubicBezTo>
                    <a:pt x="6668" y="9882"/>
                    <a:pt x="5889" y="9873"/>
                    <a:pt x="5104" y="9864"/>
                  </a:cubicBezTo>
                  <a:cubicBezTo>
                    <a:pt x="4959" y="9868"/>
                    <a:pt x="4814" y="9870"/>
                    <a:pt x="4669" y="9870"/>
                  </a:cubicBezTo>
                  <a:cubicBezTo>
                    <a:pt x="3822" y="9870"/>
                    <a:pt x="2983" y="9807"/>
                    <a:pt x="2144" y="9698"/>
                  </a:cubicBezTo>
                  <a:cubicBezTo>
                    <a:pt x="1761" y="9660"/>
                    <a:pt x="1404" y="9545"/>
                    <a:pt x="1072" y="9366"/>
                  </a:cubicBezTo>
                  <a:cubicBezTo>
                    <a:pt x="740" y="9175"/>
                    <a:pt x="523" y="8843"/>
                    <a:pt x="498" y="8460"/>
                  </a:cubicBezTo>
                  <a:cubicBezTo>
                    <a:pt x="498" y="8001"/>
                    <a:pt x="932" y="7618"/>
                    <a:pt x="1289" y="7337"/>
                  </a:cubicBezTo>
                  <a:cubicBezTo>
                    <a:pt x="1557" y="7133"/>
                    <a:pt x="1850" y="6929"/>
                    <a:pt x="2042" y="6636"/>
                  </a:cubicBezTo>
                  <a:cubicBezTo>
                    <a:pt x="2374" y="6151"/>
                    <a:pt x="2348" y="5474"/>
                    <a:pt x="2731" y="5015"/>
                  </a:cubicBezTo>
                  <a:cubicBezTo>
                    <a:pt x="3165" y="4492"/>
                    <a:pt x="3943" y="4454"/>
                    <a:pt x="4568" y="4186"/>
                  </a:cubicBezTo>
                  <a:cubicBezTo>
                    <a:pt x="4964" y="3994"/>
                    <a:pt x="5296" y="3713"/>
                    <a:pt x="5538" y="3343"/>
                  </a:cubicBezTo>
                  <a:cubicBezTo>
                    <a:pt x="5806" y="2935"/>
                    <a:pt x="5947" y="2463"/>
                    <a:pt x="6163" y="2029"/>
                  </a:cubicBezTo>
                  <a:cubicBezTo>
                    <a:pt x="6546" y="1289"/>
                    <a:pt x="7223" y="676"/>
                    <a:pt x="8039" y="523"/>
                  </a:cubicBezTo>
                  <a:cubicBezTo>
                    <a:pt x="8165" y="498"/>
                    <a:pt x="8290" y="485"/>
                    <a:pt x="8416" y="485"/>
                  </a:cubicBezTo>
                  <a:close/>
                  <a:moveTo>
                    <a:pt x="8409" y="0"/>
                  </a:moveTo>
                  <a:lnTo>
                    <a:pt x="8422" y="13"/>
                  </a:lnTo>
                  <a:cubicBezTo>
                    <a:pt x="8392" y="10"/>
                    <a:pt x="8362" y="9"/>
                    <a:pt x="8332" y="9"/>
                  </a:cubicBezTo>
                  <a:cubicBezTo>
                    <a:pt x="8200" y="9"/>
                    <a:pt x="8073" y="30"/>
                    <a:pt x="7937" y="51"/>
                  </a:cubicBezTo>
                  <a:cubicBezTo>
                    <a:pt x="7031" y="230"/>
                    <a:pt x="6202" y="881"/>
                    <a:pt x="5730" y="1812"/>
                  </a:cubicBezTo>
                  <a:cubicBezTo>
                    <a:pt x="5628" y="1991"/>
                    <a:pt x="5551" y="2195"/>
                    <a:pt x="5474" y="2374"/>
                  </a:cubicBezTo>
                  <a:cubicBezTo>
                    <a:pt x="5385" y="2616"/>
                    <a:pt x="5270" y="2858"/>
                    <a:pt x="5130" y="3088"/>
                  </a:cubicBezTo>
                  <a:cubicBezTo>
                    <a:pt x="4938" y="3369"/>
                    <a:pt x="4670" y="3599"/>
                    <a:pt x="4351" y="3739"/>
                  </a:cubicBezTo>
                  <a:cubicBezTo>
                    <a:pt x="4160" y="3828"/>
                    <a:pt x="3969" y="3892"/>
                    <a:pt x="3764" y="3943"/>
                  </a:cubicBezTo>
                  <a:cubicBezTo>
                    <a:pt x="3292" y="4083"/>
                    <a:pt x="2744" y="4249"/>
                    <a:pt x="2361" y="4709"/>
                  </a:cubicBezTo>
                  <a:cubicBezTo>
                    <a:pt x="2131" y="5015"/>
                    <a:pt x="1965" y="5372"/>
                    <a:pt x="1876" y="5742"/>
                  </a:cubicBezTo>
                  <a:cubicBezTo>
                    <a:pt x="1825" y="5959"/>
                    <a:pt x="1748" y="6176"/>
                    <a:pt x="1633" y="6380"/>
                  </a:cubicBezTo>
                  <a:cubicBezTo>
                    <a:pt x="1493" y="6559"/>
                    <a:pt x="1314" y="6725"/>
                    <a:pt x="1123" y="6853"/>
                  </a:cubicBezTo>
                  <a:cubicBezTo>
                    <a:pt x="1072" y="6891"/>
                    <a:pt x="1021" y="6929"/>
                    <a:pt x="970" y="6980"/>
                  </a:cubicBezTo>
                  <a:cubicBezTo>
                    <a:pt x="651" y="7223"/>
                    <a:pt x="0" y="7746"/>
                    <a:pt x="13" y="8473"/>
                  </a:cubicBezTo>
                  <a:cubicBezTo>
                    <a:pt x="38" y="9022"/>
                    <a:pt x="345" y="9507"/>
                    <a:pt x="817" y="9787"/>
                  </a:cubicBezTo>
                  <a:cubicBezTo>
                    <a:pt x="1200" y="10004"/>
                    <a:pt x="1621" y="10145"/>
                    <a:pt x="2055" y="10183"/>
                  </a:cubicBezTo>
                  <a:cubicBezTo>
                    <a:pt x="2964" y="10310"/>
                    <a:pt x="3883" y="10364"/>
                    <a:pt x="4804" y="10364"/>
                  </a:cubicBezTo>
                  <a:cubicBezTo>
                    <a:pt x="4904" y="10364"/>
                    <a:pt x="5004" y="10363"/>
                    <a:pt x="5104" y="10362"/>
                  </a:cubicBezTo>
                  <a:cubicBezTo>
                    <a:pt x="6202" y="10374"/>
                    <a:pt x="7325" y="10374"/>
                    <a:pt x="8422" y="10374"/>
                  </a:cubicBezTo>
                  <a:lnTo>
                    <a:pt x="8460" y="10374"/>
                  </a:lnTo>
                  <a:cubicBezTo>
                    <a:pt x="9417" y="10374"/>
                    <a:pt x="10272" y="10362"/>
                    <a:pt x="11293" y="10285"/>
                  </a:cubicBezTo>
                  <a:cubicBezTo>
                    <a:pt x="12059" y="10234"/>
                    <a:pt x="13105" y="10145"/>
                    <a:pt x="13947" y="9724"/>
                  </a:cubicBezTo>
                  <a:cubicBezTo>
                    <a:pt x="14917" y="9252"/>
                    <a:pt x="15440" y="8167"/>
                    <a:pt x="15224" y="7120"/>
                  </a:cubicBezTo>
                  <a:cubicBezTo>
                    <a:pt x="15109" y="6521"/>
                    <a:pt x="14739" y="6049"/>
                    <a:pt x="14420" y="5653"/>
                  </a:cubicBezTo>
                  <a:cubicBezTo>
                    <a:pt x="14177" y="5372"/>
                    <a:pt x="13973" y="5053"/>
                    <a:pt x="13833" y="4709"/>
                  </a:cubicBezTo>
                  <a:cubicBezTo>
                    <a:pt x="13794" y="4568"/>
                    <a:pt x="13769" y="4415"/>
                    <a:pt x="13756" y="4262"/>
                  </a:cubicBezTo>
                  <a:cubicBezTo>
                    <a:pt x="13743" y="4160"/>
                    <a:pt x="13731" y="4071"/>
                    <a:pt x="13705" y="3969"/>
                  </a:cubicBezTo>
                  <a:cubicBezTo>
                    <a:pt x="13552" y="3063"/>
                    <a:pt x="13041" y="2348"/>
                    <a:pt x="12352" y="2067"/>
                  </a:cubicBezTo>
                  <a:cubicBezTo>
                    <a:pt x="12084" y="1965"/>
                    <a:pt x="11804" y="1901"/>
                    <a:pt x="11523" y="1863"/>
                  </a:cubicBezTo>
                  <a:cubicBezTo>
                    <a:pt x="11115" y="1799"/>
                    <a:pt x="10859" y="1748"/>
                    <a:pt x="10745" y="1595"/>
                  </a:cubicBezTo>
                  <a:cubicBezTo>
                    <a:pt x="10706" y="1531"/>
                    <a:pt x="10668" y="1468"/>
                    <a:pt x="10642" y="1404"/>
                  </a:cubicBezTo>
                  <a:cubicBezTo>
                    <a:pt x="10617" y="1353"/>
                    <a:pt x="10591" y="1302"/>
                    <a:pt x="10566" y="1251"/>
                  </a:cubicBezTo>
                  <a:cubicBezTo>
                    <a:pt x="10183" y="485"/>
                    <a:pt x="9341" y="0"/>
                    <a:pt x="840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98" name="Google Shape;498;p39">
            <a:extLst>
              <a:ext uri="{FF2B5EF4-FFF2-40B4-BE49-F238E27FC236}">
                <a16:creationId xmlns:a16="http://schemas.microsoft.com/office/drawing/2014/main" id="{95FACC8A-A4A9-4B4A-5D70-14C279E53804}"/>
              </a:ext>
            </a:extLst>
          </p:cNvPr>
          <p:cNvSpPr/>
          <p:nvPr/>
        </p:nvSpPr>
        <p:spPr>
          <a:xfrm>
            <a:off x="825952" y="3143349"/>
            <a:ext cx="1070221" cy="866189"/>
          </a:xfrm>
          <a:custGeom>
            <a:avLst/>
            <a:gdLst/>
            <a:ahLst/>
            <a:cxnLst/>
            <a:rect l="l" t="t" r="r" b="b"/>
            <a:pathLst>
              <a:path w="31661" h="25625" fill="none" extrusionOk="0">
                <a:moveTo>
                  <a:pt x="24489" y="25267"/>
                </a:moveTo>
                <a:cubicBezTo>
                  <a:pt x="23404" y="24705"/>
                  <a:pt x="22358" y="23735"/>
                  <a:pt x="22383" y="22523"/>
                </a:cubicBezTo>
                <a:cubicBezTo>
                  <a:pt x="22421" y="20673"/>
                  <a:pt x="24872" y="19422"/>
                  <a:pt x="24616" y="17585"/>
                </a:cubicBezTo>
                <a:cubicBezTo>
                  <a:pt x="24463" y="16411"/>
                  <a:pt x="23213" y="15696"/>
                  <a:pt x="22051" y="15479"/>
                </a:cubicBezTo>
                <a:cubicBezTo>
                  <a:pt x="20877" y="15250"/>
                  <a:pt x="19652" y="15326"/>
                  <a:pt x="18555" y="14892"/>
                </a:cubicBezTo>
                <a:cubicBezTo>
                  <a:pt x="16934" y="14190"/>
                  <a:pt x="15965" y="12532"/>
                  <a:pt x="16143" y="10783"/>
                </a:cubicBezTo>
                <a:cubicBezTo>
                  <a:pt x="16347" y="9124"/>
                  <a:pt x="18147" y="7619"/>
                  <a:pt x="19652" y="8333"/>
                </a:cubicBezTo>
                <a:cubicBezTo>
                  <a:pt x="20112" y="8537"/>
                  <a:pt x="20469" y="8908"/>
                  <a:pt x="20788" y="9290"/>
                </a:cubicBezTo>
                <a:cubicBezTo>
                  <a:pt x="21299" y="9877"/>
                  <a:pt x="21783" y="10554"/>
                  <a:pt x="21847" y="11319"/>
                </a:cubicBezTo>
                <a:cubicBezTo>
                  <a:pt x="21962" y="12889"/>
                  <a:pt x="20367" y="13961"/>
                  <a:pt x="19002" y="14739"/>
                </a:cubicBezTo>
                <a:cubicBezTo>
                  <a:pt x="17636" y="15518"/>
                  <a:pt x="16092" y="16743"/>
                  <a:pt x="16398" y="18287"/>
                </a:cubicBezTo>
                <a:cubicBezTo>
                  <a:pt x="16692" y="19741"/>
                  <a:pt x="18657" y="20354"/>
                  <a:pt x="20010" y="19729"/>
                </a:cubicBezTo>
                <a:cubicBezTo>
                  <a:pt x="21375" y="19091"/>
                  <a:pt x="22179" y="17700"/>
                  <a:pt x="22728" y="16309"/>
                </a:cubicBezTo>
                <a:cubicBezTo>
                  <a:pt x="22945" y="15747"/>
                  <a:pt x="23174" y="15135"/>
                  <a:pt x="23685" y="14816"/>
                </a:cubicBezTo>
                <a:cubicBezTo>
                  <a:pt x="24259" y="14458"/>
                  <a:pt x="24999" y="14599"/>
                  <a:pt x="25675" y="14650"/>
                </a:cubicBezTo>
                <a:cubicBezTo>
                  <a:pt x="27526" y="14816"/>
                  <a:pt x="29542" y="14139"/>
                  <a:pt x="30588" y="12595"/>
                </a:cubicBezTo>
                <a:cubicBezTo>
                  <a:pt x="31647" y="11064"/>
                  <a:pt x="31392" y="8652"/>
                  <a:pt x="29810" y="7657"/>
                </a:cubicBezTo>
                <a:cubicBezTo>
                  <a:pt x="28700" y="6955"/>
                  <a:pt x="27194" y="7083"/>
                  <a:pt x="26084" y="7785"/>
                </a:cubicBezTo>
                <a:cubicBezTo>
                  <a:pt x="24974" y="8499"/>
                  <a:pt x="24246" y="9686"/>
                  <a:pt x="23889" y="10962"/>
                </a:cubicBezTo>
                <a:cubicBezTo>
                  <a:pt x="23468" y="12442"/>
                  <a:pt x="23570" y="14165"/>
                  <a:pt x="24527" y="15377"/>
                </a:cubicBezTo>
                <a:cubicBezTo>
                  <a:pt x="25484" y="16602"/>
                  <a:pt x="27436" y="17049"/>
                  <a:pt x="28649" y="16092"/>
                </a:cubicBezTo>
                <a:cubicBezTo>
                  <a:pt x="30116" y="14918"/>
                  <a:pt x="29682" y="12366"/>
                  <a:pt x="28215" y="11166"/>
                </a:cubicBezTo>
                <a:cubicBezTo>
                  <a:pt x="26747" y="9979"/>
                  <a:pt x="24706" y="9839"/>
                  <a:pt x="22817" y="9954"/>
                </a:cubicBezTo>
                <a:cubicBezTo>
                  <a:pt x="21541" y="10030"/>
                  <a:pt x="20201" y="10247"/>
                  <a:pt x="19257" y="11102"/>
                </a:cubicBezTo>
                <a:cubicBezTo>
                  <a:pt x="18300" y="11957"/>
                  <a:pt x="18032" y="13642"/>
                  <a:pt x="19002" y="14471"/>
                </a:cubicBezTo>
                <a:cubicBezTo>
                  <a:pt x="20010" y="15313"/>
                  <a:pt x="21669" y="14701"/>
                  <a:pt x="22409" y="13603"/>
                </a:cubicBezTo>
                <a:cubicBezTo>
                  <a:pt x="23162" y="12519"/>
                  <a:pt x="23302" y="11153"/>
                  <a:pt x="23595" y="9865"/>
                </a:cubicBezTo>
                <a:cubicBezTo>
                  <a:pt x="23876" y="8576"/>
                  <a:pt x="24438" y="7198"/>
                  <a:pt x="25624" y="6623"/>
                </a:cubicBezTo>
                <a:cubicBezTo>
                  <a:pt x="26211" y="6330"/>
                  <a:pt x="26900" y="6279"/>
                  <a:pt x="27487" y="5985"/>
                </a:cubicBezTo>
                <a:cubicBezTo>
                  <a:pt x="29185" y="5143"/>
                  <a:pt x="29236" y="2400"/>
                  <a:pt x="27768" y="1200"/>
                </a:cubicBezTo>
                <a:cubicBezTo>
                  <a:pt x="26301" y="1"/>
                  <a:pt x="23965" y="307"/>
                  <a:pt x="22562" y="1583"/>
                </a:cubicBezTo>
                <a:cubicBezTo>
                  <a:pt x="21720" y="2336"/>
                  <a:pt x="21158" y="3344"/>
                  <a:pt x="20482" y="4263"/>
                </a:cubicBezTo>
                <a:cubicBezTo>
                  <a:pt x="18606" y="6815"/>
                  <a:pt x="15875" y="8614"/>
                  <a:pt x="12787" y="9341"/>
                </a:cubicBezTo>
                <a:cubicBezTo>
                  <a:pt x="12455" y="9443"/>
                  <a:pt x="12098" y="9469"/>
                  <a:pt x="11754" y="9431"/>
                </a:cubicBezTo>
                <a:cubicBezTo>
                  <a:pt x="11383" y="9341"/>
                  <a:pt x="11039" y="9163"/>
                  <a:pt x="10771" y="8882"/>
                </a:cubicBezTo>
                <a:cubicBezTo>
                  <a:pt x="9750" y="7912"/>
                  <a:pt x="9508" y="6381"/>
                  <a:pt x="10158" y="5143"/>
                </a:cubicBezTo>
                <a:cubicBezTo>
                  <a:pt x="10822" y="3905"/>
                  <a:pt x="12226" y="3242"/>
                  <a:pt x="13591" y="3548"/>
                </a:cubicBezTo>
                <a:cubicBezTo>
                  <a:pt x="14867" y="3816"/>
                  <a:pt x="15837" y="4850"/>
                  <a:pt x="16845" y="5692"/>
                </a:cubicBezTo>
                <a:cubicBezTo>
                  <a:pt x="18006" y="6674"/>
                  <a:pt x="19423" y="7491"/>
                  <a:pt x="20941" y="7376"/>
                </a:cubicBezTo>
                <a:cubicBezTo>
                  <a:pt x="22447" y="7274"/>
                  <a:pt x="23927" y="5909"/>
                  <a:pt x="23685" y="4416"/>
                </a:cubicBezTo>
                <a:cubicBezTo>
                  <a:pt x="23417" y="2872"/>
                  <a:pt x="21490" y="2081"/>
                  <a:pt x="19971" y="2489"/>
                </a:cubicBezTo>
                <a:cubicBezTo>
                  <a:pt x="18453" y="2897"/>
                  <a:pt x="17304" y="4122"/>
                  <a:pt x="16296" y="5335"/>
                </a:cubicBezTo>
                <a:cubicBezTo>
                  <a:pt x="15518" y="6279"/>
                  <a:pt x="14625" y="7338"/>
                  <a:pt x="13400" y="7402"/>
                </a:cubicBezTo>
                <a:cubicBezTo>
                  <a:pt x="12034" y="7491"/>
                  <a:pt x="10873" y="6126"/>
                  <a:pt x="10784" y="4760"/>
                </a:cubicBezTo>
                <a:cubicBezTo>
                  <a:pt x="10707" y="3382"/>
                  <a:pt x="11473" y="2081"/>
                  <a:pt x="12443" y="1085"/>
                </a:cubicBezTo>
                <a:cubicBezTo>
                  <a:pt x="12953" y="562"/>
                  <a:pt x="13629" y="77"/>
                  <a:pt x="14369" y="166"/>
                </a:cubicBezTo>
                <a:cubicBezTo>
                  <a:pt x="15390" y="307"/>
                  <a:pt x="15901" y="1494"/>
                  <a:pt x="16105" y="2514"/>
                </a:cubicBezTo>
                <a:cubicBezTo>
                  <a:pt x="16654" y="5220"/>
                  <a:pt x="16296" y="8308"/>
                  <a:pt x="14357" y="10273"/>
                </a:cubicBezTo>
                <a:cubicBezTo>
                  <a:pt x="11958" y="12697"/>
                  <a:pt x="7428" y="12442"/>
                  <a:pt x="5335" y="9763"/>
                </a:cubicBezTo>
                <a:cubicBezTo>
                  <a:pt x="4773" y="9048"/>
                  <a:pt x="4365" y="8155"/>
                  <a:pt x="4442" y="7249"/>
                </a:cubicBezTo>
                <a:cubicBezTo>
                  <a:pt x="4531" y="6572"/>
                  <a:pt x="4799" y="5934"/>
                  <a:pt x="5233" y="5411"/>
                </a:cubicBezTo>
                <a:cubicBezTo>
                  <a:pt x="6011" y="4365"/>
                  <a:pt x="7211" y="3561"/>
                  <a:pt x="8525" y="3561"/>
                </a:cubicBezTo>
                <a:cubicBezTo>
                  <a:pt x="9827" y="3561"/>
                  <a:pt x="11141" y="4543"/>
                  <a:pt x="11256" y="5845"/>
                </a:cubicBezTo>
                <a:cubicBezTo>
                  <a:pt x="11358" y="7070"/>
                  <a:pt x="10414" y="8180"/>
                  <a:pt x="9291" y="8716"/>
                </a:cubicBezTo>
                <a:cubicBezTo>
                  <a:pt x="8168" y="9239"/>
                  <a:pt x="6892" y="9290"/>
                  <a:pt x="5679" y="9418"/>
                </a:cubicBezTo>
                <a:cubicBezTo>
                  <a:pt x="4454" y="9546"/>
                  <a:pt x="3166" y="9763"/>
                  <a:pt x="2196" y="10528"/>
                </a:cubicBezTo>
                <a:cubicBezTo>
                  <a:pt x="652" y="11740"/>
                  <a:pt x="511" y="14497"/>
                  <a:pt x="2170" y="15556"/>
                </a:cubicBezTo>
                <a:cubicBezTo>
                  <a:pt x="3497" y="16398"/>
                  <a:pt x="5373" y="15862"/>
                  <a:pt x="6458" y="14714"/>
                </a:cubicBezTo>
                <a:cubicBezTo>
                  <a:pt x="7555" y="13578"/>
                  <a:pt x="8040" y="11996"/>
                  <a:pt x="8397" y="10464"/>
                </a:cubicBezTo>
                <a:cubicBezTo>
                  <a:pt x="8653" y="9392"/>
                  <a:pt x="8831" y="8206"/>
                  <a:pt x="8283" y="7274"/>
                </a:cubicBezTo>
                <a:cubicBezTo>
                  <a:pt x="7849" y="6534"/>
                  <a:pt x="7019" y="6100"/>
                  <a:pt x="6177" y="5947"/>
                </a:cubicBezTo>
                <a:cubicBezTo>
                  <a:pt x="4556" y="5654"/>
                  <a:pt x="2821" y="6343"/>
                  <a:pt x="1685" y="7568"/>
                </a:cubicBezTo>
                <a:cubicBezTo>
                  <a:pt x="550" y="8780"/>
                  <a:pt x="1" y="10477"/>
                  <a:pt x="14" y="12136"/>
                </a:cubicBezTo>
                <a:cubicBezTo>
                  <a:pt x="14" y="13157"/>
                  <a:pt x="243" y="14203"/>
                  <a:pt x="830" y="15033"/>
                </a:cubicBezTo>
                <a:cubicBezTo>
                  <a:pt x="1953" y="16602"/>
                  <a:pt x="4186" y="17036"/>
                  <a:pt x="6037" y="16538"/>
                </a:cubicBezTo>
                <a:cubicBezTo>
                  <a:pt x="7517" y="16130"/>
                  <a:pt x="8831" y="15224"/>
                  <a:pt x="10299" y="14777"/>
                </a:cubicBezTo>
                <a:cubicBezTo>
                  <a:pt x="11779" y="14344"/>
                  <a:pt x="13655" y="14509"/>
                  <a:pt x="14472" y="15811"/>
                </a:cubicBezTo>
                <a:cubicBezTo>
                  <a:pt x="15250" y="17062"/>
                  <a:pt x="14574" y="18912"/>
                  <a:pt x="13234" y="19524"/>
                </a:cubicBezTo>
                <a:cubicBezTo>
                  <a:pt x="11894" y="20137"/>
                  <a:pt x="10197" y="19601"/>
                  <a:pt x="9278" y="18440"/>
                </a:cubicBezTo>
                <a:cubicBezTo>
                  <a:pt x="8372" y="17279"/>
                  <a:pt x="8206" y="15645"/>
                  <a:pt x="8640" y="14242"/>
                </a:cubicBezTo>
                <a:cubicBezTo>
                  <a:pt x="9125" y="12710"/>
                  <a:pt x="10312" y="11396"/>
                  <a:pt x="11830" y="10924"/>
                </a:cubicBezTo>
                <a:cubicBezTo>
                  <a:pt x="13999" y="10247"/>
                  <a:pt x="16590" y="11562"/>
                  <a:pt x="17330" y="13718"/>
                </a:cubicBezTo>
                <a:cubicBezTo>
                  <a:pt x="18057" y="15862"/>
                  <a:pt x="16820" y="18491"/>
                  <a:pt x="14688" y="19282"/>
                </a:cubicBezTo>
                <a:cubicBezTo>
                  <a:pt x="12966" y="19920"/>
                  <a:pt x="11001" y="19448"/>
                  <a:pt x="9240" y="19997"/>
                </a:cubicBezTo>
                <a:cubicBezTo>
                  <a:pt x="8449" y="20239"/>
                  <a:pt x="7721" y="20686"/>
                  <a:pt x="7147" y="21298"/>
                </a:cubicBezTo>
                <a:cubicBezTo>
                  <a:pt x="6764" y="21707"/>
                  <a:pt x="6445" y="22204"/>
                  <a:pt x="6394" y="22753"/>
                </a:cubicBezTo>
                <a:cubicBezTo>
                  <a:pt x="6330" y="23710"/>
                  <a:pt x="7160" y="24565"/>
                  <a:pt x="8091" y="24756"/>
                </a:cubicBezTo>
                <a:cubicBezTo>
                  <a:pt x="9035" y="24935"/>
                  <a:pt x="10005" y="24565"/>
                  <a:pt x="10771" y="23991"/>
                </a:cubicBezTo>
                <a:cubicBezTo>
                  <a:pt x="11856" y="23174"/>
                  <a:pt x="12621" y="21872"/>
                  <a:pt x="12583" y="20520"/>
                </a:cubicBezTo>
                <a:cubicBezTo>
                  <a:pt x="12557" y="19167"/>
                  <a:pt x="11600" y="17827"/>
                  <a:pt x="10273" y="17559"/>
                </a:cubicBezTo>
                <a:cubicBezTo>
                  <a:pt x="8946" y="17291"/>
                  <a:pt x="7440" y="18312"/>
                  <a:pt x="7389" y="19665"/>
                </a:cubicBezTo>
                <a:cubicBezTo>
                  <a:pt x="7338" y="20928"/>
                  <a:pt x="8512" y="22013"/>
                  <a:pt x="9776" y="22179"/>
                </a:cubicBezTo>
                <a:cubicBezTo>
                  <a:pt x="11026" y="22332"/>
                  <a:pt x="12277" y="21758"/>
                  <a:pt x="13247" y="20954"/>
                </a:cubicBezTo>
                <a:cubicBezTo>
                  <a:pt x="13987" y="20341"/>
                  <a:pt x="14612" y="19588"/>
                  <a:pt x="15480" y="19193"/>
                </a:cubicBezTo>
                <a:cubicBezTo>
                  <a:pt x="16985" y="18491"/>
                  <a:pt x="18989" y="19231"/>
                  <a:pt x="19678" y="20737"/>
                </a:cubicBezTo>
                <a:cubicBezTo>
                  <a:pt x="20367" y="22242"/>
                  <a:pt x="19627" y="24246"/>
                  <a:pt x="18121" y="24935"/>
                </a:cubicBezTo>
                <a:cubicBezTo>
                  <a:pt x="16615" y="25624"/>
                  <a:pt x="14612" y="24884"/>
                  <a:pt x="13936" y="23365"/>
                </a:cubicBezTo>
                <a:cubicBezTo>
                  <a:pt x="13566" y="22561"/>
                  <a:pt x="13553" y="21630"/>
                  <a:pt x="13668" y="20749"/>
                </a:cubicBezTo>
                <a:cubicBezTo>
                  <a:pt x="13834" y="19550"/>
                  <a:pt x="14216" y="18338"/>
                  <a:pt x="15020" y="17432"/>
                </a:cubicBezTo>
                <a:cubicBezTo>
                  <a:pt x="15811" y="16513"/>
                  <a:pt x="17075" y="15951"/>
                  <a:pt x="18261" y="16194"/>
                </a:cubicBezTo>
                <a:cubicBezTo>
                  <a:pt x="19448" y="16449"/>
                  <a:pt x="20431" y="17636"/>
                  <a:pt x="20227" y="18835"/>
                </a:cubicBezTo>
                <a:cubicBezTo>
                  <a:pt x="20112" y="19588"/>
                  <a:pt x="19589" y="20239"/>
                  <a:pt x="19589" y="21005"/>
                </a:cubicBezTo>
                <a:cubicBezTo>
                  <a:pt x="19589" y="21974"/>
                  <a:pt x="20482" y="22753"/>
                  <a:pt x="21413" y="23034"/>
                </a:cubicBezTo>
                <a:cubicBezTo>
                  <a:pt x="23621" y="23684"/>
                  <a:pt x="26199" y="22000"/>
                  <a:pt x="26530" y="19729"/>
                </a:cubicBezTo>
                <a:cubicBezTo>
                  <a:pt x="26862" y="17444"/>
                  <a:pt x="24923" y="15122"/>
                  <a:pt x="22626" y="15007"/>
                </a:cubicBezTo>
                <a:cubicBezTo>
                  <a:pt x="21758" y="14956"/>
                  <a:pt x="20737" y="15339"/>
                  <a:pt x="20584" y="16194"/>
                </a:cubicBezTo>
                <a:cubicBezTo>
                  <a:pt x="20444" y="16921"/>
                  <a:pt x="21056" y="17598"/>
                  <a:pt x="21720" y="17929"/>
                </a:cubicBezTo>
                <a:cubicBezTo>
                  <a:pt x="23340" y="18733"/>
                  <a:pt x="25548" y="18031"/>
                  <a:pt x="26416" y="16436"/>
                </a:cubicBezTo>
                <a:cubicBezTo>
                  <a:pt x="27322" y="14790"/>
                  <a:pt x="26798" y="12723"/>
                  <a:pt x="25918" y="11051"/>
                </a:cubicBezTo>
                <a:cubicBezTo>
                  <a:pt x="25050" y="9380"/>
                  <a:pt x="23851" y="7848"/>
                  <a:pt x="23366" y="6036"/>
                </a:cubicBezTo>
                <a:cubicBezTo>
                  <a:pt x="22894" y="4212"/>
                  <a:pt x="23430" y="1915"/>
                  <a:pt x="25165" y="1187"/>
                </a:cubicBezTo>
                <a:cubicBezTo>
                  <a:pt x="26900" y="460"/>
                  <a:pt x="28904" y="1672"/>
                  <a:pt x="30014" y="3204"/>
                </a:cubicBezTo>
                <a:cubicBezTo>
                  <a:pt x="31060" y="4658"/>
                  <a:pt x="31660" y="6560"/>
                  <a:pt x="31188" y="8282"/>
                </a:cubicBezTo>
                <a:cubicBezTo>
                  <a:pt x="30499" y="10745"/>
                  <a:pt x="27947" y="12149"/>
                  <a:pt x="26479" y="14242"/>
                </a:cubicBezTo>
                <a:cubicBezTo>
                  <a:pt x="26250" y="14573"/>
                  <a:pt x="26045" y="14931"/>
                  <a:pt x="26020" y="15339"/>
                </a:cubicBezTo>
                <a:cubicBezTo>
                  <a:pt x="25982" y="16322"/>
                  <a:pt x="27015" y="16947"/>
                  <a:pt x="27615" y="17725"/>
                </a:cubicBezTo>
                <a:cubicBezTo>
                  <a:pt x="28802" y="19307"/>
                  <a:pt x="28100" y="21758"/>
                  <a:pt x="26530" y="22957"/>
                </a:cubicBezTo>
                <a:cubicBezTo>
                  <a:pt x="24961" y="24169"/>
                  <a:pt x="22843" y="24361"/>
                  <a:pt x="20877" y="24169"/>
                </a:cubicBezTo>
                <a:cubicBezTo>
                  <a:pt x="18491" y="23940"/>
                  <a:pt x="16130" y="23187"/>
                  <a:pt x="14191" y="21783"/>
                </a:cubicBezTo>
                <a:cubicBezTo>
                  <a:pt x="12251" y="20392"/>
                  <a:pt x="10745" y="18312"/>
                  <a:pt x="10273" y="15964"/>
                </a:cubicBezTo>
                <a:cubicBezTo>
                  <a:pt x="9903" y="14139"/>
                  <a:pt x="10056" y="12034"/>
                  <a:pt x="8768" y="10707"/>
                </a:cubicBezTo>
                <a:cubicBezTo>
                  <a:pt x="7619" y="9507"/>
                  <a:pt x="5552" y="9456"/>
                  <a:pt x="4212" y="10413"/>
                </a:cubicBezTo>
                <a:cubicBezTo>
                  <a:pt x="2859" y="11383"/>
                  <a:pt x="2234" y="13170"/>
                  <a:pt x="2464" y="14816"/>
                </a:cubicBezTo>
                <a:cubicBezTo>
                  <a:pt x="2744" y="16883"/>
                  <a:pt x="4786" y="18848"/>
                  <a:pt x="6777" y="18197"/>
                </a:cubicBezTo>
                <a:cubicBezTo>
                  <a:pt x="8372" y="17674"/>
                  <a:pt x="9087" y="15824"/>
                  <a:pt x="9342" y="14152"/>
                </a:cubicBezTo>
                <a:cubicBezTo>
                  <a:pt x="9610" y="12493"/>
                  <a:pt x="9661" y="10681"/>
                  <a:pt x="10682" y="9354"/>
                </a:cubicBezTo>
                <a:cubicBezTo>
                  <a:pt x="11205" y="8691"/>
                  <a:pt x="11996" y="8180"/>
                  <a:pt x="12838" y="8218"/>
                </a:cubicBezTo>
                <a:cubicBezTo>
                  <a:pt x="13872" y="8257"/>
                  <a:pt x="14765" y="9137"/>
                  <a:pt x="14969" y="10145"/>
                </a:cubicBezTo>
                <a:cubicBezTo>
                  <a:pt x="15173" y="11166"/>
                  <a:pt x="14791" y="12238"/>
                  <a:pt x="14101" y="13016"/>
                </a:cubicBezTo>
                <a:cubicBezTo>
                  <a:pt x="13502" y="13667"/>
                  <a:pt x="12685" y="14178"/>
                  <a:pt x="12379" y="15007"/>
                </a:cubicBezTo>
                <a:cubicBezTo>
                  <a:pt x="12085" y="15837"/>
                  <a:pt x="12864" y="17036"/>
                  <a:pt x="13655" y="16628"/>
                </a:cubicBezTo>
              </a:path>
            </a:pathLst>
          </a:custGeom>
          <a:noFill/>
          <a:ln w="19050" cap="flat" cmpd="sng">
            <a:solidFill>
              <a:schemeClr val="dk1"/>
            </a:solidFill>
            <a:prstDash val="solid"/>
            <a:miter lim="1276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9" name="Google Shape;499;p39">
            <a:extLst>
              <a:ext uri="{FF2B5EF4-FFF2-40B4-BE49-F238E27FC236}">
                <a16:creationId xmlns:a16="http://schemas.microsoft.com/office/drawing/2014/main" id="{3C883FA9-BA2E-D017-69CB-628CA107DC28}"/>
              </a:ext>
            </a:extLst>
          </p:cNvPr>
          <p:cNvGrpSpPr/>
          <p:nvPr/>
        </p:nvGrpSpPr>
        <p:grpSpPr>
          <a:xfrm rot="-2316253">
            <a:off x="1055698" y="1468819"/>
            <a:ext cx="664301" cy="1213372"/>
            <a:chOff x="849025" y="3368050"/>
            <a:chExt cx="491325" cy="897425"/>
          </a:xfrm>
        </p:grpSpPr>
        <p:sp>
          <p:nvSpPr>
            <p:cNvPr id="500" name="Google Shape;500;p39">
              <a:extLst>
                <a:ext uri="{FF2B5EF4-FFF2-40B4-BE49-F238E27FC236}">
                  <a16:creationId xmlns:a16="http://schemas.microsoft.com/office/drawing/2014/main" id="{137ECCF7-F698-4A91-B849-2623F27D8A22}"/>
                </a:ext>
              </a:extLst>
            </p:cNvPr>
            <p:cNvSpPr/>
            <p:nvPr/>
          </p:nvSpPr>
          <p:spPr>
            <a:xfrm>
              <a:off x="862600" y="3987625"/>
              <a:ext cx="375725" cy="232000"/>
            </a:xfrm>
            <a:custGeom>
              <a:avLst/>
              <a:gdLst/>
              <a:ahLst/>
              <a:cxnLst/>
              <a:rect l="l" t="t" r="r" b="b"/>
              <a:pathLst>
                <a:path w="15029" h="9280" extrusionOk="0">
                  <a:moveTo>
                    <a:pt x="1258" y="0"/>
                  </a:moveTo>
                  <a:cubicBezTo>
                    <a:pt x="380" y="0"/>
                    <a:pt x="1" y="868"/>
                    <a:pt x="389" y="2194"/>
                  </a:cubicBezTo>
                  <a:cubicBezTo>
                    <a:pt x="1474" y="5881"/>
                    <a:pt x="4468" y="9279"/>
                    <a:pt x="8133" y="9279"/>
                  </a:cubicBezTo>
                  <a:cubicBezTo>
                    <a:pt x="8477" y="9279"/>
                    <a:pt x="8827" y="9249"/>
                    <a:pt x="9181" y="9187"/>
                  </a:cubicBezTo>
                  <a:cubicBezTo>
                    <a:pt x="12946" y="8536"/>
                    <a:pt x="15026" y="5805"/>
                    <a:pt x="15026" y="4376"/>
                  </a:cubicBezTo>
                  <a:cubicBezTo>
                    <a:pt x="15029" y="3594"/>
                    <a:pt x="14596" y="3298"/>
                    <a:pt x="13931" y="3298"/>
                  </a:cubicBezTo>
                  <a:cubicBezTo>
                    <a:pt x="11847" y="3298"/>
                    <a:pt x="7485" y="6209"/>
                    <a:pt x="7135" y="6209"/>
                  </a:cubicBezTo>
                  <a:cubicBezTo>
                    <a:pt x="7124" y="6209"/>
                    <a:pt x="7117" y="6206"/>
                    <a:pt x="7114" y="6201"/>
                  </a:cubicBezTo>
                  <a:cubicBezTo>
                    <a:pt x="4682" y="1694"/>
                    <a:pt x="2484" y="0"/>
                    <a:pt x="125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39">
              <a:extLst>
                <a:ext uri="{FF2B5EF4-FFF2-40B4-BE49-F238E27FC236}">
                  <a16:creationId xmlns:a16="http://schemas.microsoft.com/office/drawing/2014/main" id="{33D65905-9EC9-31BB-2668-AE742D62144B}"/>
                </a:ext>
              </a:extLst>
            </p:cNvPr>
            <p:cNvSpPr/>
            <p:nvPr/>
          </p:nvSpPr>
          <p:spPr>
            <a:xfrm>
              <a:off x="849025" y="3949300"/>
              <a:ext cx="389875" cy="286200"/>
            </a:xfrm>
            <a:custGeom>
              <a:avLst/>
              <a:gdLst/>
              <a:ahLst/>
              <a:cxnLst/>
              <a:rect l="l" t="t" r="r" b="b"/>
              <a:pathLst>
                <a:path w="15595" h="11448" fill="none" extrusionOk="0">
                  <a:moveTo>
                    <a:pt x="7657" y="7734"/>
                  </a:moveTo>
                  <a:cubicBezTo>
                    <a:pt x="3484" y="1"/>
                    <a:pt x="1" y="550"/>
                    <a:pt x="932" y="3727"/>
                  </a:cubicBezTo>
                  <a:cubicBezTo>
                    <a:pt x="2119" y="7759"/>
                    <a:pt x="5590" y="11447"/>
                    <a:pt x="9724" y="10720"/>
                  </a:cubicBezTo>
                  <a:cubicBezTo>
                    <a:pt x="13489" y="10069"/>
                    <a:pt x="15569" y="7338"/>
                    <a:pt x="15569" y="5909"/>
                  </a:cubicBezTo>
                  <a:cubicBezTo>
                    <a:pt x="15594" y="2604"/>
                    <a:pt x="7797" y="7989"/>
                    <a:pt x="7657" y="7734"/>
                  </a:cubicBezTo>
                  <a:close/>
                </a:path>
              </a:pathLst>
            </a:custGeom>
            <a:solidFill>
              <a:schemeClr val="dk1"/>
            </a:solidFill>
            <a:ln w="8625" cap="flat" cmpd="sng">
              <a:solidFill>
                <a:srgbClr val="000000"/>
              </a:solidFill>
              <a:prstDash val="solid"/>
              <a:miter lim="1276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39">
              <a:extLst>
                <a:ext uri="{FF2B5EF4-FFF2-40B4-BE49-F238E27FC236}">
                  <a16:creationId xmlns:a16="http://schemas.microsoft.com/office/drawing/2014/main" id="{AC77A82D-17F4-CD99-7207-3674E8937DC3}"/>
                </a:ext>
              </a:extLst>
            </p:cNvPr>
            <p:cNvSpPr/>
            <p:nvPr/>
          </p:nvSpPr>
          <p:spPr>
            <a:xfrm>
              <a:off x="972800" y="3655825"/>
              <a:ext cx="327350" cy="237550"/>
            </a:xfrm>
            <a:custGeom>
              <a:avLst/>
              <a:gdLst/>
              <a:ahLst/>
              <a:cxnLst/>
              <a:rect l="l" t="t" r="r" b="b"/>
              <a:pathLst>
                <a:path w="13094" h="9502" extrusionOk="0">
                  <a:moveTo>
                    <a:pt x="1400" y="1"/>
                  </a:moveTo>
                  <a:cubicBezTo>
                    <a:pt x="1122" y="1"/>
                    <a:pt x="882" y="170"/>
                    <a:pt x="703" y="549"/>
                  </a:cubicBezTo>
                  <a:cubicBezTo>
                    <a:pt x="1" y="2055"/>
                    <a:pt x="1583" y="7299"/>
                    <a:pt x="4148" y="8920"/>
                  </a:cubicBezTo>
                  <a:cubicBezTo>
                    <a:pt x="4779" y="9317"/>
                    <a:pt x="5465" y="9501"/>
                    <a:pt x="6161" y="9501"/>
                  </a:cubicBezTo>
                  <a:cubicBezTo>
                    <a:pt x="6717" y="9501"/>
                    <a:pt x="7279" y="9383"/>
                    <a:pt x="7823" y="9162"/>
                  </a:cubicBezTo>
                  <a:cubicBezTo>
                    <a:pt x="10733" y="7963"/>
                    <a:pt x="13093" y="4568"/>
                    <a:pt x="10950" y="4224"/>
                  </a:cubicBezTo>
                  <a:lnTo>
                    <a:pt x="10937" y="4224"/>
                  </a:lnTo>
                  <a:cubicBezTo>
                    <a:pt x="10748" y="4196"/>
                    <a:pt x="10557" y="4183"/>
                    <a:pt x="10367" y="4183"/>
                  </a:cubicBezTo>
                  <a:cubicBezTo>
                    <a:pt x="9849" y="4183"/>
                    <a:pt x="9332" y="4283"/>
                    <a:pt x="8857" y="4479"/>
                  </a:cubicBezTo>
                  <a:cubicBezTo>
                    <a:pt x="7325" y="5041"/>
                    <a:pt x="6305" y="6010"/>
                    <a:pt x="5488" y="6712"/>
                  </a:cubicBezTo>
                  <a:cubicBezTo>
                    <a:pt x="5376" y="6806"/>
                    <a:pt x="5316" y="6857"/>
                    <a:pt x="5276" y="6857"/>
                  </a:cubicBezTo>
                  <a:cubicBezTo>
                    <a:pt x="5229" y="6857"/>
                    <a:pt x="5210" y="6787"/>
                    <a:pt x="5169" y="6636"/>
                  </a:cubicBezTo>
                  <a:cubicBezTo>
                    <a:pt x="4647" y="3421"/>
                    <a:pt x="2648" y="1"/>
                    <a:pt x="140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39">
              <a:extLst>
                <a:ext uri="{FF2B5EF4-FFF2-40B4-BE49-F238E27FC236}">
                  <a16:creationId xmlns:a16="http://schemas.microsoft.com/office/drawing/2014/main" id="{51EEB550-5A0A-4831-40F1-CBC052D466E0}"/>
                </a:ext>
              </a:extLst>
            </p:cNvPr>
            <p:cNvSpPr/>
            <p:nvPr/>
          </p:nvSpPr>
          <p:spPr>
            <a:xfrm>
              <a:off x="972800" y="3617525"/>
              <a:ext cx="327350" cy="279800"/>
            </a:xfrm>
            <a:custGeom>
              <a:avLst/>
              <a:gdLst/>
              <a:ahLst/>
              <a:cxnLst/>
              <a:rect l="l" t="t" r="r" b="b"/>
              <a:pathLst>
                <a:path w="13094" h="11192" fill="none" extrusionOk="0">
                  <a:moveTo>
                    <a:pt x="10937" y="5756"/>
                  </a:moveTo>
                  <a:cubicBezTo>
                    <a:pt x="10235" y="5654"/>
                    <a:pt x="9508" y="5743"/>
                    <a:pt x="8857" y="6011"/>
                  </a:cubicBezTo>
                  <a:cubicBezTo>
                    <a:pt x="7325" y="6573"/>
                    <a:pt x="6305" y="7542"/>
                    <a:pt x="5488" y="8244"/>
                  </a:cubicBezTo>
                  <a:cubicBezTo>
                    <a:pt x="5245" y="8448"/>
                    <a:pt x="5245" y="8448"/>
                    <a:pt x="5169" y="8168"/>
                  </a:cubicBezTo>
                  <a:cubicBezTo>
                    <a:pt x="4531" y="4237"/>
                    <a:pt x="1685" y="1"/>
                    <a:pt x="703" y="2081"/>
                  </a:cubicBezTo>
                  <a:cubicBezTo>
                    <a:pt x="1" y="3587"/>
                    <a:pt x="1583" y="8831"/>
                    <a:pt x="4148" y="10452"/>
                  </a:cubicBezTo>
                  <a:cubicBezTo>
                    <a:pt x="5284" y="11166"/>
                    <a:pt x="6598" y="11192"/>
                    <a:pt x="7823" y="10694"/>
                  </a:cubicBezTo>
                  <a:cubicBezTo>
                    <a:pt x="10733" y="9495"/>
                    <a:pt x="13093" y="6100"/>
                    <a:pt x="10937" y="5756"/>
                  </a:cubicBezTo>
                  <a:close/>
                </a:path>
              </a:pathLst>
            </a:custGeom>
            <a:solidFill>
              <a:schemeClr val="dk1"/>
            </a:solidFill>
            <a:ln w="8625" cap="flat" cmpd="sng">
              <a:solidFill>
                <a:srgbClr val="000000"/>
              </a:solidFill>
              <a:prstDash val="solid"/>
              <a:miter lim="1276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39">
              <a:extLst>
                <a:ext uri="{FF2B5EF4-FFF2-40B4-BE49-F238E27FC236}">
                  <a16:creationId xmlns:a16="http://schemas.microsoft.com/office/drawing/2014/main" id="{0ABF5CB4-655B-57C0-BA77-33EC9CEEF75A}"/>
                </a:ext>
              </a:extLst>
            </p:cNvPr>
            <p:cNvSpPr/>
            <p:nvPr/>
          </p:nvSpPr>
          <p:spPr>
            <a:xfrm>
              <a:off x="910125" y="3833975"/>
              <a:ext cx="310150" cy="213700"/>
            </a:xfrm>
            <a:custGeom>
              <a:avLst/>
              <a:gdLst/>
              <a:ahLst/>
              <a:cxnLst/>
              <a:rect l="l" t="t" r="r" b="b"/>
              <a:pathLst>
                <a:path w="12406" h="8548" extrusionOk="0">
                  <a:moveTo>
                    <a:pt x="1232" y="0"/>
                  </a:moveTo>
                  <a:cubicBezTo>
                    <a:pt x="895" y="0"/>
                    <a:pt x="611" y="190"/>
                    <a:pt x="492" y="722"/>
                  </a:cubicBezTo>
                  <a:cubicBezTo>
                    <a:pt x="1" y="2951"/>
                    <a:pt x="3362" y="8547"/>
                    <a:pt x="6921" y="8547"/>
                  </a:cubicBezTo>
                  <a:cubicBezTo>
                    <a:pt x="6968" y="8547"/>
                    <a:pt x="7016" y="8546"/>
                    <a:pt x="7063" y="8544"/>
                  </a:cubicBezTo>
                  <a:cubicBezTo>
                    <a:pt x="9386" y="8455"/>
                    <a:pt x="12168" y="5813"/>
                    <a:pt x="12308" y="4678"/>
                  </a:cubicBezTo>
                  <a:cubicBezTo>
                    <a:pt x="12405" y="3908"/>
                    <a:pt x="11931" y="3679"/>
                    <a:pt x="11337" y="3679"/>
                  </a:cubicBezTo>
                  <a:cubicBezTo>
                    <a:pt x="10760" y="3679"/>
                    <a:pt x="10069" y="3895"/>
                    <a:pt x="9679" y="4040"/>
                  </a:cubicBezTo>
                  <a:cubicBezTo>
                    <a:pt x="8429" y="4512"/>
                    <a:pt x="7268" y="5277"/>
                    <a:pt x="6145" y="5992"/>
                  </a:cubicBezTo>
                  <a:cubicBezTo>
                    <a:pt x="6145" y="5992"/>
                    <a:pt x="4920" y="2738"/>
                    <a:pt x="2699" y="735"/>
                  </a:cubicBezTo>
                  <a:cubicBezTo>
                    <a:pt x="2335" y="408"/>
                    <a:pt x="1727" y="0"/>
                    <a:pt x="12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39">
              <a:extLst>
                <a:ext uri="{FF2B5EF4-FFF2-40B4-BE49-F238E27FC236}">
                  <a16:creationId xmlns:a16="http://schemas.microsoft.com/office/drawing/2014/main" id="{0E0EFA06-2483-15B3-ED93-7255EB3DD436}"/>
                </a:ext>
              </a:extLst>
            </p:cNvPr>
            <p:cNvSpPr/>
            <p:nvPr/>
          </p:nvSpPr>
          <p:spPr>
            <a:xfrm>
              <a:off x="909975" y="3819150"/>
              <a:ext cx="312650" cy="232275"/>
            </a:xfrm>
            <a:custGeom>
              <a:avLst/>
              <a:gdLst/>
              <a:ahLst/>
              <a:cxnLst/>
              <a:rect l="l" t="t" r="r" b="b"/>
              <a:pathLst>
                <a:path w="12506" h="9291" fill="none" extrusionOk="0">
                  <a:moveTo>
                    <a:pt x="7069" y="9137"/>
                  </a:moveTo>
                  <a:cubicBezTo>
                    <a:pt x="9392" y="9048"/>
                    <a:pt x="12174" y="6406"/>
                    <a:pt x="12314" y="5271"/>
                  </a:cubicBezTo>
                  <a:cubicBezTo>
                    <a:pt x="12505" y="3752"/>
                    <a:pt x="10477" y="4339"/>
                    <a:pt x="9685" y="4633"/>
                  </a:cubicBezTo>
                  <a:cubicBezTo>
                    <a:pt x="8435" y="5105"/>
                    <a:pt x="7274" y="5870"/>
                    <a:pt x="6151" y="6585"/>
                  </a:cubicBezTo>
                  <a:cubicBezTo>
                    <a:pt x="6151" y="6585"/>
                    <a:pt x="4926" y="3331"/>
                    <a:pt x="2705" y="1328"/>
                  </a:cubicBezTo>
                  <a:cubicBezTo>
                    <a:pt x="2093" y="779"/>
                    <a:pt x="791" y="1"/>
                    <a:pt x="498" y="1315"/>
                  </a:cubicBezTo>
                  <a:cubicBezTo>
                    <a:pt x="0" y="3561"/>
                    <a:pt x="3458" y="9290"/>
                    <a:pt x="7069" y="9137"/>
                  </a:cubicBezTo>
                  <a:close/>
                </a:path>
              </a:pathLst>
            </a:custGeom>
            <a:solidFill>
              <a:schemeClr val="dk1"/>
            </a:solidFill>
            <a:ln w="8625" cap="flat" cmpd="sng">
              <a:solidFill>
                <a:srgbClr val="000000"/>
              </a:solidFill>
              <a:prstDash val="solid"/>
              <a:miter lim="1276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39">
              <a:extLst>
                <a:ext uri="{FF2B5EF4-FFF2-40B4-BE49-F238E27FC236}">
                  <a16:creationId xmlns:a16="http://schemas.microsoft.com/office/drawing/2014/main" id="{22EE1C32-52B4-067D-8457-A965574DAA3E}"/>
                </a:ext>
              </a:extLst>
            </p:cNvPr>
            <p:cNvSpPr/>
            <p:nvPr/>
          </p:nvSpPr>
          <p:spPr>
            <a:xfrm>
              <a:off x="1056375" y="3497300"/>
              <a:ext cx="250475" cy="233900"/>
            </a:xfrm>
            <a:custGeom>
              <a:avLst/>
              <a:gdLst/>
              <a:ahLst/>
              <a:cxnLst/>
              <a:rect l="l" t="t" r="r" b="b"/>
              <a:pathLst>
                <a:path w="10019" h="9356" extrusionOk="0">
                  <a:moveTo>
                    <a:pt x="1356" y="1"/>
                  </a:moveTo>
                  <a:cubicBezTo>
                    <a:pt x="0" y="1"/>
                    <a:pt x="52" y="6220"/>
                    <a:pt x="2375" y="8600"/>
                  </a:cubicBezTo>
                  <a:cubicBezTo>
                    <a:pt x="2890" y="9134"/>
                    <a:pt x="3530" y="9356"/>
                    <a:pt x="4221" y="9356"/>
                  </a:cubicBezTo>
                  <a:cubicBezTo>
                    <a:pt x="5857" y="9356"/>
                    <a:pt x="7784" y="8116"/>
                    <a:pt x="9048" y="6852"/>
                  </a:cubicBezTo>
                  <a:cubicBezTo>
                    <a:pt x="9444" y="6443"/>
                    <a:pt x="10018" y="5614"/>
                    <a:pt x="9840" y="5001"/>
                  </a:cubicBezTo>
                  <a:cubicBezTo>
                    <a:pt x="9722" y="4596"/>
                    <a:pt x="9381" y="4455"/>
                    <a:pt x="8966" y="4455"/>
                  </a:cubicBezTo>
                  <a:cubicBezTo>
                    <a:pt x="8259" y="4455"/>
                    <a:pt x="7337" y="4864"/>
                    <a:pt x="6943" y="5065"/>
                  </a:cubicBezTo>
                  <a:lnTo>
                    <a:pt x="6943" y="5078"/>
                  </a:lnTo>
                  <a:cubicBezTo>
                    <a:pt x="4289" y="6456"/>
                    <a:pt x="3957" y="6481"/>
                    <a:pt x="3957" y="6481"/>
                  </a:cubicBezTo>
                  <a:cubicBezTo>
                    <a:pt x="3957" y="6481"/>
                    <a:pt x="3549" y="1696"/>
                    <a:pt x="1826" y="216"/>
                  </a:cubicBezTo>
                  <a:cubicBezTo>
                    <a:pt x="1655" y="69"/>
                    <a:pt x="1497" y="1"/>
                    <a:pt x="13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39">
              <a:extLst>
                <a:ext uri="{FF2B5EF4-FFF2-40B4-BE49-F238E27FC236}">
                  <a16:creationId xmlns:a16="http://schemas.microsoft.com/office/drawing/2014/main" id="{2031B46E-711F-0236-9363-D014C6F7B095}"/>
                </a:ext>
              </a:extLst>
            </p:cNvPr>
            <p:cNvSpPr/>
            <p:nvPr/>
          </p:nvSpPr>
          <p:spPr>
            <a:xfrm>
              <a:off x="1051600" y="3463775"/>
              <a:ext cx="255250" cy="293500"/>
            </a:xfrm>
            <a:custGeom>
              <a:avLst/>
              <a:gdLst/>
              <a:ahLst/>
              <a:cxnLst/>
              <a:rect l="l" t="t" r="r" b="b"/>
              <a:pathLst>
                <a:path w="10210" h="11740" fill="none" extrusionOk="0">
                  <a:moveTo>
                    <a:pt x="7134" y="6419"/>
                  </a:moveTo>
                  <a:cubicBezTo>
                    <a:pt x="4480" y="7797"/>
                    <a:pt x="4148" y="7822"/>
                    <a:pt x="4148" y="7822"/>
                  </a:cubicBezTo>
                  <a:cubicBezTo>
                    <a:pt x="4148" y="7822"/>
                    <a:pt x="3740" y="3037"/>
                    <a:pt x="2017" y="1557"/>
                  </a:cubicBezTo>
                  <a:cubicBezTo>
                    <a:pt x="205" y="0"/>
                    <a:pt x="1" y="7312"/>
                    <a:pt x="2566" y="9941"/>
                  </a:cubicBezTo>
                  <a:cubicBezTo>
                    <a:pt x="4301" y="11740"/>
                    <a:pt x="7440" y="9992"/>
                    <a:pt x="9239" y="8193"/>
                  </a:cubicBezTo>
                  <a:cubicBezTo>
                    <a:pt x="9635" y="7784"/>
                    <a:pt x="10209" y="6955"/>
                    <a:pt x="10031" y="6342"/>
                  </a:cubicBezTo>
                  <a:cubicBezTo>
                    <a:pt x="9712" y="5258"/>
                    <a:pt x="7746" y="6087"/>
                    <a:pt x="7134" y="6419"/>
                  </a:cubicBezTo>
                  <a:close/>
                </a:path>
              </a:pathLst>
            </a:custGeom>
            <a:solidFill>
              <a:schemeClr val="dk1"/>
            </a:solidFill>
            <a:ln w="8625" cap="flat" cmpd="sng">
              <a:solidFill>
                <a:srgbClr val="000000"/>
              </a:solidFill>
              <a:prstDash val="solid"/>
              <a:miter lim="1276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39">
              <a:extLst>
                <a:ext uri="{FF2B5EF4-FFF2-40B4-BE49-F238E27FC236}">
                  <a16:creationId xmlns:a16="http://schemas.microsoft.com/office/drawing/2014/main" id="{2BD4BEA7-5E0A-489D-22ED-02AFC0E619C0}"/>
                </a:ext>
              </a:extLst>
            </p:cNvPr>
            <p:cNvSpPr/>
            <p:nvPr/>
          </p:nvSpPr>
          <p:spPr>
            <a:xfrm>
              <a:off x="1150175" y="3374450"/>
              <a:ext cx="184100" cy="199075"/>
            </a:xfrm>
            <a:custGeom>
              <a:avLst/>
              <a:gdLst/>
              <a:ahLst/>
              <a:cxnLst/>
              <a:rect l="l" t="t" r="r" b="b"/>
              <a:pathLst>
                <a:path w="7364" h="7963" extrusionOk="0">
                  <a:moveTo>
                    <a:pt x="2183" y="0"/>
                  </a:moveTo>
                  <a:cubicBezTo>
                    <a:pt x="1302" y="0"/>
                    <a:pt x="537" y="1812"/>
                    <a:pt x="307" y="3573"/>
                  </a:cubicBezTo>
                  <a:cubicBezTo>
                    <a:pt x="1" y="5896"/>
                    <a:pt x="652" y="7503"/>
                    <a:pt x="2043" y="7886"/>
                  </a:cubicBezTo>
                  <a:cubicBezTo>
                    <a:pt x="2247" y="7937"/>
                    <a:pt x="2464" y="7963"/>
                    <a:pt x="2681" y="7963"/>
                  </a:cubicBezTo>
                  <a:cubicBezTo>
                    <a:pt x="4607" y="7963"/>
                    <a:pt x="6483" y="5768"/>
                    <a:pt x="7108" y="4186"/>
                  </a:cubicBezTo>
                  <a:cubicBezTo>
                    <a:pt x="7338" y="3586"/>
                    <a:pt x="7364" y="3152"/>
                    <a:pt x="7172" y="2871"/>
                  </a:cubicBezTo>
                  <a:lnTo>
                    <a:pt x="7160" y="2871"/>
                  </a:lnTo>
                  <a:cubicBezTo>
                    <a:pt x="7021" y="2674"/>
                    <a:pt x="6797" y="2562"/>
                    <a:pt x="6557" y="2562"/>
                  </a:cubicBezTo>
                  <a:cubicBezTo>
                    <a:pt x="6532" y="2562"/>
                    <a:pt x="6508" y="2563"/>
                    <a:pt x="6483" y="2565"/>
                  </a:cubicBezTo>
                  <a:cubicBezTo>
                    <a:pt x="5590" y="2565"/>
                    <a:pt x="4148" y="3420"/>
                    <a:pt x="3752" y="3726"/>
                  </a:cubicBezTo>
                  <a:cubicBezTo>
                    <a:pt x="3701" y="3765"/>
                    <a:pt x="3574" y="3854"/>
                    <a:pt x="3472" y="3930"/>
                  </a:cubicBezTo>
                  <a:lnTo>
                    <a:pt x="3472" y="3714"/>
                  </a:lnTo>
                  <a:cubicBezTo>
                    <a:pt x="3484" y="2922"/>
                    <a:pt x="3395" y="2118"/>
                    <a:pt x="3204" y="1353"/>
                  </a:cubicBezTo>
                  <a:cubicBezTo>
                    <a:pt x="2987" y="447"/>
                    <a:pt x="2642" y="0"/>
                    <a:pt x="218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39">
              <a:extLst>
                <a:ext uri="{FF2B5EF4-FFF2-40B4-BE49-F238E27FC236}">
                  <a16:creationId xmlns:a16="http://schemas.microsoft.com/office/drawing/2014/main" id="{0E698371-118F-E8EC-9297-4CA234AC3E6F}"/>
                </a:ext>
              </a:extLst>
            </p:cNvPr>
            <p:cNvSpPr/>
            <p:nvPr/>
          </p:nvSpPr>
          <p:spPr>
            <a:xfrm>
              <a:off x="1150175" y="3374450"/>
              <a:ext cx="183775" cy="199075"/>
            </a:xfrm>
            <a:custGeom>
              <a:avLst/>
              <a:gdLst/>
              <a:ahLst/>
              <a:cxnLst/>
              <a:rect l="l" t="t" r="r" b="b"/>
              <a:pathLst>
                <a:path w="7351" h="7963" fill="none" extrusionOk="0">
                  <a:moveTo>
                    <a:pt x="7160" y="2871"/>
                  </a:moveTo>
                  <a:cubicBezTo>
                    <a:pt x="7006" y="2654"/>
                    <a:pt x="6751" y="2540"/>
                    <a:pt x="6483" y="2565"/>
                  </a:cubicBezTo>
                  <a:cubicBezTo>
                    <a:pt x="5590" y="2565"/>
                    <a:pt x="4148" y="3420"/>
                    <a:pt x="3752" y="3726"/>
                  </a:cubicBezTo>
                  <a:cubicBezTo>
                    <a:pt x="3701" y="3765"/>
                    <a:pt x="3574" y="3854"/>
                    <a:pt x="3472" y="3930"/>
                  </a:cubicBezTo>
                  <a:lnTo>
                    <a:pt x="3472" y="3714"/>
                  </a:lnTo>
                  <a:cubicBezTo>
                    <a:pt x="3484" y="2922"/>
                    <a:pt x="3395" y="2118"/>
                    <a:pt x="3204" y="1353"/>
                  </a:cubicBezTo>
                  <a:cubicBezTo>
                    <a:pt x="2987" y="447"/>
                    <a:pt x="2642" y="0"/>
                    <a:pt x="2183" y="0"/>
                  </a:cubicBezTo>
                  <a:cubicBezTo>
                    <a:pt x="1302" y="0"/>
                    <a:pt x="537" y="1812"/>
                    <a:pt x="307" y="3573"/>
                  </a:cubicBezTo>
                  <a:cubicBezTo>
                    <a:pt x="1" y="5896"/>
                    <a:pt x="652" y="7503"/>
                    <a:pt x="2043" y="7886"/>
                  </a:cubicBezTo>
                  <a:cubicBezTo>
                    <a:pt x="2247" y="7937"/>
                    <a:pt x="2464" y="7963"/>
                    <a:pt x="2681" y="7963"/>
                  </a:cubicBezTo>
                  <a:lnTo>
                    <a:pt x="2681" y="7963"/>
                  </a:lnTo>
                  <a:cubicBezTo>
                    <a:pt x="4607" y="7963"/>
                    <a:pt x="6483" y="5768"/>
                    <a:pt x="7108" y="4186"/>
                  </a:cubicBezTo>
                  <a:cubicBezTo>
                    <a:pt x="7338" y="3586"/>
                    <a:pt x="7351" y="3152"/>
                    <a:pt x="7160" y="2871"/>
                  </a:cubicBezTo>
                  <a:close/>
                </a:path>
              </a:pathLst>
            </a:custGeom>
            <a:solidFill>
              <a:schemeClr val="dk1"/>
            </a:solidFill>
            <a:ln w="8625" cap="flat" cmpd="sng">
              <a:solidFill>
                <a:srgbClr val="000000"/>
              </a:solidFill>
              <a:prstDash val="solid"/>
              <a:miter lim="1276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39">
              <a:extLst>
                <a:ext uri="{FF2B5EF4-FFF2-40B4-BE49-F238E27FC236}">
                  <a16:creationId xmlns:a16="http://schemas.microsoft.com/office/drawing/2014/main" id="{C100F462-7EFE-D356-F94B-C582C55573FD}"/>
                </a:ext>
              </a:extLst>
            </p:cNvPr>
            <p:cNvSpPr/>
            <p:nvPr/>
          </p:nvSpPr>
          <p:spPr>
            <a:xfrm>
              <a:off x="1226200" y="3470100"/>
              <a:ext cx="78675" cy="64200"/>
            </a:xfrm>
            <a:custGeom>
              <a:avLst/>
              <a:gdLst/>
              <a:ahLst/>
              <a:cxnLst/>
              <a:rect l="l" t="t" r="r" b="b"/>
              <a:pathLst>
                <a:path w="3147" h="2568" extrusionOk="0">
                  <a:moveTo>
                    <a:pt x="2925" y="1"/>
                  </a:moveTo>
                  <a:cubicBezTo>
                    <a:pt x="2889" y="1"/>
                    <a:pt x="2851" y="13"/>
                    <a:pt x="2817" y="41"/>
                  </a:cubicBezTo>
                  <a:cubicBezTo>
                    <a:pt x="2498" y="283"/>
                    <a:pt x="1707" y="1010"/>
                    <a:pt x="852" y="1712"/>
                  </a:cubicBezTo>
                  <a:cubicBezTo>
                    <a:pt x="651" y="1850"/>
                    <a:pt x="154" y="2210"/>
                    <a:pt x="162" y="2210"/>
                  </a:cubicBezTo>
                  <a:cubicBezTo>
                    <a:pt x="162" y="2210"/>
                    <a:pt x="162" y="2210"/>
                    <a:pt x="163" y="2210"/>
                  </a:cubicBezTo>
                  <a:lnTo>
                    <a:pt x="163" y="2210"/>
                  </a:lnTo>
                  <a:cubicBezTo>
                    <a:pt x="1" y="2322"/>
                    <a:pt x="94" y="2568"/>
                    <a:pt x="277" y="2568"/>
                  </a:cubicBezTo>
                  <a:cubicBezTo>
                    <a:pt x="281" y="2568"/>
                    <a:pt x="286" y="2568"/>
                    <a:pt x="290" y="2567"/>
                  </a:cubicBezTo>
                  <a:cubicBezTo>
                    <a:pt x="1452" y="2440"/>
                    <a:pt x="2677" y="1304"/>
                    <a:pt x="3098" y="245"/>
                  </a:cubicBezTo>
                  <a:cubicBezTo>
                    <a:pt x="3146" y="119"/>
                    <a:pt x="3041" y="1"/>
                    <a:pt x="29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39">
              <a:extLst>
                <a:ext uri="{FF2B5EF4-FFF2-40B4-BE49-F238E27FC236}">
                  <a16:creationId xmlns:a16="http://schemas.microsoft.com/office/drawing/2014/main" id="{871A3DB9-8B04-5875-7516-885620ABEF90}"/>
                </a:ext>
              </a:extLst>
            </p:cNvPr>
            <p:cNvSpPr/>
            <p:nvPr/>
          </p:nvSpPr>
          <p:spPr>
            <a:xfrm>
              <a:off x="1178900" y="3412400"/>
              <a:ext cx="31600" cy="100375"/>
            </a:xfrm>
            <a:custGeom>
              <a:avLst/>
              <a:gdLst/>
              <a:ahLst/>
              <a:cxnLst/>
              <a:rect l="l" t="t" r="r" b="b"/>
              <a:pathLst>
                <a:path w="1264" h="4015" extrusionOk="0">
                  <a:moveTo>
                    <a:pt x="945" y="1"/>
                  </a:moveTo>
                  <a:cubicBezTo>
                    <a:pt x="881" y="1"/>
                    <a:pt x="817" y="26"/>
                    <a:pt x="779" y="90"/>
                  </a:cubicBezTo>
                  <a:cubicBezTo>
                    <a:pt x="587" y="358"/>
                    <a:pt x="447" y="664"/>
                    <a:pt x="345" y="983"/>
                  </a:cubicBezTo>
                  <a:cubicBezTo>
                    <a:pt x="77" y="1800"/>
                    <a:pt x="0" y="2974"/>
                    <a:pt x="383" y="3880"/>
                  </a:cubicBezTo>
                  <a:cubicBezTo>
                    <a:pt x="417" y="3971"/>
                    <a:pt x="495" y="4014"/>
                    <a:pt x="573" y="4014"/>
                  </a:cubicBezTo>
                  <a:cubicBezTo>
                    <a:pt x="669" y="4014"/>
                    <a:pt x="765" y="3949"/>
                    <a:pt x="779" y="3829"/>
                  </a:cubicBezTo>
                  <a:cubicBezTo>
                    <a:pt x="830" y="3510"/>
                    <a:pt x="842" y="3216"/>
                    <a:pt x="868" y="2910"/>
                  </a:cubicBezTo>
                  <a:cubicBezTo>
                    <a:pt x="1098" y="218"/>
                    <a:pt x="1264" y="13"/>
                    <a:pt x="94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39">
              <a:extLst>
                <a:ext uri="{FF2B5EF4-FFF2-40B4-BE49-F238E27FC236}">
                  <a16:creationId xmlns:a16="http://schemas.microsoft.com/office/drawing/2014/main" id="{A5FB9AC7-F7E4-AA0F-4ABE-A089B181C2F2}"/>
                </a:ext>
              </a:extLst>
            </p:cNvPr>
            <p:cNvSpPr/>
            <p:nvPr/>
          </p:nvSpPr>
          <p:spPr>
            <a:xfrm>
              <a:off x="1085100" y="3542200"/>
              <a:ext cx="45325" cy="126275"/>
            </a:xfrm>
            <a:custGeom>
              <a:avLst/>
              <a:gdLst/>
              <a:ahLst/>
              <a:cxnLst/>
              <a:rect l="l" t="t" r="r" b="b"/>
              <a:pathLst>
                <a:path w="1813" h="5051" extrusionOk="0">
                  <a:moveTo>
                    <a:pt x="245" y="1"/>
                  </a:moveTo>
                  <a:cubicBezTo>
                    <a:pt x="156" y="1"/>
                    <a:pt x="66" y="62"/>
                    <a:pt x="52" y="181"/>
                  </a:cubicBezTo>
                  <a:cubicBezTo>
                    <a:pt x="1" y="602"/>
                    <a:pt x="179" y="2848"/>
                    <a:pt x="690" y="3920"/>
                  </a:cubicBezTo>
                  <a:cubicBezTo>
                    <a:pt x="854" y="4270"/>
                    <a:pt x="1299" y="5050"/>
                    <a:pt x="1607" y="5050"/>
                  </a:cubicBezTo>
                  <a:cubicBezTo>
                    <a:pt x="1659" y="5050"/>
                    <a:pt x="1707" y="5028"/>
                    <a:pt x="1749" y="4979"/>
                  </a:cubicBezTo>
                  <a:cubicBezTo>
                    <a:pt x="1813" y="4915"/>
                    <a:pt x="1813" y="4826"/>
                    <a:pt x="1774" y="4749"/>
                  </a:cubicBezTo>
                  <a:cubicBezTo>
                    <a:pt x="1213" y="3601"/>
                    <a:pt x="868" y="1495"/>
                    <a:pt x="422" y="130"/>
                  </a:cubicBezTo>
                  <a:cubicBezTo>
                    <a:pt x="393" y="43"/>
                    <a:pt x="319" y="1"/>
                    <a:pt x="24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39">
              <a:extLst>
                <a:ext uri="{FF2B5EF4-FFF2-40B4-BE49-F238E27FC236}">
                  <a16:creationId xmlns:a16="http://schemas.microsoft.com/office/drawing/2014/main" id="{DE44B981-D8B0-E672-56B8-4BB6DDF549A7}"/>
                </a:ext>
              </a:extLst>
            </p:cNvPr>
            <p:cNvSpPr/>
            <p:nvPr/>
          </p:nvSpPr>
          <p:spPr>
            <a:xfrm>
              <a:off x="1012350" y="3706600"/>
              <a:ext cx="64175" cy="118825"/>
            </a:xfrm>
            <a:custGeom>
              <a:avLst/>
              <a:gdLst/>
              <a:ahLst/>
              <a:cxnLst/>
              <a:rect l="l" t="t" r="r" b="b"/>
              <a:pathLst>
                <a:path w="2567" h="4753" extrusionOk="0">
                  <a:moveTo>
                    <a:pt x="407" y="0"/>
                  </a:moveTo>
                  <a:cubicBezTo>
                    <a:pt x="387" y="0"/>
                    <a:pt x="367" y="4"/>
                    <a:pt x="346" y="11"/>
                  </a:cubicBezTo>
                  <a:cubicBezTo>
                    <a:pt x="269" y="36"/>
                    <a:pt x="218" y="100"/>
                    <a:pt x="218" y="177"/>
                  </a:cubicBezTo>
                  <a:lnTo>
                    <a:pt x="205" y="177"/>
                  </a:lnTo>
                  <a:cubicBezTo>
                    <a:pt x="1" y="2677"/>
                    <a:pt x="1740" y="4752"/>
                    <a:pt x="2357" y="4752"/>
                  </a:cubicBezTo>
                  <a:cubicBezTo>
                    <a:pt x="2433" y="4752"/>
                    <a:pt x="2492" y="4721"/>
                    <a:pt x="2528" y="4656"/>
                  </a:cubicBezTo>
                  <a:cubicBezTo>
                    <a:pt x="2566" y="4579"/>
                    <a:pt x="2553" y="4490"/>
                    <a:pt x="2502" y="4426"/>
                  </a:cubicBezTo>
                  <a:cubicBezTo>
                    <a:pt x="869" y="2290"/>
                    <a:pt x="902" y="0"/>
                    <a:pt x="4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39">
              <a:extLst>
                <a:ext uri="{FF2B5EF4-FFF2-40B4-BE49-F238E27FC236}">
                  <a16:creationId xmlns:a16="http://schemas.microsoft.com/office/drawing/2014/main" id="{0A6990F8-609B-3470-7CFD-D4D34114C614}"/>
                </a:ext>
              </a:extLst>
            </p:cNvPr>
            <p:cNvSpPr/>
            <p:nvPr/>
          </p:nvSpPr>
          <p:spPr>
            <a:xfrm>
              <a:off x="948575" y="3860600"/>
              <a:ext cx="86150" cy="129125"/>
            </a:xfrm>
            <a:custGeom>
              <a:avLst/>
              <a:gdLst/>
              <a:ahLst/>
              <a:cxnLst/>
              <a:rect l="l" t="t" r="r" b="b"/>
              <a:pathLst>
                <a:path w="3446" h="5165" extrusionOk="0">
                  <a:moveTo>
                    <a:pt x="242" y="1"/>
                  </a:moveTo>
                  <a:cubicBezTo>
                    <a:pt x="210" y="1"/>
                    <a:pt x="179" y="9"/>
                    <a:pt x="153" y="27"/>
                  </a:cubicBezTo>
                  <a:cubicBezTo>
                    <a:pt x="0" y="116"/>
                    <a:pt x="64" y="320"/>
                    <a:pt x="128" y="614"/>
                  </a:cubicBezTo>
                  <a:lnTo>
                    <a:pt x="140" y="614"/>
                  </a:lnTo>
                  <a:cubicBezTo>
                    <a:pt x="741" y="2959"/>
                    <a:pt x="2599" y="5164"/>
                    <a:pt x="3231" y="5164"/>
                  </a:cubicBezTo>
                  <a:cubicBezTo>
                    <a:pt x="3311" y="5164"/>
                    <a:pt x="3371" y="5129"/>
                    <a:pt x="3407" y="5055"/>
                  </a:cubicBezTo>
                  <a:cubicBezTo>
                    <a:pt x="3445" y="4978"/>
                    <a:pt x="3433" y="4876"/>
                    <a:pt x="3356" y="4812"/>
                  </a:cubicBezTo>
                  <a:cubicBezTo>
                    <a:pt x="2731" y="4161"/>
                    <a:pt x="2118" y="3000"/>
                    <a:pt x="408" y="91"/>
                  </a:cubicBezTo>
                  <a:cubicBezTo>
                    <a:pt x="366" y="32"/>
                    <a:pt x="303" y="1"/>
                    <a:pt x="24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39">
              <a:extLst>
                <a:ext uri="{FF2B5EF4-FFF2-40B4-BE49-F238E27FC236}">
                  <a16:creationId xmlns:a16="http://schemas.microsoft.com/office/drawing/2014/main" id="{8EC3161B-6ED9-203A-D5D2-93BBBC874BA3}"/>
                </a:ext>
              </a:extLst>
            </p:cNvPr>
            <p:cNvSpPr/>
            <p:nvPr/>
          </p:nvSpPr>
          <p:spPr>
            <a:xfrm>
              <a:off x="912600" y="4041175"/>
              <a:ext cx="97225" cy="126275"/>
            </a:xfrm>
            <a:custGeom>
              <a:avLst/>
              <a:gdLst/>
              <a:ahLst/>
              <a:cxnLst/>
              <a:rect l="l" t="t" r="r" b="b"/>
              <a:pathLst>
                <a:path w="3889" h="5051" extrusionOk="0">
                  <a:moveTo>
                    <a:pt x="218" y="1"/>
                  </a:moveTo>
                  <a:cubicBezTo>
                    <a:pt x="106" y="1"/>
                    <a:pt x="1" y="101"/>
                    <a:pt x="35" y="231"/>
                  </a:cubicBezTo>
                  <a:cubicBezTo>
                    <a:pt x="35" y="231"/>
                    <a:pt x="90" y="439"/>
                    <a:pt x="88" y="439"/>
                  </a:cubicBezTo>
                  <a:cubicBezTo>
                    <a:pt x="88" y="439"/>
                    <a:pt x="87" y="438"/>
                    <a:pt x="86" y="435"/>
                  </a:cubicBezTo>
                  <a:lnTo>
                    <a:pt x="86" y="448"/>
                  </a:lnTo>
                  <a:cubicBezTo>
                    <a:pt x="405" y="1341"/>
                    <a:pt x="610" y="1953"/>
                    <a:pt x="1286" y="2974"/>
                  </a:cubicBezTo>
                  <a:cubicBezTo>
                    <a:pt x="1860" y="3816"/>
                    <a:pt x="2575" y="4595"/>
                    <a:pt x="3506" y="5029"/>
                  </a:cubicBezTo>
                  <a:cubicBezTo>
                    <a:pt x="3538" y="5044"/>
                    <a:pt x="3570" y="5050"/>
                    <a:pt x="3599" y="5050"/>
                  </a:cubicBezTo>
                  <a:cubicBezTo>
                    <a:pt x="3772" y="5050"/>
                    <a:pt x="3888" y="4826"/>
                    <a:pt x="3736" y="4684"/>
                  </a:cubicBezTo>
                  <a:cubicBezTo>
                    <a:pt x="3404" y="4352"/>
                    <a:pt x="3085" y="4008"/>
                    <a:pt x="2792" y="3651"/>
                  </a:cubicBezTo>
                  <a:cubicBezTo>
                    <a:pt x="1941" y="2597"/>
                    <a:pt x="485" y="243"/>
                    <a:pt x="494" y="243"/>
                  </a:cubicBezTo>
                  <a:lnTo>
                    <a:pt x="494" y="243"/>
                  </a:lnTo>
                  <a:cubicBezTo>
                    <a:pt x="495" y="243"/>
                    <a:pt x="495" y="243"/>
                    <a:pt x="495" y="243"/>
                  </a:cubicBezTo>
                  <a:lnTo>
                    <a:pt x="367" y="78"/>
                  </a:lnTo>
                  <a:cubicBezTo>
                    <a:pt x="326" y="24"/>
                    <a:pt x="271" y="1"/>
                    <a:pt x="2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39">
              <a:extLst>
                <a:ext uri="{FF2B5EF4-FFF2-40B4-BE49-F238E27FC236}">
                  <a16:creationId xmlns:a16="http://schemas.microsoft.com/office/drawing/2014/main" id="{E538AA75-EE31-F63C-2938-1A402620EA16}"/>
                </a:ext>
              </a:extLst>
            </p:cNvPr>
            <p:cNvSpPr/>
            <p:nvPr/>
          </p:nvSpPr>
          <p:spPr>
            <a:xfrm>
              <a:off x="1067975" y="4109925"/>
              <a:ext cx="134250" cy="81875"/>
            </a:xfrm>
            <a:custGeom>
              <a:avLst/>
              <a:gdLst/>
              <a:ahLst/>
              <a:cxnLst/>
              <a:rect l="l" t="t" r="r" b="b"/>
              <a:pathLst>
                <a:path w="5370" h="3275" extrusionOk="0">
                  <a:moveTo>
                    <a:pt x="5116" y="1"/>
                  </a:moveTo>
                  <a:cubicBezTo>
                    <a:pt x="5082" y="1"/>
                    <a:pt x="5046" y="11"/>
                    <a:pt x="5011" y="33"/>
                  </a:cubicBezTo>
                  <a:cubicBezTo>
                    <a:pt x="5011" y="33"/>
                    <a:pt x="2880" y="1462"/>
                    <a:pt x="2051" y="1947"/>
                  </a:cubicBezTo>
                  <a:lnTo>
                    <a:pt x="2064" y="1934"/>
                  </a:lnTo>
                  <a:lnTo>
                    <a:pt x="2064" y="1934"/>
                  </a:lnTo>
                  <a:cubicBezTo>
                    <a:pt x="757" y="2698"/>
                    <a:pt x="225" y="2879"/>
                    <a:pt x="213" y="2879"/>
                  </a:cubicBezTo>
                  <a:cubicBezTo>
                    <a:pt x="212" y="2879"/>
                    <a:pt x="213" y="2879"/>
                    <a:pt x="213" y="2878"/>
                  </a:cubicBezTo>
                  <a:lnTo>
                    <a:pt x="213" y="2878"/>
                  </a:lnTo>
                  <a:cubicBezTo>
                    <a:pt x="1" y="2966"/>
                    <a:pt x="70" y="3274"/>
                    <a:pt x="290" y="3274"/>
                  </a:cubicBezTo>
                  <a:cubicBezTo>
                    <a:pt x="294" y="3274"/>
                    <a:pt x="298" y="3274"/>
                    <a:pt x="303" y="3274"/>
                  </a:cubicBezTo>
                  <a:cubicBezTo>
                    <a:pt x="2038" y="3223"/>
                    <a:pt x="4233" y="1653"/>
                    <a:pt x="5267" y="314"/>
                  </a:cubicBezTo>
                  <a:cubicBezTo>
                    <a:pt x="5370" y="170"/>
                    <a:pt x="5257" y="1"/>
                    <a:pt x="51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39">
              <a:extLst>
                <a:ext uri="{FF2B5EF4-FFF2-40B4-BE49-F238E27FC236}">
                  <a16:creationId xmlns:a16="http://schemas.microsoft.com/office/drawing/2014/main" id="{7B149D10-F728-0489-71E3-7BFF56EDC2A3}"/>
                </a:ext>
              </a:extLst>
            </p:cNvPr>
            <p:cNvSpPr/>
            <p:nvPr/>
          </p:nvSpPr>
          <p:spPr>
            <a:xfrm>
              <a:off x="1083825" y="3943700"/>
              <a:ext cx="119725" cy="75300"/>
            </a:xfrm>
            <a:custGeom>
              <a:avLst/>
              <a:gdLst/>
              <a:ahLst/>
              <a:cxnLst/>
              <a:rect l="l" t="t" r="r" b="b"/>
              <a:pathLst>
                <a:path w="4789" h="3012" extrusionOk="0">
                  <a:moveTo>
                    <a:pt x="4537" y="0"/>
                  </a:moveTo>
                  <a:cubicBezTo>
                    <a:pt x="4502" y="0"/>
                    <a:pt x="4465" y="10"/>
                    <a:pt x="4429" y="34"/>
                  </a:cubicBezTo>
                  <a:cubicBezTo>
                    <a:pt x="3433" y="774"/>
                    <a:pt x="2400" y="1463"/>
                    <a:pt x="1328" y="2101"/>
                  </a:cubicBezTo>
                  <a:lnTo>
                    <a:pt x="1328" y="2113"/>
                  </a:lnTo>
                  <a:cubicBezTo>
                    <a:pt x="970" y="2305"/>
                    <a:pt x="600" y="2471"/>
                    <a:pt x="205" y="2611"/>
                  </a:cubicBezTo>
                  <a:cubicBezTo>
                    <a:pt x="1" y="2688"/>
                    <a:pt x="39" y="2994"/>
                    <a:pt x="269" y="3007"/>
                  </a:cubicBezTo>
                  <a:cubicBezTo>
                    <a:pt x="321" y="3010"/>
                    <a:pt x="373" y="3012"/>
                    <a:pt x="426" y="3012"/>
                  </a:cubicBezTo>
                  <a:cubicBezTo>
                    <a:pt x="1992" y="3012"/>
                    <a:pt x="3882" y="1573"/>
                    <a:pt x="4697" y="301"/>
                  </a:cubicBezTo>
                  <a:cubicBezTo>
                    <a:pt x="4788" y="159"/>
                    <a:pt x="4677" y="0"/>
                    <a:pt x="45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39">
              <a:extLst>
                <a:ext uri="{FF2B5EF4-FFF2-40B4-BE49-F238E27FC236}">
                  <a16:creationId xmlns:a16="http://schemas.microsoft.com/office/drawing/2014/main" id="{B0249FD9-3177-778A-0C07-E9C0CC9BDDA8}"/>
                </a:ext>
              </a:extLst>
            </p:cNvPr>
            <p:cNvSpPr/>
            <p:nvPr/>
          </p:nvSpPr>
          <p:spPr>
            <a:xfrm>
              <a:off x="1125925" y="3784450"/>
              <a:ext cx="120100" cy="73400"/>
            </a:xfrm>
            <a:custGeom>
              <a:avLst/>
              <a:gdLst/>
              <a:ahLst/>
              <a:cxnLst/>
              <a:rect l="l" t="t" r="r" b="b"/>
              <a:pathLst>
                <a:path w="4804" h="2936" extrusionOk="0">
                  <a:moveTo>
                    <a:pt x="4554" y="0"/>
                  </a:moveTo>
                  <a:cubicBezTo>
                    <a:pt x="4512" y="0"/>
                    <a:pt x="4469" y="15"/>
                    <a:pt x="4429" y="49"/>
                  </a:cubicBezTo>
                  <a:cubicBezTo>
                    <a:pt x="2936" y="1350"/>
                    <a:pt x="2438" y="1554"/>
                    <a:pt x="2196" y="1720"/>
                  </a:cubicBezTo>
                  <a:cubicBezTo>
                    <a:pt x="1571" y="2065"/>
                    <a:pt x="907" y="2333"/>
                    <a:pt x="218" y="2512"/>
                  </a:cubicBezTo>
                  <a:cubicBezTo>
                    <a:pt x="1" y="2588"/>
                    <a:pt x="39" y="2894"/>
                    <a:pt x="256" y="2920"/>
                  </a:cubicBezTo>
                  <a:cubicBezTo>
                    <a:pt x="369" y="2930"/>
                    <a:pt x="482" y="2936"/>
                    <a:pt x="595" y="2936"/>
                  </a:cubicBezTo>
                  <a:cubicBezTo>
                    <a:pt x="2375" y="2936"/>
                    <a:pt x="4063" y="1647"/>
                    <a:pt x="4735" y="291"/>
                  </a:cubicBezTo>
                  <a:cubicBezTo>
                    <a:pt x="4803" y="146"/>
                    <a:pt x="4687" y="0"/>
                    <a:pt x="45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39">
              <a:extLst>
                <a:ext uri="{FF2B5EF4-FFF2-40B4-BE49-F238E27FC236}">
                  <a16:creationId xmlns:a16="http://schemas.microsoft.com/office/drawing/2014/main" id="{2F8184E9-3B8E-F1C8-1E51-8A1EEE2F5247}"/>
                </a:ext>
              </a:extLst>
            </p:cNvPr>
            <p:cNvSpPr/>
            <p:nvPr/>
          </p:nvSpPr>
          <p:spPr>
            <a:xfrm>
              <a:off x="1160400" y="3628150"/>
              <a:ext cx="118100" cy="68375"/>
            </a:xfrm>
            <a:custGeom>
              <a:avLst/>
              <a:gdLst/>
              <a:ahLst/>
              <a:cxnLst/>
              <a:rect l="l" t="t" r="r" b="b"/>
              <a:pathLst>
                <a:path w="4724" h="2735" extrusionOk="0">
                  <a:moveTo>
                    <a:pt x="4486" y="1"/>
                  </a:moveTo>
                  <a:cubicBezTo>
                    <a:pt x="4467" y="1"/>
                    <a:pt x="4448" y="4"/>
                    <a:pt x="4428" y="10"/>
                  </a:cubicBezTo>
                  <a:cubicBezTo>
                    <a:pt x="4428" y="10"/>
                    <a:pt x="4300" y="61"/>
                    <a:pt x="4288" y="73"/>
                  </a:cubicBezTo>
                  <a:cubicBezTo>
                    <a:pt x="4264" y="85"/>
                    <a:pt x="4093" y="177"/>
                    <a:pt x="4094" y="177"/>
                  </a:cubicBezTo>
                  <a:cubicBezTo>
                    <a:pt x="4094" y="177"/>
                    <a:pt x="4095" y="176"/>
                    <a:pt x="4096" y="176"/>
                  </a:cubicBezTo>
                  <a:lnTo>
                    <a:pt x="4096" y="176"/>
                  </a:lnTo>
                  <a:lnTo>
                    <a:pt x="3318" y="648"/>
                  </a:lnTo>
                  <a:cubicBezTo>
                    <a:pt x="2476" y="1145"/>
                    <a:pt x="1136" y="2000"/>
                    <a:pt x="230" y="2319"/>
                  </a:cubicBezTo>
                  <a:lnTo>
                    <a:pt x="217" y="2319"/>
                  </a:lnTo>
                  <a:cubicBezTo>
                    <a:pt x="0" y="2396"/>
                    <a:pt x="38" y="2702"/>
                    <a:pt x="268" y="2728"/>
                  </a:cubicBezTo>
                  <a:cubicBezTo>
                    <a:pt x="322" y="2732"/>
                    <a:pt x="377" y="2734"/>
                    <a:pt x="432" y="2734"/>
                  </a:cubicBezTo>
                  <a:cubicBezTo>
                    <a:pt x="1188" y="2734"/>
                    <a:pt x="2063" y="2342"/>
                    <a:pt x="2705" y="1949"/>
                  </a:cubicBezTo>
                  <a:cubicBezTo>
                    <a:pt x="3331" y="1566"/>
                    <a:pt x="4249" y="865"/>
                    <a:pt x="4645" y="278"/>
                  </a:cubicBezTo>
                  <a:cubicBezTo>
                    <a:pt x="4724" y="154"/>
                    <a:pt x="4624" y="1"/>
                    <a:pt x="448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39">
              <a:extLst>
                <a:ext uri="{FF2B5EF4-FFF2-40B4-BE49-F238E27FC236}">
                  <a16:creationId xmlns:a16="http://schemas.microsoft.com/office/drawing/2014/main" id="{D54766A7-A791-0FC1-12CC-3AF9E6BA60EF}"/>
                </a:ext>
              </a:extLst>
            </p:cNvPr>
            <p:cNvSpPr/>
            <p:nvPr/>
          </p:nvSpPr>
          <p:spPr>
            <a:xfrm>
              <a:off x="857000" y="3368050"/>
              <a:ext cx="483350" cy="897425"/>
            </a:xfrm>
            <a:custGeom>
              <a:avLst/>
              <a:gdLst/>
              <a:ahLst/>
              <a:cxnLst/>
              <a:rect l="l" t="t" r="r" b="b"/>
              <a:pathLst>
                <a:path w="19334" h="35897" extrusionOk="0">
                  <a:moveTo>
                    <a:pt x="13910" y="486"/>
                  </a:moveTo>
                  <a:lnTo>
                    <a:pt x="13910" y="499"/>
                  </a:lnTo>
                  <a:cubicBezTo>
                    <a:pt x="14203" y="499"/>
                    <a:pt x="14484" y="843"/>
                    <a:pt x="14688" y="1673"/>
                  </a:cubicBezTo>
                  <a:cubicBezTo>
                    <a:pt x="15148" y="3561"/>
                    <a:pt x="14790" y="4505"/>
                    <a:pt x="15058" y="4505"/>
                  </a:cubicBezTo>
                  <a:cubicBezTo>
                    <a:pt x="15160" y="4505"/>
                    <a:pt x="15326" y="4403"/>
                    <a:pt x="15633" y="4174"/>
                  </a:cubicBezTo>
                  <a:cubicBezTo>
                    <a:pt x="16066" y="3855"/>
                    <a:pt x="17432" y="3051"/>
                    <a:pt x="18210" y="3051"/>
                  </a:cubicBezTo>
                  <a:cubicBezTo>
                    <a:pt x="18708" y="3051"/>
                    <a:pt x="18963" y="3370"/>
                    <a:pt x="18593" y="4340"/>
                  </a:cubicBezTo>
                  <a:cubicBezTo>
                    <a:pt x="18032" y="5794"/>
                    <a:pt x="16207" y="7964"/>
                    <a:pt x="14395" y="7964"/>
                  </a:cubicBezTo>
                  <a:cubicBezTo>
                    <a:pt x="14203" y="7964"/>
                    <a:pt x="14012" y="7938"/>
                    <a:pt x="13833" y="7887"/>
                  </a:cubicBezTo>
                  <a:cubicBezTo>
                    <a:pt x="13795" y="7874"/>
                    <a:pt x="13757" y="7862"/>
                    <a:pt x="13718" y="7849"/>
                  </a:cubicBezTo>
                  <a:cubicBezTo>
                    <a:pt x="13986" y="7211"/>
                    <a:pt x="14267" y="6573"/>
                    <a:pt x="14573" y="5884"/>
                  </a:cubicBezTo>
                  <a:cubicBezTo>
                    <a:pt x="14666" y="5691"/>
                    <a:pt x="14499" y="5531"/>
                    <a:pt x="14338" y="5531"/>
                  </a:cubicBezTo>
                  <a:cubicBezTo>
                    <a:pt x="14253" y="5531"/>
                    <a:pt x="14171" y="5574"/>
                    <a:pt x="14127" y="5679"/>
                  </a:cubicBezTo>
                  <a:cubicBezTo>
                    <a:pt x="13821" y="6356"/>
                    <a:pt x="13540" y="7007"/>
                    <a:pt x="13272" y="7632"/>
                  </a:cubicBezTo>
                  <a:cubicBezTo>
                    <a:pt x="11141" y="6177"/>
                    <a:pt x="12685" y="486"/>
                    <a:pt x="13910" y="486"/>
                  </a:cubicBezTo>
                  <a:close/>
                  <a:moveTo>
                    <a:pt x="9316" y="5411"/>
                  </a:moveTo>
                  <a:cubicBezTo>
                    <a:pt x="9444" y="5424"/>
                    <a:pt x="9546" y="5488"/>
                    <a:pt x="9635" y="5577"/>
                  </a:cubicBezTo>
                  <a:cubicBezTo>
                    <a:pt x="11166" y="6892"/>
                    <a:pt x="11626" y="11116"/>
                    <a:pt x="11677" y="11613"/>
                  </a:cubicBezTo>
                  <a:cubicBezTo>
                    <a:pt x="11370" y="12430"/>
                    <a:pt x="11115" y="13183"/>
                    <a:pt x="10873" y="13897"/>
                  </a:cubicBezTo>
                  <a:cubicBezTo>
                    <a:pt x="10745" y="13808"/>
                    <a:pt x="10630" y="13706"/>
                    <a:pt x="10516" y="13604"/>
                  </a:cubicBezTo>
                  <a:lnTo>
                    <a:pt x="10516" y="13591"/>
                  </a:lnTo>
                  <a:cubicBezTo>
                    <a:pt x="8538" y="11562"/>
                    <a:pt x="8282" y="6420"/>
                    <a:pt x="9137" y="5514"/>
                  </a:cubicBezTo>
                  <a:cubicBezTo>
                    <a:pt x="9188" y="5450"/>
                    <a:pt x="9252" y="5411"/>
                    <a:pt x="9316" y="5411"/>
                  </a:cubicBezTo>
                  <a:close/>
                  <a:moveTo>
                    <a:pt x="16946" y="9881"/>
                  </a:moveTo>
                  <a:cubicBezTo>
                    <a:pt x="17086" y="9881"/>
                    <a:pt x="17213" y="9899"/>
                    <a:pt x="17317" y="9942"/>
                  </a:cubicBezTo>
                  <a:cubicBezTo>
                    <a:pt x="17445" y="9993"/>
                    <a:pt x="17534" y="10107"/>
                    <a:pt x="17572" y="10248"/>
                  </a:cubicBezTo>
                  <a:cubicBezTo>
                    <a:pt x="17713" y="10733"/>
                    <a:pt x="17202" y="11486"/>
                    <a:pt x="16845" y="11843"/>
                  </a:cubicBezTo>
                  <a:cubicBezTo>
                    <a:pt x="15722" y="12953"/>
                    <a:pt x="13821" y="14267"/>
                    <a:pt x="12187" y="14267"/>
                  </a:cubicBezTo>
                  <a:lnTo>
                    <a:pt x="12162" y="14267"/>
                  </a:lnTo>
                  <a:cubicBezTo>
                    <a:pt x="11881" y="14267"/>
                    <a:pt x="11600" y="14216"/>
                    <a:pt x="11332" y="14127"/>
                  </a:cubicBezTo>
                  <a:cubicBezTo>
                    <a:pt x="11562" y="13412"/>
                    <a:pt x="11830" y="12660"/>
                    <a:pt x="12123" y="11843"/>
                  </a:cubicBezTo>
                  <a:cubicBezTo>
                    <a:pt x="12557" y="11703"/>
                    <a:pt x="13604" y="11205"/>
                    <a:pt x="15033" y="10465"/>
                  </a:cubicBezTo>
                  <a:cubicBezTo>
                    <a:pt x="15547" y="10198"/>
                    <a:pt x="16367" y="9881"/>
                    <a:pt x="16946" y="9881"/>
                  </a:cubicBezTo>
                  <a:close/>
                  <a:moveTo>
                    <a:pt x="6060" y="11757"/>
                  </a:moveTo>
                  <a:cubicBezTo>
                    <a:pt x="6072" y="11757"/>
                    <a:pt x="6081" y="11760"/>
                    <a:pt x="6088" y="11766"/>
                  </a:cubicBezTo>
                  <a:cubicBezTo>
                    <a:pt x="7172" y="11907"/>
                    <a:pt x="9035" y="15059"/>
                    <a:pt x="9558" y="18210"/>
                  </a:cubicBezTo>
                  <a:cubicBezTo>
                    <a:pt x="9558" y="18249"/>
                    <a:pt x="9571" y="18300"/>
                    <a:pt x="9597" y="18338"/>
                  </a:cubicBezTo>
                  <a:lnTo>
                    <a:pt x="9571" y="18389"/>
                  </a:lnTo>
                  <a:cubicBezTo>
                    <a:pt x="9482" y="18746"/>
                    <a:pt x="9380" y="19129"/>
                    <a:pt x="9265" y="19550"/>
                  </a:cubicBezTo>
                  <a:lnTo>
                    <a:pt x="9061" y="20303"/>
                  </a:lnTo>
                  <a:cubicBezTo>
                    <a:pt x="9010" y="20278"/>
                    <a:pt x="8959" y="20252"/>
                    <a:pt x="8920" y="20227"/>
                  </a:cubicBezTo>
                  <a:cubicBezTo>
                    <a:pt x="6407" y="18644"/>
                    <a:pt x="4952" y="13463"/>
                    <a:pt x="5552" y="12175"/>
                  </a:cubicBezTo>
                  <a:cubicBezTo>
                    <a:pt x="5718" y="11830"/>
                    <a:pt x="5883" y="11766"/>
                    <a:pt x="6024" y="11766"/>
                  </a:cubicBezTo>
                  <a:cubicBezTo>
                    <a:pt x="6037" y="11760"/>
                    <a:pt x="6049" y="11757"/>
                    <a:pt x="6060" y="11757"/>
                  </a:cubicBezTo>
                  <a:close/>
                  <a:moveTo>
                    <a:pt x="14988" y="15936"/>
                  </a:moveTo>
                  <a:cubicBezTo>
                    <a:pt x="15169" y="15936"/>
                    <a:pt x="15350" y="15950"/>
                    <a:pt x="15530" y="15977"/>
                  </a:cubicBezTo>
                  <a:cubicBezTo>
                    <a:pt x="16041" y="16054"/>
                    <a:pt x="16130" y="16309"/>
                    <a:pt x="16143" y="16488"/>
                  </a:cubicBezTo>
                  <a:cubicBezTo>
                    <a:pt x="16258" y="17483"/>
                    <a:pt x="14497" y="19550"/>
                    <a:pt x="12353" y="20431"/>
                  </a:cubicBezTo>
                  <a:cubicBezTo>
                    <a:pt x="11871" y="20644"/>
                    <a:pt x="11352" y="20750"/>
                    <a:pt x="10832" y="20750"/>
                  </a:cubicBezTo>
                  <a:cubicBezTo>
                    <a:pt x="10388" y="20750"/>
                    <a:pt x="9943" y="20673"/>
                    <a:pt x="9520" y="20520"/>
                  </a:cubicBezTo>
                  <a:cubicBezTo>
                    <a:pt x="9597" y="20227"/>
                    <a:pt x="9673" y="19946"/>
                    <a:pt x="9750" y="19691"/>
                  </a:cubicBezTo>
                  <a:cubicBezTo>
                    <a:pt x="9865" y="19282"/>
                    <a:pt x="9954" y="18925"/>
                    <a:pt x="10043" y="18581"/>
                  </a:cubicBezTo>
                  <a:cubicBezTo>
                    <a:pt x="10133" y="18542"/>
                    <a:pt x="10209" y="18478"/>
                    <a:pt x="10273" y="18427"/>
                  </a:cubicBezTo>
                  <a:lnTo>
                    <a:pt x="10554" y="18172"/>
                  </a:lnTo>
                  <a:cubicBezTo>
                    <a:pt x="11307" y="17521"/>
                    <a:pt x="12251" y="16705"/>
                    <a:pt x="13565" y="16220"/>
                  </a:cubicBezTo>
                  <a:cubicBezTo>
                    <a:pt x="14021" y="16034"/>
                    <a:pt x="14503" y="15936"/>
                    <a:pt x="14988" y="15936"/>
                  </a:cubicBezTo>
                  <a:close/>
                  <a:moveTo>
                    <a:pt x="3357" y="18874"/>
                  </a:moveTo>
                  <a:cubicBezTo>
                    <a:pt x="3740" y="18874"/>
                    <a:pt x="4276" y="19193"/>
                    <a:pt x="4658" y="19538"/>
                  </a:cubicBezTo>
                  <a:cubicBezTo>
                    <a:pt x="6815" y="21477"/>
                    <a:pt x="8027" y="24667"/>
                    <a:pt x="8040" y="24693"/>
                  </a:cubicBezTo>
                  <a:cubicBezTo>
                    <a:pt x="8040" y="24693"/>
                    <a:pt x="8053" y="24706"/>
                    <a:pt x="8053" y="24718"/>
                  </a:cubicBezTo>
                  <a:cubicBezTo>
                    <a:pt x="7938" y="25318"/>
                    <a:pt x="7823" y="25956"/>
                    <a:pt x="7708" y="26645"/>
                  </a:cubicBezTo>
                  <a:cubicBezTo>
                    <a:pt x="6509" y="26173"/>
                    <a:pt x="5526" y="25191"/>
                    <a:pt x="4965" y="24514"/>
                  </a:cubicBezTo>
                  <a:cubicBezTo>
                    <a:pt x="3523" y="22804"/>
                    <a:pt x="2604" y="20558"/>
                    <a:pt x="2859" y="19397"/>
                  </a:cubicBezTo>
                  <a:cubicBezTo>
                    <a:pt x="2948" y="18976"/>
                    <a:pt x="3140" y="18912"/>
                    <a:pt x="3204" y="18900"/>
                  </a:cubicBezTo>
                  <a:cubicBezTo>
                    <a:pt x="3255" y="18874"/>
                    <a:pt x="3306" y="18874"/>
                    <a:pt x="3357" y="18874"/>
                  </a:cubicBezTo>
                  <a:close/>
                  <a:moveTo>
                    <a:pt x="13458" y="22562"/>
                  </a:moveTo>
                  <a:cubicBezTo>
                    <a:pt x="13695" y="22562"/>
                    <a:pt x="13896" y="22603"/>
                    <a:pt x="14025" y="22702"/>
                  </a:cubicBezTo>
                  <a:cubicBezTo>
                    <a:pt x="14076" y="22753"/>
                    <a:pt x="14229" y="22868"/>
                    <a:pt x="14191" y="23289"/>
                  </a:cubicBezTo>
                  <a:cubicBezTo>
                    <a:pt x="14050" y="24323"/>
                    <a:pt x="11358" y="26849"/>
                    <a:pt x="9176" y="26939"/>
                  </a:cubicBezTo>
                  <a:cubicBezTo>
                    <a:pt x="9134" y="26940"/>
                    <a:pt x="9093" y="26941"/>
                    <a:pt x="9051" y="26941"/>
                  </a:cubicBezTo>
                  <a:cubicBezTo>
                    <a:pt x="8758" y="26941"/>
                    <a:pt x="8459" y="26902"/>
                    <a:pt x="8180" y="26824"/>
                  </a:cubicBezTo>
                  <a:cubicBezTo>
                    <a:pt x="8295" y="26071"/>
                    <a:pt x="8423" y="25382"/>
                    <a:pt x="8550" y="24744"/>
                  </a:cubicBezTo>
                  <a:lnTo>
                    <a:pt x="8589" y="24718"/>
                  </a:lnTo>
                  <a:cubicBezTo>
                    <a:pt x="9635" y="24042"/>
                    <a:pt x="10720" y="23353"/>
                    <a:pt x="11881" y="22906"/>
                  </a:cubicBezTo>
                  <a:cubicBezTo>
                    <a:pt x="12380" y="22720"/>
                    <a:pt x="12991" y="22562"/>
                    <a:pt x="13458" y="22562"/>
                  </a:cubicBezTo>
                  <a:close/>
                  <a:moveTo>
                    <a:pt x="1481" y="25012"/>
                  </a:moveTo>
                  <a:cubicBezTo>
                    <a:pt x="2527" y="25012"/>
                    <a:pt x="4633" y="26518"/>
                    <a:pt x="7083" y="31035"/>
                  </a:cubicBezTo>
                  <a:cubicBezTo>
                    <a:pt x="6994" y="31826"/>
                    <a:pt x="6904" y="32681"/>
                    <a:pt x="6815" y="33587"/>
                  </a:cubicBezTo>
                  <a:cubicBezTo>
                    <a:pt x="3969" y="32783"/>
                    <a:pt x="1723" y="29874"/>
                    <a:pt x="843" y="26888"/>
                  </a:cubicBezTo>
                  <a:cubicBezTo>
                    <a:pt x="575" y="25956"/>
                    <a:pt x="677" y="25267"/>
                    <a:pt x="1162" y="25076"/>
                  </a:cubicBezTo>
                  <a:cubicBezTo>
                    <a:pt x="1264" y="25037"/>
                    <a:pt x="1366" y="25012"/>
                    <a:pt x="1481" y="25012"/>
                  </a:cubicBezTo>
                  <a:close/>
                  <a:moveTo>
                    <a:pt x="14148" y="28307"/>
                  </a:moveTo>
                  <a:cubicBezTo>
                    <a:pt x="14369" y="28307"/>
                    <a:pt x="14557" y="28346"/>
                    <a:pt x="14701" y="28432"/>
                  </a:cubicBezTo>
                  <a:cubicBezTo>
                    <a:pt x="14905" y="28547"/>
                    <a:pt x="15007" y="28789"/>
                    <a:pt x="15007" y="29146"/>
                  </a:cubicBezTo>
                  <a:cubicBezTo>
                    <a:pt x="15007" y="30397"/>
                    <a:pt x="13068" y="33077"/>
                    <a:pt x="9367" y="33715"/>
                  </a:cubicBezTo>
                  <a:cubicBezTo>
                    <a:pt x="9046" y="33769"/>
                    <a:pt x="8719" y="33798"/>
                    <a:pt x="8390" y="33798"/>
                  </a:cubicBezTo>
                  <a:cubicBezTo>
                    <a:pt x="8027" y="33798"/>
                    <a:pt x="7662" y="33763"/>
                    <a:pt x="7300" y="33689"/>
                  </a:cubicBezTo>
                  <a:cubicBezTo>
                    <a:pt x="7389" y="32796"/>
                    <a:pt x="7478" y="31966"/>
                    <a:pt x="7568" y="31175"/>
                  </a:cubicBezTo>
                  <a:cubicBezTo>
                    <a:pt x="7759" y="31099"/>
                    <a:pt x="8065" y="30933"/>
                    <a:pt x="8652" y="30601"/>
                  </a:cubicBezTo>
                  <a:cubicBezTo>
                    <a:pt x="10050" y="29820"/>
                    <a:pt x="12758" y="28307"/>
                    <a:pt x="14148" y="28307"/>
                  </a:cubicBezTo>
                  <a:close/>
                  <a:moveTo>
                    <a:pt x="13910" y="1"/>
                  </a:moveTo>
                  <a:cubicBezTo>
                    <a:pt x="12723" y="1"/>
                    <a:pt x="11996" y="2272"/>
                    <a:pt x="11792" y="3791"/>
                  </a:cubicBezTo>
                  <a:cubicBezTo>
                    <a:pt x="11511" y="5884"/>
                    <a:pt x="11983" y="7440"/>
                    <a:pt x="13068" y="8104"/>
                  </a:cubicBezTo>
                  <a:cubicBezTo>
                    <a:pt x="12685" y="8984"/>
                    <a:pt x="12353" y="9814"/>
                    <a:pt x="12047" y="10605"/>
                  </a:cubicBezTo>
                  <a:cubicBezTo>
                    <a:pt x="11830" y="9099"/>
                    <a:pt x="11256" y="6305"/>
                    <a:pt x="9954" y="5182"/>
                  </a:cubicBezTo>
                  <a:cubicBezTo>
                    <a:pt x="9716" y="4979"/>
                    <a:pt x="9505" y="4909"/>
                    <a:pt x="9329" y="4909"/>
                  </a:cubicBezTo>
                  <a:cubicBezTo>
                    <a:pt x="9062" y="4909"/>
                    <a:pt x="8872" y="5069"/>
                    <a:pt x="8780" y="5169"/>
                  </a:cubicBezTo>
                  <a:cubicBezTo>
                    <a:pt x="8168" y="5820"/>
                    <a:pt x="8078" y="7645"/>
                    <a:pt x="8257" y="9150"/>
                  </a:cubicBezTo>
                  <a:cubicBezTo>
                    <a:pt x="8499" y="11205"/>
                    <a:pt x="9188" y="12940"/>
                    <a:pt x="10158" y="13936"/>
                  </a:cubicBezTo>
                  <a:cubicBezTo>
                    <a:pt x="10324" y="14102"/>
                    <a:pt x="10516" y="14255"/>
                    <a:pt x="10720" y="14369"/>
                  </a:cubicBezTo>
                  <a:cubicBezTo>
                    <a:pt x="10375" y="15441"/>
                    <a:pt x="10094" y="16398"/>
                    <a:pt x="9865" y="17253"/>
                  </a:cubicBezTo>
                  <a:cubicBezTo>
                    <a:pt x="9176" y="14331"/>
                    <a:pt x="7440" y="11435"/>
                    <a:pt x="6164" y="11256"/>
                  </a:cubicBezTo>
                  <a:cubicBezTo>
                    <a:pt x="6127" y="11252"/>
                    <a:pt x="6087" y="11250"/>
                    <a:pt x="6043" y="11250"/>
                  </a:cubicBezTo>
                  <a:cubicBezTo>
                    <a:pt x="5770" y="11250"/>
                    <a:pt x="5380" y="11350"/>
                    <a:pt x="5105" y="11945"/>
                  </a:cubicBezTo>
                  <a:cubicBezTo>
                    <a:pt x="4327" y="13591"/>
                    <a:pt x="5998" y="18963"/>
                    <a:pt x="8640" y="20635"/>
                  </a:cubicBezTo>
                  <a:cubicBezTo>
                    <a:pt x="8742" y="20699"/>
                    <a:pt x="8831" y="20737"/>
                    <a:pt x="8933" y="20788"/>
                  </a:cubicBezTo>
                  <a:cubicBezTo>
                    <a:pt x="8716" y="21643"/>
                    <a:pt x="8461" y="22638"/>
                    <a:pt x="8219" y="23863"/>
                  </a:cubicBezTo>
                  <a:cubicBezTo>
                    <a:pt x="7734" y="22792"/>
                    <a:pt x="6636" y="20673"/>
                    <a:pt x="4990" y="19180"/>
                  </a:cubicBezTo>
                  <a:cubicBezTo>
                    <a:pt x="4823" y="19035"/>
                    <a:pt x="4051" y="18383"/>
                    <a:pt x="3340" y="18383"/>
                  </a:cubicBezTo>
                  <a:cubicBezTo>
                    <a:pt x="3237" y="18383"/>
                    <a:pt x="3136" y="18397"/>
                    <a:pt x="3038" y="18427"/>
                  </a:cubicBezTo>
                  <a:cubicBezTo>
                    <a:pt x="2808" y="18504"/>
                    <a:pt x="2489" y="18721"/>
                    <a:pt x="2361" y="19295"/>
                  </a:cubicBezTo>
                  <a:cubicBezTo>
                    <a:pt x="2081" y="20609"/>
                    <a:pt x="3025" y="22996"/>
                    <a:pt x="4582" y="24846"/>
                  </a:cubicBezTo>
                  <a:cubicBezTo>
                    <a:pt x="5182" y="25573"/>
                    <a:pt x="6266" y="26671"/>
                    <a:pt x="7606" y="27168"/>
                  </a:cubicBezTo>
                  <a:cubicBezTo>
                    <a:pt x="7466" y="28087"/>
                    <a:pt x="7313" y="29095"/>
                    <a:pt x="7172" y="30193"/>
                  </a:cubicBezTo>
                  <a:cubicBezTo>
                    <a:pt x="4899" y="26206"/>
                    <a:pt x="2793" y="24519"/>
                    <a:pt x="1466" y="24519"/>
                  </a:cubicBezTo>
                  <a:cubicBezTo>
                    <a:pt x="1281" y="24519"/>
                    <a:pt x="1111" y="24552"/>
                    <a:pt x="958" y="24616"/>
                  </a:cubicBezTo>
                  <a:cubicBezTo>
                    <a:pt x="230" y="24910"/>
                    <a:pt x="1" y="25829"/>
                    <a:pt x="358" y="27028"/>
                  </a:cubicBezTo>
                  <a:cubicBezTo>
                    <a:pt x="1290" y="30193"/>
                    <a:pt x="3689" y="33243"/>
                    <a:pt x="6751" y="34085"/>
                  </a:cubicBezTo>
                  <a:cubicBezTo>
                    <a:pt x="6713" y="34582"/>
                    <a:pt x="6662" y="35093"/>
                    <a:pt x="6624" y="35616"/>
                  </a:cubicBezTo>
                  <a:cubicBezTo>
                    <a:pt x="6611" y="35756"/>
                    <a:pt x="6713" y="35884"/>
                    <a:pt x="6853" y="35897"/>
                  </a:cubicBezTo>
                  <a:lnTo>
                    <a:pt x="6866" y="35897"/>
                  </a:lnTo>
                  <a:cubicBezTo>
                    <a:pt x="6994" y="35897"/>
                    <a:pt x="7108" y="35795"/>
                    <a:pt x="7121" y="35667"/>
                  </a:cubicBezTo>
                  <a:cubicBezTo>
                    <a:pt x="7159" y="35157"/>
                    <a:pt x="7198" y="34672"/>
                    <a:pt x="7249" y="34187"/>
                  </a:cubicBezTo>
                  <a:cubicBezTo>
                    <a:pt x="7619" y="34263"/>
                    <a:pt x="7989" y="34302"/>
                    <a:pt x="8372" y="34302"/>
                  </a:cubicBezTo>
                  <a:cubicBezTo>
                    <a:pt x="8729" y="34302"/>
                    <a:pt x="9086" y="34263"/>
                    <a:pt x="9444" y="34200"/>
                  </a:cubicBezTo>
                  <a:cubicBezTo>
                    <a:pt x="13463" y="33511"/>
                    <a:pt x="15492" y="30588"/>
                    <a:pt x="15492" y="29146"/>
                  </a:cubicBezTo>
                  <a:cubicBezTo>
                    <a:pt x="15492" y="28598"/>
                    <a:pt x="15314" y="28215"/>
                    <a:pt x="14943" y="27998"/>
                  </a:cubicBezTo>
                  <a:cubicBezTo>
                    <a:pt x="14729" y="27872"/>
                    <a:pt x="14462" y="27816"/>
                    <a:pt x="14155" y="27816"/>
                  </a:cubicBezTo>
                  <a:cubicBezTo>
                    <a:pt x="12747" y="27816"/>
                    <a:pt x="10482" y="29004"/>
                    <a:pt x="8397" y="30167"/>
                  </a:cubicBezTo>
                  <a:cubicBezTo>
                    <a:pt x="8129" y="30320"/>
                    <a:pt x="7836" y="30486"/>
                    <a:pt x="7632" y="30588"/>
                  </a:cubicBezTo>
                  <a:cubicBezTo>
                    <a:pt x="7785" y="29376"/>
                    <a:pt x="7938" y="28279"/>
                    <a:pt x="8091" y="27296"/>
                  </a:cubicBezTo>
                  <a:cubicBezTo>
                    <a:pt x="8397" y="27373"/>
                    <a:pt x="8716" y="27411"/>
                    <a:pt x="9035" y="27424"/>
                  </a:cubicBezTo>
                  <a:lnTo>
                    <a:pt x="9188" y="27424"/>
                  </a:lnTo>
                  <a:cubicBezTo>
                    <a:pt x="11677" y="27309"/>
                    <a:pt x="14522" y="24553"/>
                    <a:pt x="14676" y="23340"/>
                  </a:cubicBezTo>
                  <a:cubicBezTo>
                    <a:pt x="14752" y="22753"/>
                    <a:pt x="14535" y="22460"/>
                    <a:pt x="14344" y="22307"/>
                  </a:cubicBezTo>
                  <a:cubicBezTo>
                    <a:pt x="14109" y="22121"/>
                    <a:pt x="13788" y="22053"/>
                    <a:pt x="13446" y="22053"/>
                  </a:cubicBezTo>
                  <a:cubicBezTo>
                    <a:pt x="12802" y="22053"/>
                    <a:pt x="12082" y="22293"/>
                    <a:pt x="11715" y="22434"/>
                  </a:cubicBezTo>
                  <a:cubicBezTo>
                    <a:pt x="10643" y="22830"/>
                    <a:pt x="9648" y="23442"/>
                    <a:pt x="8678" y="24055"/>
                  </a:cubicBezTo>
                  <a:cubicBezTo>
                    <a:pt x="8933" y="22855"/>
                    <a:pt x="9176" y="21847"/>
                    <a:pt x="9393" y="20992"/>
                  </a:cubicBezTo>
                  <a:cubicBezTo>
                    <a:pt x="9839" y="21158"/>
                    <a:pt x="10299" y="21247"/>
                    <a:pt x="10771" y="21247"/>
                  </a:cubicBezTo>
                  <a:cubicBezTo>
                    <a:pt x="11383" y="21247"/>
                    <a:pt x="11983" y="21120"/>
                    <a:pt x="12544" y="20890"/>
                  </a:cubicBezTo>
                  <a:cubicBezTo>
                    <a:pt x="14778" y="19971"/>
                    <a:pt x="16794" y="17751"/>
                    <a:pt x="16641" y="16424"/>
                  </a:cubicBezTo>
                  <a:cubicBezTo>
                    <a:pt x="16602" y="16118"/>
                    <a:pt x="16424" y="15607"/>
                    <a:pt x="15607" y="15467"/>
                  </a:cubicBezTo>
                  <a:cubicBezTo>
                    <a:pt x="15408" y="15440"/>
                    <a:pt x="15208" y="15426"/>
                    <a:pt x="15009" y="15426"/>
                  </a:cubicBezTo>
                  <a:cubicBezTo>
                    <a:pt x="14454" y="15426"/>
                    <a:pt x="13903" y="15532"/>
                    <a:pt x="13387" y="15748"/>
                  </a:cubicBezTo>
                  <a:cubicBezTo>
                    <a:pt x="12009" y="16258"/>
                    <a:pt x="11039" y="17088"/>
                    <a:pt x="10248" y="17764"/>
                  </a:cubicBezTo>
                  <a:cubicBezTo>
                    <a:pt x="10490" y="16832"/>
                    <a:pt x="10796" y="15786"/>
                    <a:pt x="11179" y="14586"/>
                  </a:cubicBezTo>
                  <a:cubicBezTo>
                    <a:pt x="11485" y="14701"/>
                    <a:pt x="11830" y="14765"/>
                    <a:pt x="12162" y="14765"/>
                  </a:cubicBezTo>
                  <a:lnTo>
                    <a:pt x="12187" y="14765"/>
                  </a:lnTo>
                  <a:cubicBezTo>
                    <a:pt x="13974" y="14765"/>
                    <a:pt x="16003" y="13374"/>
                    <a:pt x="17189" y="12187"/>
                  </a:cubicBezTo>
                  <a:cubicBezTo>
                    <a:pt x="17610" y="11766"/>
                    <a:pt x="18274" y="10848"/>
                    <a:pt x="18057" y="10095"/>
                  </a:cubicBezTo>
                  <a:cubicBezTo>
                    <a:pt x="17981" y="9814"/>
                    <a:pt x="17776" y="9584"/>
                    <a:pt x="17508" y="9469"/>
                  </a:cubicBezTo>
                  <a:cubicBezTo>
                    <a:pt x="17340" y="9398"/>
                    <a:pt x="17147" y="9369"/>
                    <a:pt x="16944" y="9369"/>
                  </a:cubicBezTo>
                  <a:cubicBezTo>
                    <a:pt x="16050" y="9369"/>
                    <a:pt x="14946" y="9933"/>
                    <a:pt x="14790" y="10005"/>
                  </a:cubicBezTo>
                  <a:cubicBezTo>
                    <a:pt x="13489" y="10694"/>
                    <a:pt x="12749" y="11039"/>
                    <a:pt x="12353" y="11218"/>
                  </a:cubicBezTo>
                  <a:cubicBezTo>
                    <a:pt x="12698" y="10312"/>
                    <a:pt x="13080" y="9342"/>
                    <a:pt x="13514" y="8308"/>
                  </a:cubicBezTo>
                  <a:cubicBezTo>
                    <a:pt x="13565" y="8334"/>
                    <a:pt x="13629" y="8346"/>
                    <a:pt x="13693" y="8372"/>
                  </a:cubicBezTo>
                  <a:lnTo>
                    <a:pt x="13706" y="8385"/>
                  </a:lnTo>
                  <a:cubicBezTo>
                    <a:pt x="13923" y="8449"/>
                    <a:pt x="14165" y="8474"/>
                    <a:pt x="14395" y="8474"/>
                  </a:cubicBezTo>
                  <a:cubicBezTo>
                    <a:pt x="16436" y="8474"/>
                    <a:pt x="18414" y="6190"/>
                    <a:pt x="19052" y="4531"/>
                  </a:cubicBezTo>
                  <a:cubicBezTo>
                    <a:pt x="19320" y="3842"/>
                    <a:pt x="19333" y="3344"/>
                    <a:pt x="19091" y="2987"/>
                  </a:cubicBezTo>
                  <a:cubicBezTo>
                    <a:pt x="18900" y="2725"/>
                    <a:pt x="18599" y="2563"/>
                    <a:pt x="18280" y="2563"/>
                  </a:cubicBezTo>
                  <a:cubicBezTo>
                    <a:pt x="18257" y="2563"/>
                    <a:pt x="18234" y="2564"/>
                    <a:pt x="18210" y="2566"/>
                  </a:cubicBezTo>
                  <a:cubicBezTo>
                    <a:pt x="17317" y="2566"/>
                    <a:pt x="15977" y="3332"/>
                    <a:pt x="15441" y="3702"/>
                  </a:cubicBezTo>
                  <a:cubicBezTo>
                    <a:pt x="15428" y="2974"/>
                    <a:pt x="15339" y="2260"/>
                    <a:pt x="15173" y="1558"/>
                  </a:cubicBezTo>
                  <a:cubicBezTo>
                    <a:pt x="14918" y="524"/>
                    <a:pt x="14497" y="1"/>
                    <a:pt x="1391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1" name="Google Shape;521;p39">
            <a:extLst>
              <a:ext uri="{FF2B5EF4-FFF2-40B4-BE49-F238E27FC236}">
                <a16:creationId xmlns:a16="http://schemas.microsoft.com/office/drawing/2014/main" id="{258DA512-EA14-414A-DE21-D2F80AA731C6}"/>
              </a:ext>
            </a:extLst>
          </p:cNvPr>
          <p:cNvGrpSpPr/>
          <p:nvPr/>
        </p:nvGrpSpPr>
        <p:grpSpPr>
          <a:xfrm>
            <a:off x="7695702" y="3083115"/>
            <a:ext cx="653267" cy="732771"/>
            <a:chOff x="3844875" y="2100375"/>
            <a:chExt cx="483150" cy="541950"/>
          </a:xfrm>
        </p:grpSpPr>
        <p:sp>
          <p:nvSpPr>
            <p:cNvPr id="522" name="Google Shape;522;p39">
              <a:extLst>
                <a:ext uri="{FF2B5EF4-FFF2-40B4-BE49-F238E27FC236}">
                  <a16:creationId xmlns:a16="http://schemas.microsoft.com/office/drawing/2014/main" id="{D34B6629-C21B-FD89-3568-8EBFF0B37FC2}"/>
                </a:ext>
              </a:extLst>
            </p:cNvPr>
            <p:cNvSpPr/>
            <p:nvPr/>
          </p:nvSpPr>
          <p:spPr>
            <a:xfrm>
              <a:off x="3844875" y="2107500"/>
              <a:ext cx="483150" cy="465225"/>
            </a:xfrm>
            <a:custGeom>
              <a:avLst/>
              <a:gdLst/>
              <a:ahLst/>
              <a:cxnLst/>
              <a:rect l="l" t="t" r="r" b="b"/>
              <a:pathLst>
                <a:path w="19326" h="18609" extrusionOk="0">
                  <a:moveTo>
                    <a:pt x="11866" y="0"/>
                  </a:moveTo>
                  <a:cubicBezTo>
                    <a:pt x="11845" y="0"/>
                    <a:pt x="11825" y="2"/>
                    <a:pt x="11806" y="6"/>
                  </a:cubicBezTo>
                  <a:cubicBezTo>
                    <a:pt x="11500" y="57"/>
                    <a:pt x="10964" y="848"/>
                    <a:pt x="10721" y="1077"/>
                  </a:cubicBezTo>
                  <a:cubicBezTo>
                    <a:pt x="7659" y="3821"/>
                    <a:pt x="3907" y="4268"/>
                    <a:pt x="1980" y="7573"/>
                  </a:cubicBezTo>
                  <a:cubicBezTo>
                    <a:pt x="0" y="10954"/>
                    <a:pt x="2121" y="16196"/>
                    <a:pt x="6297" y="16196"/>
                  </a:cubicBezTo>
                  <a:cubicBezTo>
                    <a:pt x="6454" y="16196"/>
                    <a:pt x="6615" y="16189"/>
                    <a:pt x="6778" y="16173"/>
                  </a:cubicBezTo>
                  <a:cubicBezTo>
                    <a:pt x="6880" y="16161"/>
                    <a:pt x="8271" y="15893"/>
                    <a:pt x="8246" y="15829"/>
                  </a:cubicBezTo>
                  <a:lnTo>
                    <a:pt x="8246" y="15829"/>
                  </a:lnTo>
                  <a:cubicBezTo>
                    <a:pt x="8692" y="16913"/>
                    <a:pt x="9267" y="17832"/>
                    <a:pt x="10415" y="18317"/>
                  </a:cubicBezTo>
                  <a:cubicBezTo>
                    <a:pt x="10898" y="18514"/>
                    <a:pt x="11405" y="18608"/>
                    <a:pt x="11915" y="18608"/>
                  </a:cubicBezTo>
                  <a:cubicBezTo>
                    <a:pt x="15516" y="18608"/>
                    <a:pt x="19326" y="13896"/>
                    <a:pt x="16744" y="6922"/>
                  </a:cubicBezTo>
                  <a:cubicBezTo>
                    <a:pt x="15484" y="3528"/>
                    <a:pt x="12784" y="0"/>
                    <a:pt x="1186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39">
              <a:extLst>
                <a:ext uri="{FF2B5EF4-FFF2-40B4-BE49-F238E27FC236}">
                  <a16:creationId xmlns:a16="http://schemas.microsoft.com/office/drawing/2014/main" id="{0EB8056C-B1E6-3290-B54E-871EF468C9D8}"/>
                </a:ext>
              </a:extLst>
            </p:cNvPr>
            <p:cNvSpPr/>
            <p:nvPr/>
          </p:nvSpPr>
          <p:spPr>
            <a:xfrm>
              <a:off x="3940950" y="2267075"/>
              <a:ext cx="117025" cy="162750"/>
            </a:xfrm>
            <a:custGeom>
              <a:avLst/>
              <a:gdLst/>
              <a:ahLst/>
              <a:cxnLst/>
              <a:rect l="l" t="t" r="r" b="b"/>
              <a:pathLst>
                <a:path w="4681" h="6510" extrusionOk="0">
                  <a:moveTo>
                    <a:pt x="166" y="0"/>
                  </a:moveTo>
                  <a:cubicBezTo>
                    <a:pt x="158" y="0"/>
                    <a:pt x="149" y="1"/>
                    <a:pt x="141" y="3"/>
                  </a:cubicBezTo>
                  <a:cubicBezTo>
                    <a:pt x="51" y="28"/>
                    <a:pt x="0" y="105"/>
                    <a:pt x="13" y="194"/>
                  </a:cubicBezTo>
                  <a:cubicBezTo>
                    <a:pt x="523" y="2632"/>
                    <a:pt x="2310" y="5069"/>
                    <a:pt x="4352" y="6473"/>
                  </a:cubicBezTo>
                  <a:cubicBezTo>
                    <a:pt x="4385" y="6499"/>
                    <a:pt x="4420" y="6510"/>
                    <a:pt x="4453" y="6510"/>
                  </a:cubicBezTo>
                  <a:cubicBezTo>
                    <a:pt x="4582" y="6510"/>
                    <a:pt x="4680" y="6339"/>
                    <a:pt x="4569" y="6217"/>
                  </a:cubicBezTo>
                  <a:cubicBezTo>
                    <a:pt x="3701" y="5324"/>
                    <a:pt x="2884" y="4367"/>
                    <a:pt x="2157" y="3359"/>
                  </a:cubicBezTo>
                  <a:cubicBezTo>
                    <a:pt x="531" y="1100"/>
                    <a:pt x="462" y="0"/>
                    <a:pt x="1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39">
              <a:extLst>
                <a:ext uri="{FF2B5EF4-FFF2-40B4-BE49-F238E27FC236}">
                  <a16:creationId xmlns:a16="http://schemas.microsoft.com/office/drawing/2014/main" id="{FF35D78C-F2E8-F570-F605-139BF7260A76}"/>
                </a:ext>
              </a:extLst>
            </p:cNvPr>
            <p:cNvSpPr/>
            <p:nvPr/>
          </p:nvSpPr>
          <p:spPr>
            <a:xfrm>
              <a:off x="3989125" y="2222600"/>
              <a:ext cx="104925" cy="137875"/>
            </a:xfrm>
            <a:custGeom>
              <a:avLst/>
              <a:gdLst/>
              <a:ahLst/>
              <a:cxnLst/>
              <a:rect l="l" t="t" r="r" b="b"/>
              <a:pathLst>
                <a:path w="4197" h="5515" extrusionOk="0">
                  <a:moveTo>
                    <a:pt x="190" y="1"/>
                  </a:moveTo>
                  <a:cubicBezTo>
                    <a:pt x="174" y="1"/>
                    <a:pt x="158" y="3"/>
                    <a:pt x="140" y="8"/>
                  </a:cubicBezTo>
                  <a:cubicBezTo>
                    <a:pt x="51" y="34"/>
                    <a:pt x="0" y="110"/>
                    <a:pt x="26" y="200"/>
                  </a:cubicBezTo>
                  <a:cubicBezTo>
                    <a:pt x="587" y="2165"/>
                    <a:pt x="2131" y="4334"/>
                    <a:pt x="3867" y="5482"/>
                  </a:cubicBezTo>
                  <a:cubicBezTo>
                    <a:pt x="3899" y="5505"/>
                    <a:pt x="3933" y="5515"/>
                    <a:pt x="3965" y="5515"/>
                  </a:cubicBezTo>
                  <a:cubicBezTo>
                    <a:pt x="4095" y="5515"/>
                    <a:pt x="4196" y="5353"/>
                    <a:pt x="4084" y="5240"/>
                  </a:cubicBezTo>
                  <a:cubicBezTo>
                    <a:pt x="545" y="1237"/>
                    <a:pt x="530" y="1"/>
                    <a:pt x="1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39">
              <a:extLst>
                <a:ext uri="{FF2B5EF4-FFF2-40B4-BE49-F238E27FC236}">
                  <a16:creationId xmlns:a16="http://schemas.microsoft.com/office/drawing/2014/main" id="{AA235177-ABD7-AEC4-006E-C500491C35B6}"/>
                </a:ext>
              </a:extLst>
            </p:cNvPr>
            <p:cNvSpPr/>
            <p:nvPr/>
          </p:nvSpPr>
          <p:spPr>
            <a:xfrm>
              <a:off x="4112575" y="2380275"/>
              <a:ext cx="141850" cy="70325"/>
            </a:xfrm>
            <a:custGeom>
              <a:avLst/>
              <a:gdLst/>
              <a:ahLst/>
              <a:cxnLst/>
              <a:rect l="l" t="t" r="r" b="b"/>
              <a:pathLst>
                <a:path w="5674" h="2813" extrusionOk="0">
                  <a:moveTo>
                    <a:pt x="5457" y="0"/>
                  </a:moveTo>
                  <a:cubicBezTo>
                    <a:pt x="5434" y="0"/>
                    <a:pt x="5410" y="6"/>
                    <a:pt x="5386" y="18"/>
                  </a:cubicBezTo>
                  <a:cubicBezTo>
                    <a:pt x="2935" y="1409"/>
                    <a:pt x="2514" y="1587"/>
                    <a:pt x="154" y="2493"/>
                  </a:cubicBezTo>
                  <a:cubicBezTo>
                    <a:pt x="1" y="2570"/>
                    <a:pt x="52" y="2812"/>
                    <a:pt x="230" y="2812"/>
                  </a:cubicBezTo>
                  <a:cubicBezTo>
                    <a:pt x="2119" y="2659"/>
                    <a:pt x="4314" y="1574"/>
                    <a:pt x="5577" y="260"/>
                  </a:cubicBezTo>
                  <a:cubicBezTo>
                    <a:pt x="5674" y="153"/>
                    <a:pt x="5580" y="0"/>
                    <a:pt x="545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39">
              <a:extLst>
                <a:ext uri="{FF2B5EF4-FFF2-40B4-BE49-F238E27FC236}">
                  <a16:creationId xmlns:a16="http://schemas.microsoft.com/office/drawing/2014/main" id="{6069D0A4-0680-F4DA-8C10-7741D6A649D4}"/>
                </a:ext>
              </a:extLst>
            </p:cNvPr>
            <p:cNvSpPr/>
            <p:nvPr/>
          </p:nvSpPr>
          <p:spPr>
            <a:xfrm>
              <a:off x="3906175" y="2355250"/>
              <a:ext cx="100375" cy="108175"/>
            </a:xfrm>
            <a:custGeom>
              <a:avLst/>
              <a:gdLst/>
              <a:ahLst/>
              <a:cxnLst/>
              <a:rect l="l" t="t" r="r" b="b"/>
              <a:pathLst>
                <a:path w="4015" h="4327" extrusionOk="0">
                  <a:moveTo>
                    <a:pt x="181" y="1"/>
                  </a:moveTo>
                  <a:cubicBezTo>
                    <a:pt x="164" y="1"/>
                    <a:pt x="147" y="4"/>
                    <a:pt x="128" y="11"/>
                  </a:cubicBezTo>
                  <a:cubicBezTo>
                    <a:pt x="39" y="36"/>
                    <a:pt x="0" y="125"/>
                    <a:pt x="26" y="215"/>
                  </a:cubicBezTo>
                  <a:cubicBezTo>
                    <a:pt x="600" y="1835"/>
                    <a:pt x="2119" y="3558"/>
                    <a:pt x="3714" y="4311"/>
                  </a:cubicBezTo>
                  <a:cubicBezTo>
                    <a:pt x="3739" y="4322"/>
                    <a:pt x="3764" y="4327"/>
                    <a:pt x="3788" y="4327"/>
                  </a:cubicBezTo>
                  <a:cubicBezTo>
                    <a:pt x="3927" y="4327"/>
                    <a:pt x="4014" y="4152"/>
                    <a:pt x="3905" y="4043"/>
                  </a:cubicBezTo>
                  <a:cubicBezTo>
                    <a:pt x="581" y="948"/>
                    <a:pt x="462" y="1"/>
                    <a:pt x="18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39">
              <a:extLst>
                <a:ext uri="{FF2B5EF4-FFF2-40B4-BE49-F238E27FC236}">
                  <a16:creationId xmlns:a16="http://schemas.microsoft.com/office/drawing/2014/main" id="{3CA53C63-BEE5-91D8-8CB7-FF3C8EF93BB3}"/>
                </a:ext>
              </a:extLst>
            </p:cNvPr>
            <p:cNvSpPr/>
            <p:nvPr/>
          </p:nvSpPr>
          <p:spPr>
            <a:xfrm>
              <a:off x="4107475" y="2477200"/>
              <a:ext cx="126675" cy="51125"/>
            </a:xfrm>
            <a:custGeom>
              <a:avLst/>
              <a:gdLst/>
              <a:ahLst/>
              <a:cxnLst/>
              <a:rect l="l" t="t" r="r" b="b"/>
              <a:pathLst>
                <a:path w="5067" h="2045" extrusionOk="0">
                  <a:moveTo>
                    <a:pt x="4919" y="0"/>
                  </a:moveTo>
                  <a:cubicBezTo>
                    <a:pt x="4689" y="0"/>
                    <a:pt x="4160" y="491"/>
                    <a:pt x="2552" y="1041"/>
                  </a:cubicBezTo>
                  <a:cubicBezTo>
                    <a:pt x="651" y="1730"/>
                    <a:pt x="51" y="1526"/>
                    <a:pt x="13" y="1819"/>
                  </a:cubicBezTo>
                  <a:cubicBezTo>
                    <a:pt x="0" y="1909"/>
                    <a:pt x="77" y="1998"/>
                    <a:pt x="166" y="2011"/>
                  </a:cubicBezTo>
                  <a:cubicBezTo>
                    <a:pt x="349" y="2033"/>
                    <a:pt x="537" y="2044"/>
                    <a:pt x="729" y="2044"/>
                  </a:cubicBezTo>
                  <a:cubicBezTo>
                    <a:pt x="2258" y="2044"/>
                    <a:pt x="3995" y="1340"/>
                    <a:pt x="5015" y="262"/>
                  </a:cubicBezTo>
                  <a:cubicBezTo>
                    <a:pt x="5054" y="211"/>
                    <a:pt x="5066" y="148"/>
                    <a:pt x="5041" y="84"/>
                  </a:cubicBezTo>
                  <a:cubicBezTo>
                    <a:pt x="5010" y="26"/>
                    <a:pt x="4972" y="0"/>
                    <a:pt x="49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39">
              <a:extLst>
                <a:ext uri="{FF2B5EF4-FFF2-40B4-BE49-F238E27FC236}">
                  <a16:creationId xmlns:a16="http://schemas.microsoft.com/office/drawing/2014/main" id="{53349C91-3013-8CAD-0DF1-4147F6AEF4DA}"/>
                </a:ext>
              </a:extLst>
            </p:cNvPr>
            <p:cNvSpPr/>
            <p:nvPr/>
          </p:nvSpPr>
          <p:spPr>
            <a:xfrm>
              <a:off x="4133300" y="2281675"/>
              <a:ext cx="110425" cy="81025"/>
            </a:xfrm>
            <a:custGeom>
              <a:avLst/>
              <a:gdLst/>
              <a:ahLst/>
              <a:cxnLst/>
              <a:rect l="l" t="t" r="r" b="b"/>
              <a:pathLst>
                <a:path w="4417" h="3241" extrusionOk="0">
                  <a:moveTo>
                    <a:pt x="4269" y="0"/>
                  </a:moveTo>
                  <a:cubicBezTo>
                    <a:pt x="4142" y="0"/>
                    <a:pt x="3912" y="223"/>
                    <a:pt x="3166" y="797"/>
                  </a:cubicBezTo>
                  <a:cubicBezTo>
                    <a:pt x="473" y="2864"/>
                    <a:pt x="1" y="2851"/>
                    <a:pt x="78" y="3119"/>
                  </a:cubicBezTo>
                  <a:cubicBezTo>
                    <a:pt x="99" y="3193"/>
                    <a:pt x="163" y="3241"/>
                    <a:pt x="235" y="3241"/>
                  </a:cubicBezTo>
                  <a:cubicBezTo>
                    <a:pt x="251" y="3241"/>
                    <a:pt x="266" y="3239"/>
                    <a:pt x="282" y="3234"/>
                  </a:cubicBezTo>
                  <a:cubicBezTo>
                    <a:pt x="1928" y="2698"/>
                    <a:pt x="3370" y="1665"/>
                    <a:pt x="4378" y="248"/>
                  </a:cubicBezTo>
                  <a:cubicBezTo>
                    <a:pt x="4416" y="197"/>
                    <a:pt x="4416" y="121"/>
                    <a:pt x="4378" y="70"/>
                  </a:cubicBezTo>
                  <a:cubicBezTo>
                    <a:pt x="4343" y="25"/>
                    <a:pt x="4312" y="0"/>
                    <a:pt x="42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39">
              <a:extLst>
                <a:ext uri="{FF2B5EF4-FFF2-40B4-BE49-F238E27FC236}">
                  <a16:creationId xmlns:a16="http://schemas.microsoft.com/office/drawing/2014/main" id="{C4C0B8B2-80CC-DFF1-D823-7B68640B6DF6}"/>
                </a:ext>
              </a:extLst>
            </p:cNvPr>
            <p:cNvSpPr/>
            <p:nvPr/>
          </p:nvSpPr>
          <p:spPr>
            <a:xfrm>
              <a:off x="4140975" y="2202275"/>
              <a:ext cx="67900" cy="66675"/>
            </a:xfrm>
            <a:custGeom>
              <a:avLst/>
              <a:gdLst/>
              <a:ahLst/>
              <a:cxnLst/>
              <a:rect l="l" t="t" r="r" b="b"/>
              <a:pathLst>
                <a:path w="2716" h="2667" extrusionOk="0">
                  <a:moveTo>
                    <a:pt x="2524" y="1"/>
                  </a:moveTo>
                  <a:cubicBezTo>
                    <a:pt x="2483" y="1"/>
                    <a:pt x="2442" y="17"/>
                    <a:pt x="2412" y="56"/>
                  </a:cubicBezTo>
                  <a:cubicBezTo>
                    <a:pt x="689" y="1944"/>
                    <a:pt x="1646" y="949"/>
                    <a:pt x="115" y="2365"/>
                  </a:cubicBezTo>
                  <a:cubicBezTo>
                    <a:pt x="0" y="2480"/>
                    <a:pt x="81" y="2666"/>
                    <a:pt x="219" y="2666"/>
                  </a:cubicBezTo>
                  <a:cubicBezTo>
                    <a:pt x="235" y="2666"/>
                    <a:pt x="251" y="2664"/>
                    <a:pt x="268" y="2659"/>
                  </a:cubicBezTo>
                  <a:cubicBezTo>
                    <a:pt x="1340" y="2378"/>
                    <a:pt x="2412" y="1306"/>
                    <a:pt x="2680" y="209"/>
                  </a:cubicBezTo>
                  <a:cubicBezTo>
                    <a:pt x="2716" y="92"/>
                    <a:pt x="2620" y="1"/>
                    <a:pt x="252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39">
              <a:extLst>
                <a:ext uri="{FF2B5EF4-FFF2-40B4-BE49-F238E27FC236}">
                  <a16:creationId xmlns:a16="http://schemas.microsoft.com/office/drawing/2014/main" id="{7BF84AB0-0851-F394-28D1-B53DC776C1C9}"/>
                </a:ext>
              </a:extLst>
            </p:cNvPr>
            <p:cNvSpPr/>
            <p:nvPr/>
          </p:nvSpPr>
          <p:spPr>
            <a:xfrm>
              <a:off x="4048125" y="2191775"/>
              <a:ext cx="56075" cy="70750"/>
            </a:xfrm>
            <a:custGeom>
              <a:avLst/>
              <a:gdLst/>
              <a:ahLst/>
              <a:cxnLst/>
              <a:rect l="l" t="t" r="r" b="b"/>
              <a:pathLst>
                <a:path w="2243" h="2830" extrusionOk="0">
                  <a:moveTo>
                    <a:pt x="182" y="1"/>
                  </a:moveTo>
                  <a:cubicBezTo>
                    <a:pt x="90" y="1"/>
                    <a:pt x="1" y="84"/>
                    <a:pt x="26" y="195"/>
                  </a:cubicBezTo>
                  <a:cubicBezTo>
                    <a:pt x="180" y="1190"/>
                    <a:pt x="1034" y="2351"/>
                    <a:pt x="1940" y="2811"/>
                  </a:cubicBezTo>
                  <a:cubicBezTo>
                    <a:pt x="1966" y="2823"/>
                    <a:pt x="1992" y="2829"/>
                    <a:pt x="2016" y="2829"/>
                  </a:cubicBezTo>
                  <a:cubicBezTo>
                    <a:pt x="2141" y="2829"/>
                    <a:pt x="2243" y="2685"/>
                    <a:pt x="2157" y="2568"/>
                  </a:cubicBezTo>
                  <a:lnTo>
                    <a:pt x="2157" y="2568"/>
                  </a:lnTo>
                  <a:cubicBezTo>
                    <a:pt x="2157" y="2568"/>
                    <a:pt x="2157" y="2568"/>
                    <a:pt x="2157" y="2568"/>
                  </a:cubicBezTo>
                  <a:cubicBezTo>
                    <a:pt x="2161" y="2568"/>
                    <a:pt x="447" y="245"/>
                    <a:pt x="307" y="67"/>
                  </a:cubicBezTo>
                  <a:cubicBezTo>
                    <a:pt x="273" y="21"/>
                    <a:pt x="227" y="1"/>
                    <a:pt x="1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39">
              <a:extLst>
                <a:ext uri="{FF2B5EF4-FFF2-40B4-BE49-F238E27FC236}">
                  <a16:creationId xmlns:a16="http://schemas.microsoft.com/office/drawing/2014/main" id="{C5D3BFF9-3754-4B04-B74B-7A3ACD9E85CB}"/>
                </a:ext>
              </a:extLst>
            </p:cNvPr>
            <p:cNvSpPr/>
            <p:nvPr/>
          </p:nvSpPr>
          <p:spPr>
            <a:xfrm>
              <a:off x="3861200" y="2100375"/>
              <a:ext cx="435150" cy="541950"/>
            </a:xfrm>
            <a:custGeom>
              <a:avLst/>
              <a:gdLst/>
              <a:ahLst/>
              <a:cxnLst/>
              <a:rect l="l" t="t" r="r" b="b"/>
              <a:pathLst>
                <a:path w="17406" h="21678" extrusionOk="0">
                  <a:moveTo>
                    <a:pt x="11197" y="571"/>
                  </a:moveTo>
                  <a:cubicBezTo>
                    <a:pt x="11308" y="571"/>
                    <a:pt x="11982" y="886"/>
                    <a:pt x="13207" y="2549"/>
                  </a:cubicBezTo>
                  <a:cubicBezTo>
                    <a:pt x="13705" y="3238"/>
                    <a:pt x="14152" y="3940"/>
                    <a:pt x="14560" y="4680"/>
                  </a:cubicBezTo>
                  <a:cubicBezTo>
                    <a:pt x="15045" y="5522"/>
                    <a:pt x="15453" y="6403"/>
                    <a:pt x="15798" y="7309"/>
                  </a:cubicBezTo>
                  <a:cubicBezTo>
                    <a:pt x="16934" y="10371"/>
                    <a:pt x="17189" y="14570"/>
                    <a:pt x="14509" y="17173"/>
                  </a:cubicBezTo>
                  <a:cubicBezTo>
                    <a:pt x="13540" y="18106"/>
                    <a:pt x="12374" y="18604"/>
                    <a:pt x="11244" y="18604"/>
                  </a:cubicBezTo>
                  <a:cubicBezTo>
                    <a:pt x="10768" y="18604"/>
                    <a:pt x="10298" y="18516"/>
                    <a:pt x="9851" y="18334"/>
                  </a:cubicBezTo>
                  <a:cubicBezTo>
                    <a:pt x="8767" y="17888"/>
                    <a:pt x="8256" y="16982"/>
                    <a:pt x="7861" y="16063"/>
                  </a:cubicBezTo>
                  <a:cubicBezTo>
                    <a:pt x="8575" y="14634"/>
                    <a:pt x="9175" y="13153"/>
                    <a:pt x="9647" y="11635"/>
                  </a:cubicBezTo>
                  <a:lnTo>
                    <a:pt x="9660" y="11635"/>
                  </a:lnTo>
                  <a:cubicBezTo>
                    <a:pt x="10464" y="9070"/>
                    <a:pt x="11140" y="4770"/>
                    <a:pt x="11395" y="1860"/>
                  </a:cubicBezTo>
                  <a:cubicBezTo>
                    <a:pt x="11408" y="1707"/>
                    <a:pt x="11293" y="1567"/>
                    <a:pt x="11127" y="1554"/>
                  </a:cubicBezTo>
                  <a:cubicBezTo>
                    <a:pt x="11120" y="1553"/>
                    <a:pt x="11112" y="1553"/>
                    <a:pt x="11104" y="1553"/>
                  </a:cubicBezTo>
                  <a:cubicBezTo>
                    <a:pt x="10960" y="1553"/>
                    <a:pt x="10833" y="1664"/>
                    <a:pt x="10808" y="1809"/>
                  </a:cubicBezTo>
                  <a:cubicBezTo>
                    <a:pt x="10566" y="4693"/>
                    <a:pt x="9902" y="8930"/>
                    <a:pt x="9098" y="11456"/>
                  </a:cubicBezTo>
                  <a:cubicBezTo>
                    <a:pt x="8614" y="12987"/>
                    <a:pt x="8014" y="14480"/>
                    <a:pt x="7299" y="15910"/>
                  </a:cubicBezTo>
                  <a:cubicBezTo>
                    <a:pt x="6708" y="16084"/>
                    <a:pt x="6141" y="16170"/>
                    <a:pt x="5604" y="16170"/>
                  </a:cubicBezTo>
                  <a:cubicBezTo>
                    <a:pt x="4022" y="16170"/>
                    <a:pt x="2701" y="15422"/>
                    <a:pt x="1787" y="13983"/>
                  </a:cubicBezTo>
                  <a:cubicBezTo>
                    <a:pt x="625" y="12158"/>
                    <a:pt x="523" y="9759"/>
                    <a:pt x="1557" y="8011"/>
                  </a:cubicBezTo>
                  <a:cubicBezTo>
                    <a:pt x="2654" y="6135"/>
                    <a:pt x="4390" y="5191"/>
                    <a:pt x="6240" y="4195"/>
                  </a:cubicBezTo>
                  <a:cubicBezTo>
                    <a:pt x="7567" y="3468"/>
                    <a:pt x="8945" y="2728"/>
                    <a:pt x="10234" y="1579"/>
                  </a:cubicBezTo>
                  <a:cubicBezTo>
                    <a:pt x="10362" y="1452"/>
                    <a:pt x="10477" y="1324"/>
                    <a:pt x="10579" y="1184"/>
                  </a:cubicBezTo>
                  <a:cubicBezTo>
                    <a:pt x="10898" y="801"/>
                    <a:pt x="11115" y="597"/>
                    <a:pt x="11191" y="571"/>
                  </a:cubicBezTo>
                  <a:cubicBezTo>
                    <a:pt x="11193" y="571"/>
                    <a:pt x="11195" y="571"/>
                    <a:pt x="11197" y="571"/>
                  </a:cubicBezTo>
                  <a:close/>
                  <a:moveTo>
                    <a:pt x="11191" y="1"/>
                  </a:moveTo>
                  <a:cubicBezTo>
                    <a:pt x="11156" y="1"/>
                    <a:pt x="11122" y="4"/>
                    <a:pt x="11089" y="10"/>
                  </a:cubicBezTo>
                  <a:cubicBezTo>
                    <a:pt x="10808" y="61"/>
                    <a:pt x="10540" y="367"/>
                    <a:pt x="10158" y="826"/>
                  </a:cubicBezTo>
                  <a:cubicBezTo>
                    <a:pt x="10068" y="929"/>
                    <a:pt x="9966" y="1043"/>
                    <a:pt x="9864" y="1146"/>
                  </a:cubicBezTo>
                  <a:cubicBezTo>
                    <a:pt x="8639" y="2243"/>
                    <a:pt x="7286" y="2970"/>
                    <a:pt x="5985" y="3685"/>
                  </a:cubicBezTo>
                  <a:cubicBezTo>
                    <a:pt x="4071" y="4718"/>
                    <a:pt x="2246" y="5688"/>
                    <a:pt x="1072" y="7704"/>
                  </a:cubicBezTo>
                  <a:cubicBezTo>
                    <a:pt x="0" y="9542"/>
                    <a:pt x="26" y="12005"/>
                    <a:pt x="1123" y="13983"/>
                  </a:cubicBezTo>
                  <a:cubicBezTo>
                    <a:pt x="1187" y="14085"/>
                    <a:pt x="1251" y="14187"/>
                    <a:pt x="1314" y="14302"/>
                  </a:cubicBezTo>
                  <a:cubicBezTo>
                    <a:pt x="2342" y="15905"/>
                    <a:pt x="3834" y="16747"/>
                    <a:pt x="5616" y="16747"/>
                  </a:cubicBezTo>
                  <a:cubicBezTo>
                    <a:pt x="6046" y="16747"/>
                    <a:pt x="6493" y="16698"/>
                    <a:pt x="6955" y="16599"/>
                  </a:cubicBezTo>
                  <a:lnTo>
                    <a:pt x="6955" y="16599"/>
                  </a:lnTo>
                  <a:cubicBezTo>
                    <a:pt x="6202" y="18002"/>
                    <a:pt x="5347" y="19355"/>
                    <a:pt x="4403" y="20644"/>
                  </a:cubicBezTo>
                  <a:cubicBezTo>
                    <a:pt x="4224" y="20899"/>
                    <a:pt x="4071" y="21116"/>
                    <a:pt x="3994" y="21244"/>
                  </a:cubicBezTo>
                  <a:cubicBezTo>
                    <a:pt x="3943" y="21333"/>
                    <a:pt x="3943" y="21448"/>
                    <a:pt x="3994" y="21537"/>
                  </a:cubicBezTo>
                  <a:cubicBezTo>
                    <a:pt x="4045" y="21626"/>
                    <a:pt x="4135" y="21677"/>
                    <a:pt x="4237" y="21677"/>
                  </a:cubicBezTo>
                  <a:lnTo>
                    <a:pt x="4313" y="21677"/>
                  </a:lnTo>
                  <a:cubicBezTo>
                    <a:pt x="4390" y="21652"/>
                    <a:pt x="4454" y="21601"/>
                    <a:pt x="4492" y="21537"/>
                  </a:cubicBezTo>
                  <a:cubicBezTo>
                    <a:pt x="4556" y="21422"/>
                    <a:pt x="4709" y="21218"/>
                    <a:pt x="4875" y="20976"/>
                  </a:cubicBezTo>
                  <a:cubicBezTo>
                    <a:pt x="5870" y="19623"/>
                    <a:pt x="6750" y="18194"/>
                    <a:pt x="7542" y="16714"/>
                  </a:cubicBezTo>
                  <a:cubicBezTo>
                    <a:pt x="7937" y="17543"/>
                    <a:pt x="8511" y="18398"/>
                    <a:pt x="9647" y="18857"/>
                  </a:cubicBezTo>
                  <a:cubicBezTo>
                    <a:pt x="10168" y="19070"/>
                    <a:pt x="10717" y="19173"/>
                    <a:pt x="11270" y="19173"/>
                  </a:cubicBezTo>
                  <a:cubicBezTo>
                    <a:pt x="12546" y="19173"/>
                    <a:pt x="13849" y="18622"/>
                    <a:pt x="14917" y="17581"/>
                  </a:cubicBezTo>
                  <a:cubicBezTo>
                    <a:pt x="16015" y="16522"/>
                    <a:pt x="16755" y="15055"/>
                    <a:pt x="17061" y="13357"/>
                  </a:cubicBezTo>
                  <a:cubicBezTo>
                    <a:pt x="17406" y="11431"/>
                    <a:pt x="17163" y="9325"/>
                    <a:pt x="16347" y="7117"/>
                  </a:cubicBezTo>
                  <a:lnTo>
                    <a:pt x="16359" y="7117"/>
                  </a:lnTo>
                  <a:cubicBezTo>
                    <a:pt x="15217" y="4025"/>
                    <a:pt x="12478" y="1"/>
                    <a:pt x="111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32" name="Google Shape;532;p39">
            <a:extLst>
              <a:ext uri="{FF2B5EF4-FFF2-40B4-BE49-F238E27FC236}">
                <a16:creationId xmlns:a16="http://schemas.microsoft.com/office/drawing/2014/main" id="{FE2F0525-AC16-2E54-60E3-0D08EA1ABF4B}"/>
              </a:ext>
            </a:extLst>
          </p:cNvPr>
          <p:cNvSpPr/>
          <p:nvPr/>
        </p:nvSpPr>
        <p:spPr>
          <a:xfrm flipH="1">
            <a:off x="6992952" y="1772774"/>
            <a:ext cx="1070221" cy="866189"/>
          </a:xfrm>
          <a:custGeom>
            <a:avLst/>
            <a:gdLst/>
            <a:ahLst/>
            <a:cxnLst/>
            <a:rect l="l" t="t" r="r" b="b"/>
            <a:pathLst>
              <a:path w="31661" h="25625" fill="none" extrusionOk="0">
                <a:moveTo>
                  <a:pt x="24489" y="25267"/>
                </a:moveTo>
                <a:cubicBezTo>
                  <a:pt x="23404" y="24705"/>
                  <a:pt x="22358" y="23735"/>
                  <a:pt x="22383" y="22523"/>
                </a:cubicBezTo>
                <a:cubicBezTo>
                  <a:pt x="22421" y="20673"/>
                  <a:pt x="24872" y="19422"/>
                  <a:pt x="24616" y="17585"/>
                </a:cubicBezTo>
                <a:cubicBezTo>
                  <a:pt x="24463" y="16411"/>
                  <a:pt x="23213" y="15696"/>
                  <a:pt x="22051" y="15479"/>
                </a:cubicBezTo>
                <a:cubicBezTo>
                  <a:pt x="20877" y="15250"/>
                  <a:pt x="19652" y="15326"/>
                  <a:pt x="18555" y="14892"/>
                </a:cubicBezTo>
                <a:cubicBezTo>
                  <a:pt x="16934" y="14190"/>
                  <a:pt x="15965" y="12532"/>
                  <a:pt x="16143" y="10783"/>
                </a:cubicBezTo>
                <a:cubicBezTo>
                  <a:pt x="16347" y="9124"/>
                  <a:pt x="18147" y="7619"/>
                  <a:pt x="19652" y="8333"/>
                </a:cubicBezTo>
                <a:cubicBezTo>
                  <a:pt x="20112" y="8537"/>
                  <a:pt x="20469" y="8908"/>
                  <a:pt x="20788" y="9290"/>
                </a:cubicBezTo>
                <a:cubicBezTo>
                  <a:pt x="21299" y="9877"/>
                  <a:pt x="21783" y="10554"/>
                  <a:pt x="21847" y="11319"/>
                </a:cubicBezTo>
                <a:cubicBezTo>
                  <a:pt x="21962" y="12889"/>
                  <a:pt x="20367" y="13961"/>
                  <a:pt x="19002" y="14739"/>
                </a:cubicBezTo>
                <a:cubicBezTo>
                  <a:pt x="17636" y="15518"/>
                  <a:pt x="16092" y="16743"/>
                  <a:pt x="16398" y="18287"/>
                </a:cubicBezTo>
                <a:cubicBezTo>
                  <a:pt x="16692" y="19741"/>
                  <a:pt x="18657" y="20354"/>
                  <a:pt x="20010" y="19729"/>
                </a:cubicBezTo>
                <a:cubicBezTo>
                  <a:pt x="21375" y="19091"/>
                  <a:pt x="22179" y="17700"/>
                  <a:pt x="22728" y="16309"/>
                </a:cubicBezTo>
                <a:cubicBezTo>
                  <a:pt x="22945" y="15747"/>
                  <a:pt x="23174" y="15135"/>
                  <a:pt x="23685" y="14816"/>
                </a:cubicBezTo>
                <a:cubicBezTo>
                  <a:pt x="24259" y="14458"/>
                  <a:pt x="24999" y="14599"/>
                  <a:pt x="25675" y="14650"/>
                </a:cubicBezTo>
                <a:cubicBezTo>
                  <a:pt x="27526" y="14816"/>
                  <a:pt x="29542" y="14139"/>
                  <a:pt x="30588" y="12595"/>
                </a:cubicBezTo>
                <a:cubicBezTo>
                  <a:pt x="31647" y="11064"/>
                  <a:pt x="31392" y="8652"/>
                  <a:pt x="29810" y="7657"/>
                </a:cubicBezTo>
                <a:cubicBezTo>
                  <a:pt x="28700" y="6955"/>
                  <a:pt x="27194" y="7083"/>
                  <a:pt x="26084" y="7785"/>
                </a:cubicBezTo>
                <a:cubicBezTo>
                  <a:pt x="24974" y="8499"/>
                  <a:pt x="24246" y="9686"/>
                  <a:pt x="23889" y="10962"/>
                </a:cubicBezTo>
                <a:cubicBezTo>
                  <a:pt x="23468" y="12442"/>
                  <a:pt x="23570" y="14165"/>
                  <a:pt x="24527" y="15377"/>
                </a:cubicBezTo>
                <a:cubicBezTo>
                  <a:pt x="25484" y="16602"/>
                  <a:pt x="27436" y="17049"/>
                  <a:pt x="28649" y="16092"/>
                </a:cubicBezTo>
                <a:cubicBezTo>
                  <a:pt x="30116" y="14918"/>
                  <a:pt x="29682" y="12366"/>
                  <a:pt x="28215" y="11166"/>
                </a:cubicBezTo>
                <a:cubicBezTo>
                  <a:pt x="26747" y="9979"/>
                  <a:pt x="24706" y="9839"/>
                  <a:pt x="22817" y="9954"/>
                </a:cubicBezTo>
                <a:cubicBezTo>
                  <a:pt x="21541" y="10030"/>
                  <a:pt x="20201" y="10247"/>
                  <a:pt x="19257" y="11102"/>
                </a:cubicBezTo>
                <a:cubicBezTo>
                  <a:pt x="18300" y="11957"/>
                  <a:pt x="18032" y="13642"/>
                  <a:pt x="19002" y="14471"/>
                </a:cubicBezTo>
                <a:cubicBezTo>
                  <a:pt x="20010" y="15313"/>
                  <a:pt x="21669" y="14701"/>
                  <a:pt x="22409" y="13603"/>
                </a:cubicBezTo>
                <a:cubicBezTo>
                  <a:pt x="23162" y="12519"/>
                  <a:pt x="23302" y="11153"/>
                  <a:pt x="23595" y="9865"/>
                </a:cubicBezTo>
                <a:cubicBezTo>
                  <a:pt x="23876" y="8576"/>
                  <a:pt x="24438" y="7198"/>
                  <a:pt x="25624" y="6623"/>
                </a:cubicBezTo>
                <a:cubicBezTo>
                  <a:pt x="26211" y="6330"/>
                  <a:pt x="26900" y="6279"/>
                  <a:pt x="27487" y="5985"/>
                </a:cubicBezTo>
                <a:cubicBezTo>
                  <a:pt x="29185" y="5143"/>
                  <a:pt x="29236" y="2400"/>
                  <a:pt x="27768" y="1200"/>
                </a:cubicBezTo>
                <a:cubicBezTo>
                  <a:pt x="26301" y="1"/>
                  <a:pt x="23965" y="307"/>
                  <a:pt x="22562" y="1583"/>
                </a:cubicBezTo>
                <a:cubicBezTo>
                  <a:pt x="21720" y="2336"/>
                  <a:pt x="21158" y="3344"/>
                  <a:pt x="20482" y="4263"/>
                </a:cubicBezTo>
                <a:cubicBezTo>
                  <a:pt x="18606" y="6815"/>
                  <a:pt x="15875" y="8614"/>
                  <a:pt x="12787" y="9341"/>
                </a:cubicBezTo>
                <a:cubicBezTo>
                  <a:pt x="12455" y="9443"/>
                  <a:pt x="12098" y="9469"/>
                  <a:pt x="11754" y="9431"/>
                </a:cubicBezTo>
                <a:cubicBezTo>
                  <a:pt x="11383" y="9341"/>
                  <a:pt x="11039" y="9163"/>
                  <a:pt x="10771" y="8882"/>
                </a:cubicBezTo>
                <a:cubicBezTo>
                  <a:pt x="9750" y="7912"/>
                  <a:pt x="9508" y="6381"/>
                  <a:pt x="10158" y="5143"/>
                </a:cubicBezTo>
                <a:cubicBezTo>
                  <a:pt x="10822" y="3905"/>
                  <a:pt x="12226" y="3242"/>
                  <a:pt x="13591" y="3548"/>
                </a:cubicBezTo>
                <a:cubicBezTo>
                  <a:pt x="14867" y="3816"/>
                  <a:pt x="15837" y="4850"/>
                  <a:pt x="16845" y="5692"/>
                </a:cubicBezTo>
                <a:cubicBezTo>
                  <a:pt x="18006" y="6674"/>
                  <a:pt x="19423" y="7491"/>
                  <a:pt x="20941" y="7376"/>
                </a:cubicBezTo>
                <a:cubicBezTo>
                  <a:pt x="22447" y="7274"/>
                  <a:pt x="23927" y="5909"/>
                  <a:pt x="23685" y="4416"/>
                </a:cubicBezTo>
                <a:cubicBezTo>
                  <a:pt x="23417" y="2872"/>
                  <a:pt x="21490" y="2081"/>
                  <a:pt x="19971" y="2489"/>
                </a:cubicBezTo>
                <a:cubicBezTo>
                  <a:pt x="18453" y="2897"/>
                  <a:pt x="17304" y="4122"/>
                  <a:pt x="16296" y="5335"/>
                </a:cubicBezTo>
                <a:cubicBezTo>
                  <a:pt x="15518" y="6279"/>
                  <a:pt x="14625" y="7338"/>
                  <a:pt x="13400" y="7402"/>
                </a:cubicBezTo>
                <a:cubicBezTo>
                  <a:pt x="12034" y="7491"/>
                  <a:pt x="10873" y="6126"/>
                  <a:pt x="10784" y="4760"/>
                </a:cubicBezTo>
                <a:cubicBezTo>
                  <a:pt x="10707" y="3382"/>
                  <a:pt x="11473" y="2081"/>
                  <a:pt x="12443" y="1085"/>
                </a:cubicBezTo>
                <a:cubicBezTo>
                  <a:pt x="12953" y="562"/>
                  <a:pt x="13629" y="77"/>
                  <a:pt x="14369" y="166"/>
                </a:cubicBezTo>
                <a:cubicBezTo>
                  <a:pt x="15390" y="307"/>
                  <a:pt x="15901" y="1494"/>
                  <a:pt x="16105" y="2514"/>
                </a:cubicBezTo>
                <a:cubicBezTo>
                  <a:pt x="16654" y="5220"/>
                  <a:pt x="16296" y="8308"/>
                  <a:pt x="14357" y="10273"/>
                </a:cubicBezTo>
                <a:cubicBezTo>
                  <a:pt x="11958" y="12697"/>
                  <a:pt x="7428" y="12442"/>
                  <a:pt x="5335" y="9763"/>
                </a:cubicBezTo>
                <a:cubicBezTo>
                  <a:pt x="4773" y="9048"/>
                  <a:pt x="4365" y="8155"/>
                  <a:pt x="4442" y="7249"/>
                </a:cubicBezTo>
                <a:cubicBezTo>
                  <a:pt x="4531" y="6572"/>
                  <a:pt x="4799" y="5934"/>
                  <a:pt x="5233" y="5411"/>
                </a:cubicBezTo>
                <a:cubicBezTo>
                  <a:pt x="6011" y="4365"/>
                  <a:pt x="7211" y="3561"/>
                  <a:pt x="8525" y="3561"/>
                </a:cubicBezTo>
                <a:cubicBezTo>
                  <a:pt x="9827" y="3561"/>
                  <a:pt x="11141" y="4543"/>
                  <a:pt x="11256" y="5845"/>
                </a:cubicBezTo>
                <a:cubicBezTo>
                  <a:pt x="11358" y="7070"/>
                  <a:pt x="10414" y="8180"/>
                  <a:pt x="9291" y="8716"/>
                </a:cubicBezTo>
                <a:cubicBezTo>
                  <a:pt x="8168" y="9239"/>
                  <a:pt x="6892" y="9290"/>
                  <a:pt x="5679" y="9418"/>
                </a:cubicBezTo>
                <a:cubicBezTo>
                  <a:pt x="4454" y="9546"/>
                  <a:pt x="3166" y="9763"/>
                  <a:pt x="2196" y="10528"/>
                </a:cubicBezTo>
                <a:cubicBezTo>
                  <a:pt x="652" y="11740"/>
                  <a:pt x="511" y="14497"/>
                  <a:pt x="2170" y="15556"/>
                </a:cubicBezTo>
                <a:cubicBezTo>
                  <a:pt x="3497" y="16398"/>
                  <a:pt x="5373" y="15862"/>
                  <a:pt x="6458" y="14714"/>
                </a:cubicBezTo>
                <a:cubicBezTo>
                  <a:pt x="7555" y="13578"/>
                  <a:pt x="8040" y="11996"/>
                  <a:pt x="8397" y="10464"/>
                </a:cubicBezTo>
                <a:cubicBezTo>
                  <a:pt x="8653" y="9392"/>
                  <a:pt x="8831" y="8206"/>
                  <a:pt x="8283" y="7274"/>
                </a:cubicBezTo>
                <a:cubicBezTo>
                  <a:pt x="7849" y="6534"/>
                  <a:pt x="7019" y="6100"/>
                  <a:pt x="6177" y="5947"/>
                </a:cubicBezTo>
                <a:cubicBezTo>
                  <a:pt x="4556" y="5654"/>
                  <a:pt x="2821" y="6343"/>
                  <a:pt x="1685" y="7568"/>
                </a:cubicBezTo>
                <a:cubicBezTo>
                  <a:pt x="550" y="8780"/>
                  <a:pt x="1" y="10477"/>
                  <a:pt x="14" y="12136"/>
                </a:cubicBezTo>
                <a:cubicBezTo>
                  <a:pt x="14" y="13157"/>
                  <a:pt x="243" y="14203"/>
                  <a:pt x="830" y="15033"/>
                </a:cubicBezTo>
                <a:cubicBezTo>
                  <a:pt x="1953" y="16602"/>
                  <a:pt x="4186" y="17036"/>
                  <a:pt x="6037" y="16538"/>
                </a:cubicBezTo>
                <a:cubicBezTo>
                  <a:pt x="7517" y="16130"/>
                  <a:pt x="8831" y="15224"/>
                  <a:pt x="10299" y="14777"/>
                </a:cubicBezTo>
                <a:cubicBezTo>
                  <a:pt x="11779" y="14344"/>
                  <a:pt x="13655" y="14509"/>
                  <a:pt x="14472" y="15811"/>
                </a:cubicBezTo>
                <a:cubicBezTo>
                  <a:pt x="15250" y="17062"/>
                  <a:pt x="14574" y="18912"/>
                  <a:pt x="13234" y="19524"/>
                </a:cubicBezTo>
                <a:cubicBezTo>
                  <a:pt x="11894" y="20137"/>
                  <a:pt x="10197" y="19601"/>
                  <a:pt x="9278" y="18440"/>
                </a:cubicBezTo>
                <a:cubicBezTo>
                  <a:pt x="8372" y="17279"/>
                  <a:pt x="8206" y="15645"/>
                  <a:pt x="8640" y="14242"/>
                </a:cubicBezTo>
                <a:cubicBezTo>
                  <a:pt x="9125" y="12710"/>
                  <a:pt x="10312" y="11396"/>
                  <a:pt x="11830" y="10924"/>
                </a:cubicBezTo>
                <a:cubicBezTo>
                  <a:pt x="13999" y="10247"/>
                  <a:pt x="16590" y="11562"/>
                  <a:pt x="17330" y="13718"/>
                </a:cubicBezTo>
                <a:cubicBezTo>
                  <a:pt x="18057" y="15862"/>
                  <a:pt x="16820" y="18491"/>
                  <a:pt x="14688" y="19282"/>
                </a:cubicBezTo>
                <a:cubicBezTo>
                  <a:pt x="12966" y="19920"/>
                  <a:pt x="11001" y="19448"/>
                  <a:pt x="9240" y="19997"/>
                </a:cubicBezTo>
                <a:cubicBezTo>
                  <a:pt x="8449" y="20239"/>
                  <a:pt x="7721" y="20686"/>
                  <a:pt x="7147" y="21298"/>
                </a:cubicBezTo>
                <a:cubicBezTo>
                  <a:pt x="6764" y="21707"/>
                  <a:pt x="6445" y="22204"/>
                  <a:pt x="6394" y="22753"/>
                </a:cubicBezTo>
                <a:cubicBezTo>
                  <a:pt x="6330" y="23710"/>
                  <a:pt x="7160" y="24565"/>
                  <a:pt x="8091" y="24756"/>
                </a:cubicBezTo>
                <a:cubicBezTo>
                  <a:pt x="9035" y="24935"/>
                  <a:pt x="10005" y="24565"/>
                  <a:pt x="10771" y="23991"/>
                </a:cubicBezTo>
                <a:cubicBezTo>
                  <a:pt x="11856" y="23174"/>
                  <a:pt x="12621" y="21872"/>
                  <a:pt x="12583" y="20520"/>
                </a:cubicBezTo>
                <a:cubicBezTo>
                  <a:pt x="12557" y="19167"/>
                  <a:pt x="11600" y="17827"/>
                  <a:pt x="10273" y="17559"/>
                </a:cubicBezTo>
                <a:cubicBezTo>
                  <a:pt x="8946" y="17291"/>
                  <a:pt x="7440" y="18312"/>
                  <a:pt x="7389" y="19665"/>
                </a:cubicBezTo>
                <a:cubicBezTo>
                  <a:pt x="7338" y="20928"/>
                  <a:pt x="8512" y="22013"/>
                  <a:pt x="9776" y="22179"/>
                </a:cubicBezTo>
                <a:cubicBezTo>
                  <a:pt x="11026" y="22332"/>
                  <a:pt x="12277" y="21758"/>
                  <a:pt x="13247" y="20954"/>
                </a:cubicBezTo>
                <a:cubicBezTo>
                  <a:pt x="13987" y="20341"/>
                  <a:pt x="14612" y="19588"/>
                  <a:pt x="15480" y="19193"/>
                </a:cubicBezTo>
                <a:cubicBezTo>
                  <a:pt x="16985" y="18491"/>
                  <a:pt x="18989" y="19231"/>
                  <a:pt x="19678" y="20737"/>
                </a:cubicBezTo>
                <a:cubicBezTo>
                  <a:pt x="20367" y="22242"/>
                  <a:pt x="19627" y="24246"/>
                  <a:pt x="18121" y="24935"/>
                </a:cubicBezTo>
                <a:cubicBezTo>
                  <a:pt x="16615" y="25624"/>
                  <a:pt x="14612" y="24884"/>
                  <a:pt x="13936" y="23365"/>
                </a:cubicBezTo>
                <a:cubicBezTo>
                  <a:pt x="13566" y="22561"/>
                  <a:pt x="13553" y="21630"/>
                  <a:pt x="13668" y="20749"/>
                </a:cubicBezTo>
                <a:cubicBezTo>
                  <a:pt x="13834" y="19550"/>
                  <a:pt x="14216" y="18338"/>
                  <a:pt x="15020" y="17432"/>
                </a:cubicBezTo>
                <a:cubicBezTo>
                  <a:pt x="15811" y="16513"/>
                  <a:pt x="17075" y="15951"/>
                  <a:pt x="18261" y="16194"/>
                </a:cubicBezTo>
                <a:cubicBezTo>
                  <a:pt x="19448" y="16449"/>
                  <a:pt x="20431" y="17636"/>
                  <a:pt x="20227" y="18835"/>
                </a:cubicBezTo>
                <a:cubicBezTo>
                  <a:pt x="20112" y="19588"/>
                  <a:pt x="19589" y="20239"/>
                  <a:pt x="19589" y="21005"/>
                </a:cubicBezTo>
                <a:cubicBezTo>
                  <a:pt x="19589" y="21974"/>
                  <a:pt x="20482" y="22753"/>
                  <a:pt x="21413" y="23034"/>
                </a:cubicBezTo>
                <a:cubicBezTo>
                  <a:pt x="23621" y="23684"/>
                  <a:pt x="26199" y="22000"/>
                  <a:pt x="26530" y="19729"/>
                </a:cubicBezTo>
                <a:cubicBezTo>
                  <a:pt x="26862" y="17444"/>
                  <a:pt x="24923" y="15122"/>
                  <a:pt x="22626" y="15007"/>
                </a:cubicBezTo>
                <a:cubicBezTo>
                  <a:pt x="21758" y="14956"/>
                  <a:pt x="20737" y="15339"/>
                  <a:pt x="20584" y="16194"/>
                </a:cubicBezTo>
                <a:cubicBezTo>
                  <a:pt x="20444" y="16921"/>
                  <a:pt x="21056" y="17598"/>
                  <a:pt x="21720" y="17929"/>
                </a:cubicBezTo>
                <a:cubicBezTo>
                  <a:pt x="23340" y="18733"/>
                  <a:pt x="25548" y="18031"/>
                  <a:pt x="26416" y="16436"/>
                </a:cubicBezTo>
                <a:cubicBezTo>
                  <a:pt x="27322" y="14790"/>
                  <a:pt x="26798" y="12723"/>
                  <a:pt x="25918" y="11051"/>
                </a:cubicBezTo>
                <a:cubicBezTo>
                  <a:pt x="25050" y="9380"/>
                  <a:pt x="23851" y="7848"/>
                  <a:pt x="23366" y="6036"/>
                </a:cubicBezTo>
                <a:cubicBezTo>
                  <a:pt x="22894" y="4212"/>
                  <a:pt x="23430" y="1915"/>
                  <a:pt x="25165" y="1187"/>
                </a:cubicBezTo>
                <a:cubicBezTo>
                  <a:pt x="26900" y="460"/>
                  <a:pt x="28904" y="1672"/>
                  <a:pt x="30014" y="3204"/>
                </a:cubicBezTo>
                <a:cubicBezTo>
                  <a:pt x="31060" y="4658"/>
                  <a:pt x="31660" y="6560"/>
                  <a:pt x="31188" y="8282"/>
                </a:cubicBezTo>
                <a:cubicBezTo>
                  <a:pt x="30499" y="10745"/>
                  <a:pt x="27947" y="12149"/>
                  <a:pt x="26479" y="14242"/>
                </a:cubicBezTo>
                <a:cubicBezTo>
                  <a:pt x="26250" y="14573"/>
                  <a:pt x="26045" y="14931"/>
                  <a:pt x="26020" y="15339"/>
                </a:cubicBezTo>
                <a:cubicBezTo>
                  <a:pt x="25982" y="16322"/>
                  <a:pt x="27015" y="16947"/>
                  <a:pt x="27615" y="17725"/>
                </a:cubicBezTo>
                <a:cubicBezTo>
                  <a:pt x="28802" y="19307"/>
                  <a:pt x="28100" y="21758"/>
                  <a:pt x="26530" y="22957"/>
                </a:cubicBezTo>
                <a:cubicBezTo>
                  <a:pt x="24961" y="24169"/>
                  <a:pt x="22843" y="24361"/>
                  <a:pt x="20877" y="24169"/>
                </a:cubicBezTo>
                <a:cubicBezTo>
                  <a:pt x="18491" y="23940"/>
                  <a:pt x="16130" y="23187"/>
                  <a:pt x="14191" y="21783"/>
                </a:cubicBezTo>
                <a:cubicBezTo>
                  <a:pt x="12251" y="20392"/>
                  <a:pt x="10745" y="18312"/>
                  <a:pt x="10273" y="15964"/>
                </a:cubicBezTo>
                <a:cubicBezTo>
                  <a:pt x="9903" y="14139"/>
                  <a:pt x="10056" y="12034"/>
                  <a:pt x="8768" y="10707"/>
                </a:cubicBezTo>
                <a:cubicBezTo>
                  <a:pt x="7619" y="9507"/>
                  <a:pt x="5552" y="9456"/>
                  <a:pt x="4212" y="10413"/>
                </a:cubicBezTo>
                <a:cubicBezTo>
                  <a:pt x="2859" y="11383"/>
                  <a:pt x="2234" y="13170"/>
                  <a:pt x="2464" y="14816"/>
                </a:cubicBezTo>
                <a:cubicBezTo>
                  <a:pt x="2744" y="16883"/>
                  <a:pt x="4786" y="18848"/>
                  <a:pt x="6777" y="18197"/>
                </a:cubicBezTo>
                <a:cubicBezTo>
                  <a:pt x="8372" y="17674"/>
                  <a:pt x="9087" y="15824"/>
                  <a:pt x="9342" y="14152"/>
                </a:cubicBezTo>
                <a:cubicBezTo>
                  <a:pt x="9610" y="12493"/>
                  <a:pt x="9661" y="10681"/>
                  <a:pt x="10682" y="9354"/>
                </a:cubicBezTo>
                <a:cubicBezTo>
                  <a:pt x="11205" y="8691"/>
                  <a:pt x="11996" y="8180"/>
                  <a:pt x="12838" y="8218"/>
                </a:cubicBezTo>
                <a:cubicBezTo>
                  <a:pt x="13872" y="8257"/>
                  <a:pt x="14765" y="9137"/>
                  <a:pt x="14969" y="10145"/>
                </a:cubicBezTo>
                <a:cubicBezTo>
                  <a:pt x="15173" y="11166"/>
                  <a:pt x="14791" y="12238"/>
                  <a:pt x="14101" y="13016"/>
                </a:cubicBezTo>
                <a:cubicBezTo>
                  <a:pt x="13502" y="13667"/>
                  <a:pt x="12685" y="14178"/>
                  <a:pt x="12379" y="15007"/>
                </a:cubicBezTo>
                <a:cubicBezTo>
                  <a:pt x="12085" y="15837"/>
                  <a:pt x="12864" y="17036"/>
                  <a:pt x="13655" y="16628"/>
                </a:cubicBezTo>
              </a:path>
            </a:pathLst>
          </a:custGeom>
          <a:noFill/>
          <a:ln w="19050" cap="flat" cmpd="sng">
            <a:solidFill>
              <a:schemeClr val="dk1"/>
            </a:solidFill>
            <a:prstDash val="solid"/>
            <a:miter lim="1276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39">
            <a:extLst>
              <a:ext uri="{FF2B5EF4-FFF2-40B4-BE49-F238E27FC236}">
                <a16:creationId xmlns:a16="http://schemas.microsoft.com/office/drawing/2014/main" id="{2121E1C2-2880-AA1A-0716-6C675193BD72}"/>
              </a:ext>
            </a:extLst>
          </p:cNvPr>
          <p:cNvSpPr/>
          <p:nvPr/>
        </p:nvSpPr>
        <p:spPr>
          <a:xfrm>
            <a:off x="6998750" y="3510449"/>
            <a:ext cx="381612" cy="413821"/>
          </a:xfrm>
          <a:custGeom>
            <a:avLst/>
            <a:gdLst/>
            <a:ahLst/>
            <a:cxnLst/>
            <a:rect l="l" t="t" r="r" b="b"/>
            <a:pathLst>
              <a:path w="12239" h="13272" extrusionOk="0">
                <a:moveTo>
                  <a:pt x="10087" y="496"/>
                </a:moveTo>
                <a:cubicBezTo>
                  <a:pt x="10089" y="496"/>
                  <a:pt x="10092" y="496"/>
                  <a:pt x="10095" y="497"/>
                </a:cubicBezTo>
                <a:cubicBezTo>
                  <a:pt x="10120" y="497"/>
                  <a:pt x="10158" y="535"/>
                  <a:pt x="10184" y="599"/>
                </a:cubicBezTo>
                <a:cubicBezTo>
                  <a:pt x="10222" y="663"/>
                  <a:pt x="10235" y="676"/>
                  <a:pt x="10248" y="714"/>
                </a:cubicBezTo>
                <a:cubicBezTo>
                  <a:pt x="11613" y="3151"/>
                  <a:pt x="11753" y="6635"/>
                  <a:pt x="10414" y="9085"/>
                </a:cubicBezTo>
                <a:cubicBezTo>
                  <a:pt x="9402" y="10913"/>
                  <a:pt x="7386" y="12554"/>
                  <a:pt x="5495" y="12554"/>
                </a:cubicBezTo>
                <a:cubicBezTo>
                  <a:pt x="5286" y="12554"/>
                  <a:pt x="5079" y="12534"/>
                  <a:pt x="4875" y="12492"/>
                </a:cubicBezTo>
                <a:cubicBezTo>
                  <a:pt x="4544" y="12428"/>
                  <a:pt x="4225" y="12301"/>
                  <a:pt x="3931" y="12122"/>
                </a:cubicBezTo>
                <a:cubicBezTo>
                  <a:pt x="7364" y="10246"/>
                  <a:pt x="9495" y="6431"/>
                  <a:pt x="10171" y="2781"/>
                </a:cubicBezTo>
                <a:cubicBezTo>
                  <a:pt x="10197" y="2641"/>
                  <a:pt x="10107" y="2513"/>
                  <a:pt x="9980" y="2488"/>
                </a:cubicBezTo>
                <a:cubicBezTo>
                  <a:pt x="9964" y="2485"/>
                  <a:pt x="9948" y="2483"/>
                  <a:pt x="9932" y="2483"/>
                </a:cubicBezTo>
                <a:cubicBezTo>
                  <a:pt x="9811" y="2483"/>
                  <a:pt x="9709" y="2568"/>
                  <a:pt x="9686" y="2692"/>
                </a:cubicBezTo>
                <a:cubicBezTo>
                  <a:pt x="9023" y="6265"/>
                  <a:pt x="6917" y="10029"/>
                  <a:pt x="3510" y="11790"/>
                </a:cubicBezTo>
                <a:cubicBezTo>
                  <a:pt x="2732" y="10884"/>
                  <a:pt x="3140" y="9008"/>
                  <a:pt x="3893" y="7834"/>
                </a:cubicBezTo>
                <a:cubicBezTo>
                  <a:pt x="5488" y="5346"/>
                  <a:pt x="6573" y="5499"/>
                  <a:pt x="8040" y="3853"/>
                </a:cubicBezTo>
                <a:cubicBezTo>
                  <a:pt x="9778" y="1926"/>
                  <a:pt x="9888" y="496"/>
                  <a:pt x="10087" y="496"/>
                </a:cubicBezTo>
                <a:close/>
                <a:moveTo>
                  <a:pt x="10066" y="0"/>
                </a:moveTo>
                <a:cubicBezTo>
                  <a:pt x="9693" y="0"/>
                  <a:pt x="9533" y="388"/>
                  <a:pt x="9406" y="701"/>
                </a:cubicBezTo>
                <a:cubicBezTo>
                  <a:pt x="9023" y="1748"/>
                  <a:pt x="8436" y="2705"/>
                  <a:pt x="7683" y="3521"/>
                </a:cubicBezTo>
                <a:cubicBezTo>
                  <a:pt x="7211" y="4032"/>
                  <a:pt x="6687" y="4478"/>
                  <a:pt x="6126" y="4848"/>
                </a:cubicBezTo>
                <a:cubicBezTo>
                  <a:pt x="5054" y="5550"/>
                  <a:pt x="4148" y="6469"/>
                  <a:pt x="3485" y="7566"/>
                </a:cubicBezTo>
                <a:cubicBezTo>
                  <a:pt x="2732" y="8740"/>
                  <a:pt x="2145" y="10820"/>
                  <a:pt x="3063" y="12020"/>
                </a:cubicBezTo>
                <a:cubicBezTo>
                  <a:pt x="2157" y="12428"/>
                  <a:pt x="1213" y="12683"/>
                  <a:pt x="231" y="12773"/>
                </a:cubicBezTo>
                <a:cubicBezTo>
                  <a:pt x="103" y="12786"/>
                  <a:pt x="1" y="12913"/>
                  <a:pt x="14" y="13053"/>
                </a:cubicBezTo>
                <a:lnTo>
                  <a:pt x="26" y="13053"/>
                </a:lnTo>
                <a:cubicBezTo>
                  <a:pt x="38" y="13174"/>
                  <a:pt x="141" y="13272"/>
                  <a:pt x="271" y="13272"/>
                </a:cubicBezTo>
                <a:cubicBezTo>
                  <a:pt x="279" y="13272"/>
                  <a:pt x="286" y="13271"/>
                  <a:pt x="294" y="13270"/>
                </a:cubicBezTo>
                <a:cubicBezTo>
                  <a:pt x="1379" y="13156"/>
                  <a:pt x="2438" y="12862"/>
                  <a:pt x="3434" y="12390"/>
                </a:cubicBezTo>
                <a:cubicBezTo>
                  <a:pt x="3459" y="12403"/>
                  <a:pt x="3472" y="12428"/>
                  <a:pt x="3497" y="12441"/>
                </a:cubicBezTo>
                <a:cubicBezTo>
                  <a:pt x="3880" y="12696"/>
                  <a:pt x="4314" y="12888"/>
                  <a:pt x="4773" y="12977"/>
                </a:cubicBezTo>
                <a:cubicBezTo>
                  <a:pt x="5011" y="13024"/>
                  <a:pt x="5250" y="13047"/>
                  <a:pt x="5490" y="13047"/>
                </a:cubicBezTo>
                <a:cubicBezTo>
                  <a:pt x="7639" y="13047"/>
                  <a:pt x="9790" y="11234"/>
                  <a:pt x="10835" y="9327"/>
                </a:cubicBezTo>
                <a:cubicBezTo>
                  <a:pt x="12238" y="6788"/>
                  <a:pt x="12162" y="3151"/>
                  <a:pt x="10682" y="471"/>
                </a:cubicBezTo>
                <a:cubicBezTo>
                  <a:pt x="10656" y="433"/>
                  <a:pt x="10631" y="395"/>
                  <a:pt x="10605" y="344"/>
                </a:cubicBezTo>
                <a:cubicBezTo>
                  <a:pt x="10528" y="178"/>
                  <a:pt x="10375" y="63"/>
                  <a:pt x="10184" y="12"/>
                </a:cubicBezTo>
                <a:cubicBezTo>
                  <a:pt x="10143" y="4"/>
                  <a:pt x="10103" y="0"/>
                  <a:pt x="100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327421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789"/>
        <p:cNvGrpSpPr/>
        <p:nvPr/>
      </p:nvGrpSpPr>
      <p:grpSpPr>
        <a:xfrm>
          <a:off x="0" y="0"/>
          <a:ext cx="0" cy="0"/>
          <a:chOff x="0" y="0"/>
          <a:chExt cx="0" cy="0"/>
        </a:xfrm>
      </p:grpSpPr>
      <p:sp>
        <p:nvSpPr>
          <p:cNvPr id="790" name="Google Shape;790;p4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Destiny’s variables</a:t>
            </a:r>
            <a:endParaRPr dirty="0"/>
          </a:p>
        </p:txBody>
      </p:sp>
      <p:sp>
        <p:nvSpPr>
          <p:cNvPr id="791" name="Google Shape;791;p45"/>
          <p:cNvSpPr txBox="1">
            <a:spLocks noGrp="1"/>
          </p:cNvSpPr>
          <p:nvPr>
            <p:ph type="subTitle" idx="4294967295"/>
          </p:nvPr>
        </p:nvSpPr>
        <p:spPr>
          <a:xfrm>
            <a:off x="168257" y="4781400"/>
            <a:ext cx="5570483" cy="362100"/>
          </a:xfrm>
          <a:prstGeom prst="rect">
            <a:avLst/>
          </a:prstGeom>
        </p:spPr>
        <p:txBody>
          <a:bodyPr spcFirstLastPara="1" wrap="square" lIns="91425" tIns="91425" rIns="91425" bIns="91425" anchor="ctr" anchorCtr="0">
            <a:noAutofit/>
          </a:bodyPr>
          <a:lstStyle/>
          <a:p>
            <a:pPr marL="0" indent="0">
              <a:buNone/>
            </a:pPr>
            <a:r>
              <a:rPr lang="en-GB" sz="1100" dirty="0"/>
              <a:t>All classified as adverse experiences, for </a:t>
            </a:r>
            <a:r>
              <a:rPr lang="en-GB" sz="1100" dirty="0">
                <a:solidFill>
                  <a:srgbClr val="000E3F"/>
                </a:solidFill>
              </a:rPr>
              <a:t>sexual dating and violence</a:t>
            </a:r>
            <a:endParaRPr lang="en-GB" sz="1100" dirty="0"/>
          </a:p>
        </p:txBody>
      </p:sp>
      <p:sp>
        <p:nvSpPr>
          <p:cNvPr id="794" name="Google Shape;794;p45"/>
          <p:cNvSpPr txBox="1"/>
          <p:nvPr/>
        </p:nvSpPr>
        <p:spPr>
          <a:xfrm>
            <a:off x="5969876" y="3200456"/>
            <a:ext cx="2743200" cy="1081497"/>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GB" dirty="0">
                <a:solidFill>
                  <a:schemeClr val="dk1"/>
                </a:solidFill>
                <a:latin typeface="DM Sans"/>
                <a:ea typeface="DM Sans"/>
                <a:cs typeface="DM Sans"/>
                <a:sym typeface="DM Sans"/>
              </a:rPr>
              <a:t>suicidality prevalence in sexually assaulted vs. </a:t>
            </a:r>
            <a:r>
              <a:rPr lang="en-GB" dirty="0" err="1">
                <a:solidFill>
                  <a:schemeClr val="dk1"/>
                </a:solidFill>
                <a:latin typeface="DM Sans"/>
                <a:ea typeface="DM Sans"/>
                <a:cs typeface="DM Sans"/>
                <a:sym typeface="DM Sans"/>
              </a:rPr>
              <a:t>unassaulted</a:t>
            </a:r>
            <a:r>
              <a:rPr lang="en-GB" dirty="0">
                <a:solidFill>
                  <a:schemeClr val="dk1"/>
                </a:solidFill>
                <a:latin typeface="DM Sans"/>
                <a:ea typeface="DM Sans"/>
                <a:cs typeface="DM Sans"/>
                <a:sym typeface="DM Sans"/>
              </a:rPr>
              <a:t> subsamples (Dworkin et al., meta-analysis)</a:t>
            </a:r>
          </a:p>
          <a:p>
            <a:pPr marL="0" lvl="0" indent="0" algn="r" rtl="0">
              <a:spcBef>
                <a:spcPts val="0"/>
              </a:spcBef>
              <a:spcAft>
                <a:spcPts val="0"/>
              </a:spcAft>
              <a:buNone/>
            </a:pPr>
            <a:endParaRPr lang="en-GB" dirty="0">
              <a:solidFill>
                <a:schemeClr val="dk1"/>
              </a:solidFill>
              <a:latin typeface="DM Sans"/>
              <a:ea typeface="DM Sans"/>
              <a:cs typeface="DM Sans"/>
              <a:sym typeface="DM Sans"/>
            </a:endParaRPr>
          </a:p>
        </p:txBody>
      </p:sp>
      <p:sp>
        <p:nvSpPr>
          <p:cNvPr id="795" name="Google Shape;795;p45"/>
          <p:cNvSpPr txBox="1"/>
          <p:nvPr/>
        </p:nvSpPr>
        <p:spPr>
          <a:xfrm>
            <a:off x="5969876" y="1722929"/>
            <a:ext cx="2743200" cy="1081497"/>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GB" dirty="0">
                <a:solidFill>
                  <a:schemeClr val="dk1"/>
                </a:solidFill>
                <a:latin typeface="DM Sans"/>
                <a:ea typeface="DM Sans"/>
                <a:cs typeface="DM Sans"/>
                <a:sym typeface="DM Sans"/>
              </a:rPr>
              <a:t>higher lifetime suicide risk among sexual violence survivors vs. non-survivors (Mondin et al., Brazil, n=1,560)</a:t>
            </a:r>
            <a:endParaRPr dirty="0">
              <a:solidFill>
                <a:schemeClr val="dk1"/>
              </a:solidFill>
              <a:latin typeface="DM Sans"/>
              <a:ea typeface="DM Sans"/>
              <a:cs typeface="DM Sans"/>
              <a:sym typeface="DM Sans"/>
            </a:endParaRPr>
          </a:p>
        </p:txBody>
      </p:sp>
      <p:sp>
        <p:nvSpPr>
          <p:cNvPr id="796" name="Google Shape;796;p45"/>
          <p:cNvSpPr txBox="1"/>
          <p:nvPr/>
        </p:nvSpPr>
        <p:spPr>
          <a:xfrm>
            <a:off x="6674276" y="2742056"/>
            <a:ext cx="2038800" cy="4584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Clr>
                <a:schemeClr val="dk1"/>
              </a:buClr>
              <a:buSzPts val="1100"/>
              <a:buFont typeface="Arial"/>
              <a:buNone/>
            </a:pPr>
            <a:r>
              <a:rPr lang="en-GB" sz="2200" dirty="0">
                <a:solidFill>
                  <a:schemeClr val="dk2"/>
                </a:solidFill>
                <a:latin typeface="Domine"/>
                <a:ea typeface="Domine"/>
                <a:cs typeface="Domine"/>
                <a:sym typeface="Domine"/>
              </a:rPr>
              <a:t>27.3% vs 9.4%</a:t>
            </a:r>
          </a:p>
        </p:txBody>
      </p:sp>
      <p:sp>
        <p:nvSpPr>
          <p:cNvPr id="797" name="Google Shape;797;p45"/>
          <p:cNvSpPr txBox="1"/>
          <p:nvPr/>
        </p:nvSpPr>
        <p:spPr>
          <a:xfrm>
            <a:off x="6461692" y="1276756"/>
            <a:ext cx="2038800" cy="4584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2200" dirty="0">
                <a:solidFill>
                  <a:schemeClr val="dk2"/>
                </a:solidFill>
                <a:latin typeface="Domine"/>
                <a:ea typeface="Domine"/>
                <a:cs typeface="Domine"/>
                <a:sym typeface="Domine"/>
              </a:rPr>
              <a:t>2.8x</a:t>
            </a:r>
            <a:endParaRPr sz="2200" dirty="0">
              <a:solidFill>
                <a:schemeClr val="dk2"/>
              </a:solidFill>
              <a:latin typeface="Domine"/>
              <a:ea typeface="Domine"/>
              <a:cs typeface="Domine"/>
              <a:sym typeface="Domine"/>
            </a:endParaRPr>
          </a:p>
        </p:txBody>
      </p:sp>
      <p:graphicFrame>
        <p:nvGraphicFramePr>
          <p:cNvPr id="2" name="Table 0">
            <a:extLst>
              <a:ext uri="{FF2B5EF4-FFF2-40B4-BE49-F238E27FC236}">
                <a16:creationId xmlns:a16="http://schemas.microsoft.com/office/drawing/2014/main" id="{B33A7207-8F99-66BE-8D56-E80DEA6FDE19}"/>
              </a:ext>
            </a:extLst>
          </p:cNvPr>
          <p:cNvGraphicFramePr>
            <a:graphicFrameLocks noGrp="1"/>
          </p:cNvGraphicFramePr>
          <p:nvPr>
            <p:extLst>
              <p:ext uri="{D42A27DB-BD31-4B8C-83A1-F6EECF244321}">
                <p14:modId xmlns:p14="http://schemas.microsoft.com/office/powerpoint/2010/main" val="3344515798"/>
              </p:ext>
            </p:extLst>
          </p:nvPr>
        </p:nvGraphicFramePr>
        <p:xfrm>
          <a:off x="189278" y="1505956"/>
          <a:ext cx="5570483" cy="2472201"/>
        </p:xfrm>
        <a:graphic>
          <a:graphicData uri="http://schemas.openxmlformats.org/drawingml/2006/table">
            <a:tbl>
              <a:tblPr>
                <a:tableStyleId>{5940675A-B579-460E-94D1-54222C63F5DA}</a:tableStyleId>
              </a:tblPr>
              <a:tblGrid>
                <a:gridCol w="888048">
                  <a:extLst>
                    <a:ext uri="{9D8B030D-6E8A-4147-A177-3AD203B41FA5}">
                      <a16:colId xmlns:a16="http://schemas.microsoft.com/office/drawing/2014/main" val="20000"/>
                    </a:ext>
                  </a:extLst>
                </a:gridCol>
                <a:gridCol w="2866000">
                  <a:extLst>
                    <a:ext uri="{9D8B030D-6E8A-4147-A177-3AD203B41FA5}">
                      <a16:colId xmlns:a16="http://schemas.microsoft.com/office/drawing/2014/main" val="20001"/>
                    </a:ext>
                  </a:extLst>
                </a:gridCol>
                <a:gridCol w="1816435">
                  <a:extLst>
                    <a:ext uri="{9D8B030D-6E8A-4147-A177-3AD203B41FA5}">
                      <a16:colId xmlns:a16="http://schemas.microsoft.com/office/drawing/2014/main" val="20002"/>
                    </a:ext>
                  </a:extLst>
                </a:gridCol>
              </a:tblGrid>
              <a:tr h="412661">
                <a:tc>
                  <a:txBody>
                    <a:bodyPr/>
                    <a:lstStyle/>
                    <a:p>
                      <a:pPr marL="0" indent="0" algn="ctr">
                        <a:buNone/>
                      </a:pPr>
                      <a:r>
                        <a:rPr lang="en-US" sz="1400" b="1" dirty="0">
                          <a:solidFill>
                            <a:schemeClr val="tx1"/>
                          </a:solidFill>
                          <a:latin typeface=""/>
                        </a:rPr>
                        <a:t>Variable</a:t>
                      </a:r>
                      <a:endParaRPr lang="en-US" sz="1400" dirty="0">
                        <a:solidFill>
                          <a:schemeClr val="tx1"/>
                        </a:solidFill>
                        <a:latin typeface=""/>
                        <a:ea typeface="Calibri" charset="0"/>
                        <a:cs typeface="Calibri" charset="0"/>
                      </a:endParaRPr>
                    </a:p>
                  </a:txBody>
                  <a:tcPr marL="68580" marR="68580" marT="34290" marB="34290" anchor="ctr"/>
                </a:tc>
                <a:tc>
                  <a:txBody>
                    <a:bodyPr/>
                    <a:lstStyle/>
                    <a:p>
                      <a:pPr marL="0" indent="0" algn="ctr">
                        <a:buNone/>
                      </a:pPr>
                      <a:r>
                        <a:rPr lang="en-US" sz="1400" b="1" dirty="0">
                          <a:solidFill>
                            <a:schemeClr val="tx1"/>
                          </a:solidFill>
                          <a:latin typeface=""/>
                        </a:rPr>
                        <a:t>Measures</a:t>
                      </a:r>
                      <a:endParaRPr lang="en-US" sz="1400" dirty="0">
                        <a:solidFill>
                          <a:schemeClr val="tx1"/>
                        </a:solidFill>
                        <a:latin typeface=""/>
                        <a:ea typeface="Calibri" charset="0"/>
                        <a:cs typeface="Calibri" charset="0"/>
                      </a:endParaRPr>
                    </a:p>
                  </a:txBody>
                  <a:tcPr marL="68580" marR="68580" marT="34290" marB="34290" anchor="ctr"/>
                </a:tc>
                <a:tc>
                  <a:txBody>
                    <a:bodyPr/>
                    <a:lstStyle/>
                    <a:p>
                      <a:pPr marL="0" indent="0" algn="ctr">
                        <a:buNone/>
                      </a:pPr>
                      <a:r>
                        <a:rPr lang="en-US" sz="1400" b="1" dirty="0">
                          <a:solidFill>
                            <a:schemeClr val="tx1"/>
                          </a:solidFill>
                          <a:latin typeface=""/>
                        </a:rPr>
                        <a:t>Missing</a:t>
                      </a:r>
                      <a:endParaRPr lang="en-US" sz="1400" dirty="0">
                        <a:solidFill>
                          <a:schemeClr val="tx1"/>
                        </a:solidFill>
                        <a:latin typeface=""/>
                        <a:ea typeface="Calibri" charset="0"/>
                        <a:cs typeface="Calibri" charset="0"/>
                      </a:endParaRPr>
                    </a:p>
                  </a:txBody>
                  <a:tcPr marL="68580" marR="68580" marT="34290" marB="34290" anchor="ctr"/>
                </a:tc>
                <a:extLst>
                  <a:ext uri="{0D108BD9-81ED-4DB2-BD59-A6C34878D82A}">
                    <a16:rowId xmlns:a16="http://schemas.microsoft.com/office/drawing/2014/main" val="10000"/>
                  </a:ext>
                </a:extLst>
              </a:tr>
              <a:tr h="514885">
                <a:tc>
                  <a:txBody>
                    <a:bodyPr/>
                    <a:lstStyle/>
                    <a:p>
                      <a:pPr marL="0" indent="0" algn="ctr">
                        <a:buNone/>
                      </a:pPr>
                      <a:r>
                        <a:rPr lang="en-US" sz="1400" dirty="0">
                          <a:solidFill>
                            <a:srgbClr val="6280FF"/>
                          </a:solidFill>
                          <a:latin typeface=""/>
                        </a:rPr>
                        <a:t>QN19</a:t>
                      </a:r>
                      <a:endParaRPr lang="en-US" sz="1400" dirty="0">
                        <a:solidFill>
                          <a:srgbClr val="6280FF"/>
                        </a:solidFill>
                        <a:latin typeface=""/>
                        <a:ea typeface="Calibri" charset="0"/>
                        <a:cs typeface="Calibri" charset="0"/>
                      </a:endParaRPr>
                    </a:p>
                  </a:txBody>
                  <a:tcPr marL="68580" marR="68580" marT="34290" marB="34290" anchor="ctr"/>
                </a:tc>
                <a:tc>
                  <a:txBody>
                    <a:bodyPr/>
                    <a:lstStyle/>
                    <a:p>
                      <a:pPr marL="0" indent="0" algn="ctr">
                        <a:buNone/>
                      </a:pPr>
                      <a:r>
                        <a:rPr lang="en-US" sz="1400" dirty="0">
                          <a:solidFill>
                            <a:schemeClr val="tx1"/>
                          </a:solidFill>
                          <a:latin typeface=""/>
                        </a:rPr>
                        <a:t>Ever physically forced</a:t>
                      </a:r>
                    </a:p>
                    <a:p>
                      <a:pPr marL="0" indent="0" algn="ctr">
                        <a:buNone/>
                      </a:pPr>
                      <a:r>
                        <a:rPr lang="en-US" sz="1400" dirty="0">
                          <a:solidFill>
                            <a:schemeClr val="tx1"/>
                          </a:solidFill>
                          <a:latin typeface=""/>
                        </a:rPr>
                        <a:t>to have sexual intercourse</a:t>
                      </a:r>
                      <a:endParaRPr lang="en-US" sz="1400" dirty="0">
                        <a:solidFill>
                          <a:schemeClr val="tx1"/>
                        </a:solidFill>
                        <a:latin typeface=""/>
                        <a:ea typeface="Calibri" charset="0"/>
                        <a:cs typeface="Calibri" charset="0"/>
                      </a:endParaRPr>
                    </a:p>
                  </a:txBody>
                  <a:tcPr marL="68580" marR="68580" marT="34290" marB="34290" anchor="ctr"/>
                </a:tc>
                <a:tc>
                  <a:txBody>
                    <a:bodyPr/>
                    <a:lstStyle/>
                    <a:p>
                      <a:pPr marL="0" indent="0" algn="ctr">
                        <a:buNone/>
                      </a:pPr>
                      <a:r>
                        <a:rPr lang="en-US" sz="1400" dirty="0">
                          <a:solidFill>
                            <a:schemeClr val="tx1"/>
                          </a:solidFill>
                          <a:latin typeface=""/>
                        </a:rPr>
                        <a:t>13.9%</a:t>
                      </a:r>
                      <a:endParaRPr lang="en-US" sz="1400" dirty="0">
                        <a:solidFill>
                          <a:schemeClr val="tx1"/>
                        </a:solidFill>
                        <a:latin typeface=""/>
                        <a:ea typeface="Calibri" charset="0"/>
                        <a:cs typeface="Calibri" charset="0"/>
                      </a:endParaRPr>
                    </a:p>
                  </a:txBody>
                  <a:tcPr marL="68580" marR="68580" marT="34290" marB="34290" anchor="ctr"/>
                </a:tc>
                <a:extLst>
                  <a:ext uri="{0D108BD9-81ED-4DB2-BD59-A6C34878D82A}">
                    <a16:rowId xmlns:a16="http://schemas.microsoft.com/office/drawing/2014/main" val="10001"/>
                  </a:ext>
                </a:extLst>
              </a:tr>
              <a:tr h="514885">
                <a:tc>
                  <a:txBody>
                    <a:bodyPr/>
                    <a:lstStyle/>
                    <a:p>
                      <a:pPr marL="0" indent="0" algn="ctr">
                        <a:buNone/>
                      </a:pPr>
                      <a:r>
                        <a:rPr lang="en-US" sz="1400" dirty="0">
                          <a:solidFill>
                            <a:srgbClr val="6280FF"/>
                          </a:solidFill>
                          <a:latin typeface=""/>
                        </a:rPr>
                        <a:t>QN20</a:t>
                      </a:r>
                      <a:endParaRPr lang="en-US" sz="1400" dirty="0">
                        <a:solidFill>
                          <a:srgbClr val="6280FF"/>
                        </a:solidFill>
                        <a:latin typeface=""/>
                        <a:ea typeface="Calibri" charset="0"/>
                        <a:cs typeface="Calibri" charset="0"/>
                      </a:endParaRPr>
                    </a:p>
                  </a:txBody>
                  <a:tcPr marL="68580" marR="68580" marT="34290" marB="34290" anchor="ctr"/>
                </a:tc>
                <a:tc>
                  <a:txBody>
                    <a:bodyPr/>
                    <a:lstStyle/>
                    <a:p>
                      <a:pPr marL="0" indent="0" algn="ctr">
                        <a:buNone/>
                      </a:pPr>
                      <a:r>
                        <a:rPr lang="en-US" sz="1400" dirty="0">
                          <a:solidFill>
                            <a:schemeClr val="tx1"/>
                          </a:solidFill>
                          <a:latin typeface=""/>
                        </a:rPr>
                        <a:t>Forced to do sexual things,</a:t>
                      </a:r>
                    </a:p>
                    <a:p>
                      <a:pPr marL="0" indent="0" algn="ctr">
                        <a:buNone/>
                      </a:pPr>
                      <a:r>
                        <a:rPr lang="en-US" sz="1400" dirty="0">
                          <a:solidFill>
                            <a:schemeClr val="tx1"/>
                          </a:solidFill>
                          <a:latin typeface=""/>
                        </a:rPr>
                        <a:t>past 12 months</a:t>
                      </a:r>
                      <a:endParaRPr lang="en-US" sz="1400" dirty="0">
                        <a:solidFill>
                          <a:schemeClr val="tx1"/>
                        </a:solidFill>
                        <a:latin typeface=""/>
                        <a:ea typeface="Calibri" charset="0"/>
                        <a:cs typeface="Calibri" charset="0"/>
                      </a:endParaRPr>
                    </a:p>
                  </a:txBody>
                  <a:tcPr marL="68580" marR="68580" marT="34290" marB="34290" anchor="ctr"/>
                </a:tc>
                <a:tc>
                  <a:txBody>
                    <a:bodyPr/>
                    <a:lstStyle/>
                    <a:p>
                      <a:pPr marL="0" indent="0" algn="ctr">
                        <a:buNone/>
                      </a:pPr>
                      <a:r>
                        <a:rPr lang="en-US" sz="1400" dirty="0">
                          <a:solidFill>
                            <a:schemeClr val="tx1"/>
                          </a:solidFill>
                          <a:latin typeface=""/>
                        </a:rPr>
                        <a:t>21.6%</a:t>
                      </a:r>
                      <a:endParaRPr lang="en-US" sz="1400" dirty="0">
                        <a:solidFill>
                          <a:schemeClr val="tx1"/>
                        </a:solidFill>
                        <a:latin typeface=""/>
                        <a:ea typeface="Calibri" charset="0"/>
                        <a:cs typeface="Calibri" charset="0"/>
                      </a:endParaRPr>
                    </a:p>
                  </a:txBody>
                  <a:tcPr marL="68580" marR="68580" marT="34290" marB="34290" anchor="ctr"/>
                </a:tc>
                <a:extLst>
                  <a:ext uri="{0D108BD9-81ED-4DB2-BD59-A6C34878D82A}">
                    <a16:rowId xmlns:a16="http://schemas.microsoft.com/office/drawing/2014/main" val="10002"/>
                  </a:ext>
                </a:extLst>
              </a:tr>
              <a:tr h="514885">
                <a:tc>
                  <a:txBody>
                    <a:bodyPr/>
                    <a:lstStyle/>
                    <a:p>
                      <a:pPr marL="0" indent="0" algn="ctr">
                        <a:buNone/>
                      </a:pPr>
                      <a:r>
                        <a:rPr lang="en-US" sz="1400" dirty="0">
                          <a:solidFill>
                            <a:srgbClr val="6280FF"/>
                          </a:solidFill>
                          <a:latin typeface=""/>
                        </a:rPr>
                        <a:t>QN21</a:t>
                      </a:r>
                      <a:endParaRPr lang="en-US" sz="1400" dirty="0">
                        <a:solidFill>
                          <a:srgbClr val="6280FF"/>
                        </a:solidFill>
                        <a:latin typeface=""/>
                        <a:ea typeface="Calibri" charset="0"/>
                        <a:cs typeface="Calibri" charset="0"/>
                      </a:endParaRPr>
                    </a:p>
                  </a:txBody>
                  <a:tcPr marL="68580" marR="68580" marT="34290" marB="34290" anchor="ctr"/>
                </a:tc>
                <a:tc>
                  <a:txBody>
                    <a:bodyPr/>
                    <a:lstStyle/>
                    <a:p>
                      <a:pPr marL="0" indent="0" algn="ctr">
                        <a:buNone/>
                      </a:pPr>
                      <a:r>
                        <a:rPr lang="en-US" sz="1400" dirty="0">
                          <a:solidFill>
                            <a:schemeClr val="tx1"/>
                          </a:solidFill>
                          <a:latin typeface=""/>
                        </a:rPr>
                        <a:t>Sexual dating violence </a:t>
                      </a:r>
                    </a:p>
                    <a:p>
                      <a:pPr marL="0" indent="0" algn="ctr">
                        <a:buNone/>
                      </a:pPr>
                      <a:r>
                        <a:rPr lang="en-US" sz="1400" dirty="0">
                          <a:solidFill>
                            <a:schemeClr val="tx1"/>
                          </a:solidFill>
                          <a:latin typeface=""/>
                        </a:rPr>
                        <a:t>(among students who dated)</a:t>
                      </a:r>
                      <a:endParaRPr lang="en-US" sz="1400" dirty="0">
                        <a:solidFill>
                          <a:schemeClr val="tx1"/>
                        </a:solidFill>
                        <a:latin typeface=""/>
                        <a:ea typeface="Calibri" charset="0"/>
                        <a:cs typeface="Calibri" charset="0"/>
                      </a:endParaRPr>
                    </a:p>
                  </a:txBody>
                  <a:tcPr marL="68580" marR="68580" marT="34290" marB="34290" anchor="ctr"/>
                </a:tc>
                <a:tc>
                  <a:txBody>
                    <a:bodyPr/>
                    <a:lstStyle/>
                    <a:p>
                      <a:pPr marL="0" indent="0" algn="ctr">
                        <a:buNone/>
                      </a:pPr>
                      <a:r>
                        <a:rPr lang="en-US" sz="1400" dirty="0">
                          <a:solidFill>
                            <a:schemeClr val="tx1"/>
                          </a:solidFill>
                          <a:latin typeface=""/>
                        </a:rPr>
                        <a:t>33.1%</a:t>
                      </a:r>
                      <a:endParaRPr lang="en-US" sz="1400" dirty="0">
                        <a:solidFill>
                          <a:schemeClr val="tx1"/>
                        </a:solidFill>
                        <a:latin typeface=""/>
                        <a:ea typeface="Calibri" charset="0"/>
                        <a:cs typeface="Calibri" charset="0"/>
                      </a:endParaRPr>
                    </a:p>
                  </a:txBody>
                  <a:tcPr marL="68580" marR="68580" marT="34290" marB="34290" anchor="ctr"/>
                </a:tc>
                <a:extLst>
                  <a:ext uri="{0D108BD9-81ED-4DB2-BD59-A6C34878D82A}">
                    <a16:rowId xmlns:a16="http://schemas.microsoft.com/office/drawing/2014/main" val="10003"/>
                  </a:ext>
                </a:extLst>
              </a:tr>
              <a:tr h="514885">
                <a:tc>
                  <a:txBody>
                    <a:bodyPr/>
                    <a:lstStyle/>
                    <a:p>
                      <a:pPr marL="0" indent="0" algn="ctr">
                        <a:buNone/>
                      </a:pPr>
                      <a:r>
                        <a:rPr lang="en-US" sz="1400" dirty="0">
                          <a:solidFill>
                            <a:srgbClr val="6280FF"/>
                          </a:solidFill>
                          <a:latin typeface=""/>
                        </a:rPr>
                        <a:t>QN88</a:t>
                      </a:r>
                      <a:endParaRPr lang="en-US" sz="1400" dirty="0">
                        <a:solidFill>
                          <a:srgbClr val="6280FF"/>
                        </a:solidFill>
                        <a:latin typeface=""/>
                        <a:ea typeface="Calibri" charset="0"/>
                        <a:cs typeface="Calibri" charset="0"/>
                      </a:endParaRPr>
                    </a:p>
                  </a:txBody>
                  <a:tcPr marL="68580" marR="68580" marT="34290" marB="34290" anchor="ctr"/>
                </a:tc>
                <a:tc>
                  <a:txBody>
                    <a:bodyPr/>
                    <a:lstStyle/>
                    <a:p>
                      <a:pPr marL="0" indent="0" algn="ctr">
                        <a:buNone/>
                      </a:pPr>
                      <a:r>
                        <a:rPr lang="en-US" sz="1400" dirty="0">
                          <a:solidFill>
                            <a:schemeClr val="tx1"/>
                          </a:solidFill>
                          <a:latin typeface=""/>
                        </a:rPr>
                        <a:t>Sexual contact from</a:t>
                      </a:r>
                    </a:p>
                    <a:p>
                      <a:pPr marL="0" indent="0" algn="ctr">
                        <a:buNone/>
                      </a:pPr>
                      <a:r>
                        <a:rPr lang="en-US" sz="1400" dirty="0">
                          <a:solidFill>
                            <a:schemeClr val="tx1"/>
                          </a:solidFill>
                          <a:latin typeface=""/>
                        </a:rPr>
                        <a:t>someone 5+ years older</a:t>
                      </a:r>
                      <a:endParaRPr lang="en-US" sz="1400" dirty="0">
                        <a:solidFill>
                          <a:schemeClr val="tx1"/>
                        </a:solidFill>
                        <a:latin typeface=""/>
                        <a:ea typeface="Calibri" charset="0"/>
                        <a:cs typeface="Calibri" charset="0"/>
                      </a:endParaRPr>
                    </a:p>
                  </a:txBody>
                  <a:tcPr marL="68580" marR="68580" marT="34290" marB="34290" anchor="ctr"/>
                </a:tc>
                <a:tc>
                  <a:txBody>
                    <a:bodyPr/>
                    <a:lstStyle/>
                    <a:p>
                      <a:pPr marL="0" indent="0" algn="ctr">
                        <a:buNone/>
                      </a:pPr>
                      <a:r>
                        <a:rPr lang="en-US" sz="1400" dirty="0">
                          <a:solidFill>
                            <a:schemeClr val="tx1"/>
                          </a:solidFill>
                          <a:latin typeface=""/>
                        </a:rPr>
                        <a:t>31.2%</a:t>
                      </a:r>
                      <a:endParaRPr lang="en-US" sz="1400" dirty="0">
                        <a:solidFill>
                          <a:schemeClr val="tx1"/>
                        </a:solidFill>
                        <a:latin typeface=""/>
                        <a:ea typeface="Calibri" charset="0"/>
                        <a:cs typeface="Calibri" charset="0"/>
                      </a:endParaRPr>
                    </a:p>
                  </a:txBody>
                  <a:tcPr marL="68580" marR="68580" marT="34290" marB="34290" anchor="ctr"/>
                </a:tc>
                <a:extLst>
                  <a:ext uri="{0D108BD9-81ED-4DB2-BD59-A6C34878D82A}">
                    <a16:rowId xmlns:a16="http://schemas.microsoft.com/office/drawing/2014/main" val="10004"/>
                  </a:ext>
                </a:extLst>
              </a:tr>
            </a:tbl>
          </a:graphicData>
        </a:graphic>
      </p:graphicFrame>
      <p:sp>
        <p:nvSpPr>
          <p:cNvPr id="4" name="Google Shape;791;p45">
            <a:extLst>
              <a:ext uri="{FF2B5EF4-FFF2-40B4-BE49-F238E27FC236}">
                <a16:creationId xmlns:a16="http://schemas.microsoft.com/office/drawing/2014/main" id="{C66B1D69-F764-12E1-AEF5-0A18789C5CDC}"/>
              </a:ext>
            </a:extLst>
          </p:cNvPr>
          <p:cNvSpPr txBox="1">
            <a:spLocks/>
          </p:cNvSpPr>
          <p:nvPr/>
        </p:nvSpPr>
        <p:spPr>
          <a:xfrm>
            <a:off x="3132129" y="4326199"/>
            <a:ext cx="5570483" cy="3621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DM Sans"/>
              <a:buChar char="●"/>
              <a:defRPr sz="1400" b="0" i="0" u="none" strike="noStrike" cap="none" spc="0">
                <a:solidFill>
                  <a:schemeClr val="dk1"/>
                </a:solidFill>
                <a:latin typeface="DM Sans"/>
                <a:ea typeface="DM Sans"/>
                <a:cs typeface="DM Sans"/>
                <a:sym typeface="DM Sans"/>
              </a:defRPr>
            </a:lvl1pPr>
            <a:lvl2pPr marL="914400" marR="0" lvl="1" indent="-317500" algn="l" rtl="0">
              <a:lnSpc>
                <a:spcPct val="100000"/>
              </a:lnSpc>
              <a:spcBef>
                <a:spcPts val="1600"/>
              </a:spcBef>
              <a:spcAft>
                <a:spcPts val="0"/>
              </a:spcAft>
              <a:buClr>
                <a:schemeClr val="dk1"/>
              </a:buClr>
              <a:buSzPts val="1400"/>
              <a:buFont typeface="DM Sans"/>
              <a:buChar char="○"/>
              <a:defRPr sz="1400" b="0" i="0" u="none" strike="noStrike" cap="none" spc="0">
                <a:solidFill>
                  <a:schemeClr val="dk1"/>
                </a:solidFill>
                <a:latin typeface="DM Sans"/>
                <a:ea typeface="DM Sans"/>
                <a:cs typeface="DM Sans"/>
                <a:sym typeface="DM Sans"/>
              </a:defRPr>
            </a:lvl2pPr>
            <a:lvl3pPr marL="1371600" marR="0" lvl="2" indent="-317500" algn="l" rtl="0">
              <a:lnSpc>
                <a:spcPct val="100000"/>
              </a:lnSpc>
              <a:spcBef>
                <a:spcPts val="1600"/>
              </a:spcBef>
              <a:spcAft>
                <a:spcPts val="0"/>
              </a:spcAft>
              <a:buClr>
                <a:schemeClr val="dk1"/>
              </a:buClr>
              <a:buSzPts val="1400"/>
              <a:buFont typeface="DM Sans"/>
              <a:buChar char="■"/>
              <a:defRPr sz="1400" b="0" i="0" u="none" strike="noStrike" cap="none" spc="0">
                <a:solidFill>
                  <a:schemeClr val="dk1"/>
                </a:solidFill>
                <a:latin typeface="DM Sans"/>
                <a:ea typeface="DM Sans"/>
                <a:cs typeface="DM Sans"/>
                <a:sym typeface="DM Sans"/>
              </a:defRPr>
            </a:lvl3pPr>
            <a:lvl4pPr marL="1828800" marR="0" lvl="3" indent="-317500" algn="l" rtl="0">
              <a:lnSpc>
                <a:spcPct val="100000"/>
              </a:lnSpc>
              <a:spcBef>
                <a:spcPts val="1600"/>
              </a:spcBef>
              <a:spcAft>
                <a:spcPts val="0"/>
              </a:spcAft>
              <a:buClr>
                <a:schemeClr val="dk1"/>
              </a:buClr>
              <a:buSzPts val="1400"/>
              <a:buFont typeface="DM Sans"/>
              <a:buChar char="●"/>
              <a:defRPr sz="1400" b="0" i="0" u="none" strike="noStrike" cap="none" spc="0">
                <a:solidFill>
                  <a:schemeClr val="dk1"/>
                </a:solidFill>
                <a:latin typeface="DM Sans"/>
                <a:ea typeface="DM Sans"/>
                <a:cs typeface="DM Sans"/>
                <a:sym typeface="DM Sans"/>
              </a:defRPr>
            </a:lvl4pPr>
            <a:lvl5pPr marL="2286000" marR="0" lvl="4" indent="-317500" algn="l" rtl="0">
              <a:lnSpc>
                <a:spcPct val="100000"/>
              </a:lnSpc>
              <a:spcBef>
                <a:spcPts val="1600"/>
              </a:spcBef>
              <a:spcAft>
                <a:spcPts val="0"/>
              </a:spcAft>
              <a:buClr>
                <a:schemeClr val="dk1"/>
              </a:buClr>
              <a:buSzPts val="1400"/>
              <a:buFont typeface="DM Sans"/>
              <a:buChar char="○"/>
              <a:defRPr sz="1400" b="0" i="0" u="none" strike="noStrike" cap="none" spc="0">
                <a:solidFill>
                  <a:schemeClr val="dk1"/>
                </a:solidFill>
                <a:latin typeface="DM Sans"/>
                <a:ea typeface="DM Sans"/>
                <a:cs typeface="DM Sans"/>
                <a:sym typeface="DM Sans"/>
              </a:defRPr>
            </a:lvl5pPr>
            <a:lvl6pPr marL="2743200" marR="0" lvl="5" indent="-317500" algn="l" rtl="0">
              <a:lnSpc>
                <a:spcPct val="100000"/>
              </a:lnSpc>
              <a:spcBef>
                <a:spcPts val="1600"/>
              </a:spcBef>
              <a:spcAft>
                <a:spcPts val="0"/>
              </a:spcAft>
              <a:buClr>
                <a:schemeClr val="dk1"/>
              </a:buClr>
              <a:buSzPts val="1400"/>
              <a:buFont typeface="DM Sans"/>
              <a:buChar char="■"/>
              <a:defRPr sz="1400" b="0" i="0" u="none" strike="noStrike" cap="none" spc="0">
                <a:solidFill>
                  <a:schemeClr val="dk1"/>
                </a:solidFill>
                <a:latin typeface="DM Sans"/>
                <a:ea typeface="DM Sans"/>
                <a:cs typeface="DM Sans"/>
                <a:sym typeface="DM Sans"/>
              </a:defRPr>
            </a:lvl6pPr>
            <a:lvl7pPr marL="3200400" marR="0" lvl="6" indent="-317500" algn="l" rtl="0">
              <a:lnSpc>
                <a:spcPct val="100000"/>
              </a:lnSpc>
              <a:spcBef>
                <a:spcPts val="1600"/>
              </a:spcBef>
              <a:spcAft>
                <a:spcPts val="0"/>
              </a:spcAft>
              <a:buClr>
                <a:schemeClr val="dk1"/>
              </a:buClr>
              <a:buSzPts val="1400"/>
              <a:buFont typeface="DM Sans"/>
              <a:buChar char="●"/>
              <a:defRPr sz="1400" b="0" i="0" u="none" strike="noStrike" cap="none" spc="0">
                <a:solidFill>
                  <a:schemeClr val="dk1"/>
                </a:solidFill>
                <a:latin typeface="DM Sans"/>
                <a:ea typeface="DM Sans"/>
                <a:cs typeface="DM Sans"/>
                <a:sym typeface="DM Sans"/>
              </a:defRPr>
            </a:lvl7pPr>
            <a:lvl8pPr marL="3657600" marR="0" lvl="7" indent="-317500" algn="l" rtl="0">
              <a:lnSpc>
                <a:spcPct val="100000"/>
              </a:lnSpc>
              <a:spcBef>
                <a:spcPts val="1600"/>
              </a:spcBef>
              <a:spcAft>
                <a:spcPts val="0"/>
              </a:spcAft>
              <a:buClr>
                <a:schemeClr val="dk1"/>
              </a:buClr>
              <a:buSzPts val="1400"/>
              <a:buFont typeface="DM Sans"/>
              <a:buChar char="○"/>
              <a:defRPr sz="1400" b="0" i="0" u="none" strike="noStrike" cap="none" spc="0">
                <a:solidFill>
                  <a:schemeClr val="dk1"/>
                </a:solidFill>
                <a:latin typeface="DM Sans"/>
                <a:ea typeface="DM Sans"/>
                <a:cs typeface="DM Sans"/>
                <a:sym typeface="DM Sans"/>
              </a:defRPr>
            </a:lvl8pPr>
            <a:lvl9pPr marL="4114800" marR="0" lvl="8" indent="-317500" algn="l" rtl="0">
              <a:lnSpc>
                <a:spcPct val="100000"/>
              </a:lnSpc>
              <a:spcBef>
                <a:spcPts val="1600"/>
              </a:spcBef>
              <a:spcAft>
                <a:spcPts val="1600"/>
              </a:spcAft>
              <a:buClr>
                <a:schemeClr val="dk1"/>
              </a:buClr>
              <a:buSzPts val="1400"/>
              <a:buFont typeface="DM Sans"/>
              <a:buChar char="■"/>
              <a:defRPr sz="1400" b="0" i="0" u="none" strike="noStrike" cap="none" spc="0">
                <a:solidFill>
                  <a:schemeClr val="dk1"/>
                </a:solidFill>
                <a:latin typeface="DM Sans"/>
                <a:ea typeface="DM Sans"/>
                <a:cs typeface="DM Sans"/>
                <a:sym typeface="DM Sans"/>
              </a:defRPr>
            </a:lvl9pPr>
          </a:lstStyle>
          <a:p>
            <a:pPr marL="0" indent="0" algn="r">
              <a:buFont typeface="DM Sans"/>
              <a:buNone/>
            </a:pPr>
            <a:r>
              <a:rPr lang="en-GB" sz="1100" dirty="0"/>
              <a:t>Na et al.’s review of meta-analyses names childhood sexual assault among the strongest identified risk factors for suicide attempt.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789">
          <a:extLst>
            <a:ext uri="{FF2B5EF4-FFF2-40B4-BE49-F238E27FC236}">
              <a16:creationId xmlns:a16="http://schemas.microsoft.com/office/drawing/2014/main" id="{5C0B7EF1-F81A-A673-E74B-5CF310FEF427}"/>
            </a:ext>
          </a:extLst>
        </p:cNvPr>
        <p:cNvGrpSpPr/>
        <p:nvPr/>
      </p:nvGrpSpPr>
      <p:grpSpPr>
        <a:xfrm>
          <a:off x="0" y="0"/>
          <a:ext cx="0" cy="0"/>
          <a:chOff x="0" y="0"/>
          <a:chExt cx="0" cy="0"/>
        </a:xfrm>
      </p:grpSpPr>
      <p:sp>
        <p:nvSpPr>
          <p:cNvPr id="790" name="Google Shape;790;p45">
            <a:extLst>
              <a:ext uri="{FF2B5EF4-FFF2-40B4-BE49-F238E27FC236}">
                <a16:creationId xmlns:a16="http://schemas.microsoft.com/office/drawing/2014/main" id="{0DF779E5-3AD2-B209-10F8-DDFBD4317C0E}"/>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Terence’s variables</a:t>
            </a:r>
            <a:endParaRPr dirty="0"/>
          </a:p>
        </p:txBody>
      </p:sp>
      <p:sp>
        <p:nvSpPr>
          <p:cNvPr id="791" name="Google Shape;791;p45">
            <a:extLst>
              <a:ext uri="{FF2B5EF4-FFF2-40B4-BE49-F238E27FC236}">
                <a16:creationId xmlns:a16="http://schemas.microsoft.com/office/drawing/2014/main" id="{38F16D43-E83A-EA58-286A-F84FE3A6CDBB}"/>
              </a:ext>
            </a:extLst>
          </p:cNvPr>
          <p:cNvSpPr txBox="1">
            <a:spLocks noGrp="1"/>
          </p:cNvSpPr>
          <p:nvPr>
            <p:ph type="subTitle" idx="4294967295"/>
          </p:nvPr>
        </p:nvSpPr>
        <p:spPr>
          <a:xfrm>
            <a:off x="168257" y="4781400"/>
            <a:ext cx="5570483" cy="362100"/>
          </a:xfrm>
          <a:prstGeom prst="rect">
            <a:avLst/>
          </a:prstGeom>
        </p:spPr>
        <p:txBody>
          <a:bodyPr spcFirstLastPara="1" wrap="square" lIns="91425" tIns="91425" rIns="91425" bIns="91425" anchor="ctr" anchorCtr="0">
            <a:noAutofit/>
          </a:bodyPr>
          <a:lstStyle/>
          <a:p>
            <a:pPr marL="0" lvl="0" indent="0" rtl="0">
              <a:lnSpc>
                <a:spcPct val="100000"/>
              </a:lnSpc>
              <a:spcBef>
                <a:spcPts val="0"/>
              </a:spcBef>
              <a:spcAft>
                <a:spcPts val="0"/>
              </a:spcAft>
              <a:buNone/>
            </a:pPr>
            <a:r>
              <a:rPr lang="en-GB" sz="1100" dirty="0"/>
              <a:t>All classified as adverse experiences, for household dysfunction</a:t>
            </a:r>
          </a:p>
        </p:txBody>
      </p:sp>
      <p:graphicFrame>
        <p:nvGraphicFramePr>
          <p:cNvPr id="2" name="Table 0">
            <a:extLst>
              <a:ext uri="{FF2B5EF4-FFF2-40B4-BE49-F238E27FC236}">
                <a16:creationId xmlns:a16="http://schemas.microsoft.com/office/drawing/2014/main" id="{EB1C62C8-066A-52A2-F5D5-7C1D82F990B6}"/>
              </a:ext>
            </a:extLst>
          </p:cNvPr>
          <p:cNvGraphicFramePr>
            <a:graphicFrameLocks noGrp="1"/>
          </p:cNvGraphicFramePr>
          <p:nvPr>
            <p:extLst>
              <p:ext uri="{D42A27DB-BD31-4B8C-83A1-F6EECF244321}">
                <p14:modId xmlns:p14="http://schemas.microsoft.com/office/powerpoint/2010/main" val="911116319"/>
              </p:ext>
            </p:extLst>
          </p:nvPr>
        </p:nvGraphicFramePr>
        <p:xfrm>
          <a:off x="530722" y="1099659"/>
          <a:ext cx="8518685" cy="3435554"/>
        </p:xfrm>
        <a:graphic>
          <a:graphicData uri="http://schemas.openxmlformats.org/drawingml/2006/table">
            <a:tbl>
              <a:tblPr>
                <a:tableStyleId>{5940675A-B579-460E-94D1-54222C63F5DA}</a:tableStyleId>
              </a:tblPr>
              <a:tblGrid>
                <a:gridCol w="1358051">
                  <a:extLst>
                    <a:ext uri="{9D8B030D-6E8A-4147-A177-3AD203B41FA5}">
                      <a16:colId xmlns:a16="http://schemas.microsoft.com/office/drawing/2014/main" val="20000"/>
                    </a:ext>
                  </a:extLst>
                </a:gridCol>
                <a:gridCol w="2716174">
                  <a:extLst>
                    <a:ext uri="{9D8B030D-6E8A-4147-A177-3AD203B41FA5}">
                      <a16:colId xmlns:a16="http://schemas.microsoft.com/office/drawing/2014/main" val="20001"/>
                    </a:ext>
                  </a:extLst>
                </a:gridCol>
                <a:gridCol w="4444460">
                  <a:extLst>
                    <a:ext uri="{9D8B030D-6E8A-4147-A177-3AD203B41FA5}">
                      <a16:colId xmlns:a16="http://schemas.microsoft.com/office/drawing/2014/main" val="20002"/>
                    </a:ext>
                  </a:extLst>
                </a:gridCol>
              </a:tblGrid>
              <a:tr h="321274">
                <a:tc>
                  <a:txBody>
                    <a:bodyPr/>
                    <a:lstStyle/>
                    <a:p>
                      <a:pPr marL="0" indent="0" algn="ctr">
                        <a:buNone/>
                      </a:pPr>
                      <a:r>
                        <a:rPr lang="en-US" sz="1200" b="1" dirty="0">
                          <a:solidFill>
                            <a:schemeClr val="tx1"/>
                          </a:solidFill>
                          <a:latin typeface=""/>
                        </a:rPr>
                        <a:t>Variable</a:t>
                      </a:r>
                      <a:endParaRPr lang="en-US" sz="1200" dirty="0">
                        <a:solidFill>
                          <a:schemeClr val="tx1"/>
                        </a:solidFill>
                        <a:latin typeface=""/>
                        <a:ea typeface="Calibri" charset="0"/>
                        <a:cs typeface="Calibri" charset="0"/>
                      </a:endParaRPr>
                    </a:p>
                  </a:txBody>
                  <a:tcPr marL="68580" marR="68580" marT="34290" marB="34290" anchor="ctr"/>
                </a:tc>
                <a:tc>
                  <a:txBody>
                    <a:bodyPr/>
                    <a:lstStyle/>
                    <a:p>
                      <a:pPr marL="0" indent="0" algn="ctr">
                        <a:buNone/>
                      </a:pPr>
                      <a:r>
                        <a:rPr lang="en-US" sz="1200" b="1" dirty="0">
                          <a:solidFill>
                            <a:schemeClr val="tx1"/>
                          </a:solidFill>
                          <a:latin typeface=""/>
                        </a:rPr>
                        <a:t>Description</a:t>
                      </a:r>
                      <a:endParaRPr lang="en-US" sz="1200" dirty="0">
                        <a:solidFill>
                          <a:schemeClr val="tx1"/>
                        </a:solidFill>
                        <a:latin typeface=""/>
                        <a:ea typeface="Calibri" charset="0"/>
                        <a:cs typeface="Calibri" charset="0"/>
                      </a:endParaRPr>
                    </a:p>
                  </a:txBody>
                  <a:tcPr marL="68580" marR="68580" marT="34290" marB="34290" anchor="ctr"/>
                </a:tc>
                <a:tc>
                  <a:txBody>
                    <a:bodyPr/>
                    <a:lstStyle/>
                    <a:p>
                      <a:pPr marL="0" indent="0" algn="ctr">
                        <a:buNone/>
                      </a:pPr>
                      <a:r>
                        <a:rPr lang="en-US" sz="1200" b="1" dirty="0">
                          <a:solidFill>
                            <a:schemeClr val="tx1"/>
                          </a:solidFill>
                          <a:latin typeface=""/>
                        </a:rPr>
                        <a:t>Missing</a:t>
                      </a:r>
                      <a:endParaRPr lang="en-US" sz="1200" dirty="0">
                        <a:solidFill>
                          <a:schemeClr val="tx1"/>
                        </a:solidFill>
                        <a:latin typeface=""/>
                        <a:ea typeface="Calibri" charset="0"/>
                        <a:cs typeface="Calibri" charset="0"/>
                      </a:endParaRPr>
                    </a:p>
                  </a:txBody>
                  <a:tcPr marL="68580" marR="68580" marT="34290" marB="34290" anchor="ctr"/>
                </a:tc>
                <a:extLst>
                  <a:ext uri="{0D108BD9-81ED-4DB2-BD59-A6C34878D82A}">
                    <a16:rowId xmlns:a16="http://schemas.microsoft.com/office/drawing/2014/main" val="10000"/>
                  </a:ext>
                </a:extLst>
              </a:tr>
              <a:tr h="828280">
                <a:tc>
                  <a:txBody>
                    <a:bodyPr/>
                    <a:lstStyle/>
                    <a:p>
                      <a:pPr marL="0" indent="0" algn="ctr">
                        <a:buNone/>
                      </a:pPr>
                      <a:r>
                        <a:rPr lang="en-US" sz="1200" dirty="0">
                          <a:solidFill>
                            <a:srgbClr val="6280FF"/>
                          </a:solidFill>
                          <a:latin typeface=""/>
                        </a:rPr>
                        <a:t>QN89 / QN90</a:t>
                      </a:r>
                      <a:endParaRPr lang="en-US" sz="1200" dirty="0">
                        <a:solidFill>
                          <a:srgbClr val="6280FF"/>
                        </a:solidFill>
                        <a:latin typeface=""/>
                        <a:ea typeface="Calibri" charset="0"/>
                        <a:cs typeface="Calibri" charset="0"/>
                      </a:endParaRPr>
                    </a:p>
                  </a:txBody>
                  <a:tcPr marL="68580" marR="68580" marT="34290" marB="34290" anchor="ctr"/>
                </a:tc>
                <a:tc>
                  <a:txBody>
                    <a:bodyPr/>
                    <a:lstStyle/>
                    <a:p>
                      <a:pPr marL="0" indent="0" algn="ctr">
                        <a:buNone/>
                      </a:pPr>
                      <a:r>
                        <a:rPr lang="en-US" sz="1200" dirty="0">
                          <a:solidFill>
                            <a:schemeClr val="tx1"/>
                          </a:solidFill>
                          <a:latin typeface=""/>
                        </a:rPr>
                        <a:t>Verbal or physical abuse</a:t>
                      </a:r>
                    </a:p>
                    <a:p>
                      <a:pPr marL="0" indent="0" algn="ctr">
                        <a:buNone/>
                      </a:pPr>
                      <a:r>
                        <a:rPr lang="en-US" sz="1200" dirty="0">
                          <a:solidFill>
                            <a:schemeClr val="tx1"/>
                          </a:solidFill>
                          <a:latin typeface=""/>
                        </a:rPr>
                        <a:t>by a household adult</a:t>
                      </a:r>
                    </a:p>
                  </a:txBody>
                  <a:tcPr marL="68580" marR="68580" marT="34290" marB="34290" anchor="ctr"/>
                </a:tc>
                <a:tc>
                  <a:txBody>
                    <a:bodyPr/>
                    <a:lstStyle/>
                    <a:p>
                      <a:pPr marL="0" indent="0" algn="ctr">
                        <a:buNone/>
                      </a:pPr>
                      <a:r>
                        <a:rPr lang="en-US" sz="1200" dirty="0">
                          <a:solidFill>
                            <a:schemeClr val="tx1"/>
                          </a:solidFill>
                          <a:latin typeface=""/>
                        </a:rPr>
                        <a:t>OR 1.5-3x (verbal); 2-3x (physical)</a:t>
                      </a:r>
                    </a:p>
                    <a:p>
                      <a:pPr marL="0" indent="0" algn="ctr">
                        <a:buNone/>
                      </a:pPr>
                      <a:r>
                        <a:rPr lang="en-US" sz="1200" dirty="0">
                          <a:solidFill>
                            <a:schemeClr val="tx1"/>
                          </a:solidFill>
                          <a:latin typeface=""/>
                        </a:rPr>
                        <a:t>higher odds of suicidal ideation/attempts</a:t>
                      </a:r>
                    </a:p>
                    <a:p>
                      <a:pPr marL="0" indent="0" algn="ctr">
                        <a:buNone/>
                      </a:pPr>
                      <a:r>
                        <a:rPr lang="en-US" sz="1200" dirty="0">
                          <a:solidFill>
                            <a:schemeClr val="tx1"/>
                          </a:solidFill>
                          <a:latin typeface=""/>
                        </a:rPr>
                        <a:t>(Liu et al. 2017; Miller et al. 2013; Norman et al. 2012)</a:t>
                      </a:r>
                    </a:p>
                  </a:txBody>
                  <a:tcPr marL="68580" marR="68580" marT="34290" marB="34290" anchor="ctr"/>
                </a:tc>
                <a:extLst>
                  <a:ext uri="{0D108BD9-81ED-4DB2-BD59-A6C34878D82A}">
                    <a16:rowId xmlns:a16="http://schemas.microsoft.com/office/drawing/2014/main" val="10001"/>
                  </a:ext>
                </a:extLst>
              </a:tr>
              <a:tr h="432960">
                <a:tc>
                  <a:txBody>
                    <a:bodyPr/>
                    <a:lstStyle/>
                    <a:p>
                      <a:pPr marL="0" indent="0" algn="ctr">
                        <a:buNone/>
                      </a:pPr>
                      <a:r>
                        <a:rPr lang="en-US" sz="1200" dirty="0">
                          <a:solidFill>
                            <a:srgbClr val="6280FF"/>
                          </a:solidFill>
                          <a:latin typeface=""/>
                        </a:rPr>
                        <a:t>QN91</a:t>
                      </a:r>
                      <a:endParaRPr lang="en-US" sz="1200" dirty="0">
                        <a:solidFill>
                          <a:srgbClr val="6280FF"/>
                        </a:solidFill>
                        <a:latin typeface=""/>
                        <a:ea typeface="Calibri" charset="0"/>
                        <a:cs typeface="Calibri" charset="0"/>
                      </a:endParaRPr>
                    </a:p>
                  </a:txBody>
                  <a:tcPr marL="68580" marR="68580" marT="34290" marB="34290" anchor="ctr"/>
                </a:tc>
                <a:tc>
                  <a:txBody>
                    <a:bodyPr/>
                    <a:lstStyle/>
                    <a:p>
                      <a:pPr marL="0" indent="0" algn="ctr">
                        <a:buNone/>
                      </a:pPr>
                      <a:r>
                        <a:rPr lang="en-US" sz="1200" dirty="0">
                          <a:solidFill>
                            <a:schemeClr val="tx1"/>
                          </a:solidFill>
                          <a:latin typeface=""/>
                        </a:rPr>
                        <a:t>Domestic violence</a:t>
                      </a:r>
                    </a:p>
                    <a:p>
                      <a:pPr marL="0" indent="0" algn="ctr">
                        <a:buNone/>
                      </a:pPr>
                      <a:r>
                        <a:rPr lang="en-US" sz="1200" dirty="0">
                          <a:solidFill>
                            <a:schemeClr val="tx1"/>
                          </a:solidFill>
                          <a:latin typeface=""/>
                        </a:rPr>
                        <a:t>witnessed in the home</a:t>
                      </a:r>
                    </a:p>
                  </a:txBody>
                  <a:tcPr marL="68580" marR="68580" marT="34290" marB="34290" anchor="ctr"/>
                </a:tc>
                <a:tc>
                  <a:txBody>
                    <a:bodyPr/>
                    <a:lstStyle/>
                    <a:p>
                      <a:pPr marL="0" indent="0" algn="ctr">
                        <a:buNone/>
                      </a:pPr>
                      <a:r>
                        <a:rPr lang="en-US" sz="1200" dirty="0">
                          <a:solidFill>
                            <a:schemeClr val="tx1"/>
                          </a:solidFill>
                          <a:latin typeface=""/>
                        </a:rPr>
                        <a:t>Substantially increased</a:t>
                      </a:r>
                    </a:p>
                    <a:p>
                      <a:pPr marL="0" indent="0" algn="ctr">
                        <a:buNone/>
                      </a:pPr>
                      <a:r>
                        <a:rPr lang="en-US" sz="1200" dirty="0">
                          <a:solidFill>
                            <a:schemeClr val="tx1"/>
                          </a:solidFill>
                          <a:latin typeface=""/>
                        </a:rPr>
                        <a:t>Lifetime suicide-attempt risk (</a:t>
                      </a:r>
                      <a:r>
                        <a:rPr lang="en-US" sz="1200" dirty="0" err="1">
                          <a:solidFill>
                            <a:schemeClr val="tx1"/>
                          </a:solidFill>
                          <a:latin typeface=""/>
                        </a:rPr>
                        <a:t>Felitti</a:t>
                      </a:r>
                      <a:r>
                        <a:rPr lang="en-US" sz="1200" dirty="0">
                          <a:solidFill>
                            <a:schemeClr val="tx1"/>
                          </a:solidFill>
                          <a:latin typeface=""/>
                        </a:rPr>
                        <a:t> et al. 1998,</a:t>
                      </a:r>
                    </a:p>
                    <a:p>
                      <a:pPr marL="0" indent="0" algn="ctr">
                        <a:buNone/>
                      </a:pPr>
                      <a:r>
                        <a:rPr lang="en-US" sz="1200" dirty="0">
                          <a:solidFill>
                            <a:schemeClr val="tx1"/>
                          </a:solidFill>
                          <a:latin typeface=""/>
                        </a:rPr>
                        <a:t>original ACE Study; Hughes et al. 2017)</a:t>
                      </a:r>
                    </a:p>
                  </a:txBody>
                  <a:tcPr marL="68580" marR="68580" marT="34290" marB="34290" anchor="ctr"/>
                </a:tc>
                <a:extLst>
                  <a:ext uri="{0D108BD9-81ED-4DB2-BD59-A6C34878D82A}">
                    <a16:rowId xmlns:a16="http://schemas.microsoft.com/office/drawing/2014/main" val="10002"/>
                  </a:ext>
                </a:extLst>
              </a:tr>
              <a:tr h="432960">
                <a:tc>
                  <a:txBody>
                    <a:bodyPr/>
                    <a:lstStyle/>
                    <a:p>
                      <a:pPr marL="0" indent="0" algn="ctr">
                        <a:buNone/>
                      </a:pPr>
                      <a:r>
                        <a:rPr lang="en-US" sz="1200" dirty="0">
                          <a:solidFill>
                            <a:srgbClr val="6280FF"/>
                          </a:solidFill>
                          <a:latin typeface=""/>
                        </a:rPr>
                        <a:t>QN100</a:t>
                      </a:r>
                      <a:endParaRPr lang="en-US" sz="1200" dirty="0">
                        <a:solidFill>
                          <a:srgbClr val="6280FF"/>
                        </a:solidFill>
                        <a:latin typeface=""/>
                        <a:ea typeface="Calibri" charset="0"/>
                        <a:cs typeface="Calibri" charset="0"/>
                      </a:endParaRPr>
                    </a:p>
                  </a:txBody>
                  <a:tcPr marL="68580" marR="68580" marT="34290" marB="34290" anchor="ctr"/>
                </a:tc>
                <a:tc>
                  <a:txBody>
                    <a:bodyPr/>
                    <a:lstStyle/>
                    <a:p>
                      <a:pPr marL="0" indent="0" algn="ctr">
                        <a:buNone/>
                      </a:pPr>
                      <a:r>
                        <a:rPr lang="en-US" sz="1200" dirty="0">
                          <a:solidFill>
                            <a:schemeClr val="tx1"/>
                          </a:solidFill>
                          <a:latin typeface=""/>
                        </a:rPr>
                        <a:t>Parental/guardian</a:t>
                      </a:r>
                    </a:p>
                    <a:p>
                      <a:pPr marL="0" indent="0" algn="ctr">
                        <a:buNone/>
                      </a:pPr>
                      <a:r>
                        <a:rPr lang="en-US" sz="1200" dirty="0">
                          <a:solidFill>
                            <a:schemeClr val="tx1"/>
                          </a:solidFill>
                          <a:latin typeface=""/>
                        </a:rPr>
                        <a:t>substance use problem</a:t>
                      </a:r>
                    </a:p>
                  </a:txBody>
                  <a:tcPr marL="68580" marR="68580" marT="34290" marB="34290" anchor="ctr"/>
                </a:tc>
                <a:tc>
                  <a:txBody>
                    <a:bodyPr/>
                    <a:lstStyle/>
                    <a:p>
                      <a:pPr marL="0" indent="0" algn="ctr">
                        <a:buNone/>
                      </a:pPr>
                      <a:r>
                        <a:rPr lang="en-US" sz="1200" dirty="0">
                          <a:solidFill>
                            <a:schemeClr val="tx1"/>
                          </a:solidFill>
                          <a:latin typeface=""/>
                        </a:rPr>
                        <a:t>2-3x increase in odds of lifetime suicide attempt</a:t>
                      </a:r>
                    </a:p>
                    <a:p>
                      <a:pPr marL="0" indent="0" algn="ctr">
                        <a:buNone/>
                      </a:pPr>
                      <a:r>
                        <a:rPr lang="en-US" sz="1200" dirty="0">
                          <a:solidFill>
                            <a:schemeClr val="tx1"/>
                          </a:solidFill>
                          <a:latin typeface=""/>
                        </a:rPr>
                        <a:t>(</a:t>
                      </a:r>
                      <a:r>
                        <a:rPr lang="en-US" sz="1200" dirty="0" err="1">
                          <a:solidFill>
                            <a:schemeClr val="tx1"/>
                          </a:solidFill>
                          <a:latin typeface=""/>
                        </a:rPr>
                        <a:t>Felitti</a:t>
                      </a:r>
                      <a:r>
                        <a:rPr lang="en-US" sz="1200" dirty="0">
                          <a:solidFill>
                            <a:schemeClr val="tx1"/>
                          </a:solidFill>
                          <a:latin typeface=""/>
                        </a:rPr>
                        <a:t> et al. 1998); effect persists after controlling for </a:t>
                      </a:r>
                      <a:r>
                        <a:rPr lang="en-US" sz="1200" dirty="0" err="1">
                          <a:solidFill>
                            <a:schemeClr val="tx1"/>
                          </a:solidFill>
                          <a:latin typeface=""/>
                        </a:rPr>
                        <a:t>sociodemographics</a:t>
                      </a:r>
                      <a:r>
                        <a:rPr lang="en-US" sz="1200" dirty="0">
                          <a:solidFill>
                            <a:schemeClr val="tx1"/>
                          </a:solidFill>
                          <a:latin typeface=""/>
                        </a:rPr>
                        <a:t> (Hughes et al. 2017)</a:t>
                      </a:r>
                    </a:p>
                  </a:txBody>
                  <a:tcPr marL="68580" marR="68580" marT="34290" marB="34290" anchor="ctr"/>
                </a:tc>
                <a:extLst>
                  <a:ext uri="{0D108BD9-81ED-4DB2-BD59-A6C34878D82A}">
                    <a16:rowId xmlns:a16="http://schemas.microsoft.com/office/drawing/2014/main" val="10003"/>
                  </a:ext>
                </a:extLst>
              </a:tr>
              <a:tr h="400860">
                <a:tc>
                  <a:txBody>
                    <a:bodyPr/>
                    <a:lstStyle/>
                    <a:p>
                      <a:pPr marL="0" indent="0" algn="ctr">
                        <a:buNone/>
                      </a:pPr>
                      <a:r>
                        <a:rPr lang="en-US" sz="1200" dirty="0">
                          <a:solidFill>
                            <a:srgbClr val="6280FF"/>
                          </a:solidFill>
                          <a:latin typeface=""/>
                          <a:ea typeface="Calibri" charset="0"/>
                          <a:cs typeface="Calibri" charset="0"/>
                        </a:rPr>
                        <a:t>QN101</a:t>
                      </a:r>
                    </a:p>
                  </a:txBody>
                  <a:tcPr marL="68580" marR="68580" marT="34290" marB="34290" anchor="ctr"/>
                </a:tc>
                <a:tc>
                  <a:txBody>
                    <a:bodyPr/>
                    <a:lstStyle/>
                    <a:p>
                      <a:pPr marL="0" indent="0" algn="ctr">
                        <a:buNone/>
                      </a:pPr>
                      <a:r>
                        <a:rPr lang="en-US" sz="1200" dirty="0">
                          <a:solidFill>
                            <a:schemeClr val="tx1"/>
                          </a:solidFill>
                          <a:latin typeface=""/>
                          <a:ea typeface="Calibri" charset="0"/>
                          <a:cs typeface="Calibri" charset="0"/>
                        </a:rPr>
                        <a:t>Parental/guardian mental illness or suicidality</a:t>
                      </a:r>
                    </a:p>
                  </a:txBody>
                  <a:tcPr marL="68580" marR="68580" marT="34290" marB="34290" anchor="ctr"/>
                </a:tc>
                <a:tc>
                  <a:txBody>
                    <a:bodyPr/>
                    <a:lstStyle/>
                    <a:p>
                      <a:pPr marL="0" indent="0" algn="ctr">
                        <a:buNone/>
                      </a:pPr>
                      <a:r>
                        <a:rPr lang="en-US" sz="1200" dirty="0">
                          <a:solidFill>
                            <a:schemeClr val="tx1"/>
                          </a:solidFill>
                          <a:latin typeface=""/>
                          <a:ea typeface="Calibri" charset="0"/>
                          <a:cs typeface="Calibri" charset="0"/>
                        </a:rPr>
                        <a:t>Roughly doubled odds of lifetime attempt (</a:t>
                      </a:r>
                      <a:r>
                        <a:rPr lang="en-US" sz="1200" dirty="0" err="1">
                          <a:solidFill>
                            <a:schemeClr val="tx1"/>
                          </a:solidFill>
                          <a:latin typeface=""/>
                          <a:ea typeface="Calibri" charset="0"/>
                          <a:cs typeface="Calibri" charset="0"/>
                        </a:rPr>
                        <a:t>Felitti</a:t>
                      </a:r>
                      <a:r>
                        <a:rPr lang="en-US" sz="1200" dirty="0">
                          <a:solidFill>
                            <a:schemeClr val="tx1"/>
                          </a:solidFill>
                          <a:latin typeface=""/>
                          <a:ea typeface="Calibri" charset="0"/>
                          <a:cs typeface="Calibri" charset="0"/>
                        </a:rPr>
                        <a:t> et al. 1998); one of the strongest household-level predictors in prior YRBS cycles (Baiden et al. 2021)</a:t>
                      </a:r>
                    </a:p>
                  </a:txBody>
                  <a:tcPr marL="68580" marR="68580" marT="34290" marB="34290" anchor="ctr"/>
                </a:tc>
                <a:extLst>
                  <a:ext uri="{0D108BD9-81ED-4DB2-BD59-A6C34878D82A}">
                    <a16:rowId xmlns:a16="http://schemas.microsoft.com/office/drawing/2014/main" val="3291679242"/>
                  </a:ext>
                </a:extLst>
              </a:tr>
              <a:tr h="432960">
                <a:tc>
                  <a:txBody>
                    <a:bodyPr/>
                    <a:lstStyle/>
                    <a:p>
                      <a:pPr marL="0" indent="0" algn="ctr">
                        <a:buNone/>
                      </a:pPr>
                      <a:r>
                        <a:rPr lang="en-US" sz="1200" dirty="0">
                          <a:solidFill>
                            <a:srgbClr val="6280FF"/>
                          </a:solidFill>
                          <a:latin typeface=""/>
                        </a:rPr>
                        <a:t>QN102</a:t>
                      </a:r>
                      <a:endParaRPr lang="en-US" sz="1200" dirty="0">
                        <a:solidFill>
                          <a:srgbClr val="6280FF"/>
                        </a:solidFill>
                        <a:latin typeface=""/>
                        <a:ea typeface="Calibri" charset="0"/>
                        <a:cs typeface="Calibri" charset="0"/>
                      </a:endParaRPr>
                    </a:p>
                  </a:txBody>
                  <a:tcPr marL="68580" marR="68580" marT="34290" marB="34290" anchor="ctr"/>
                </a:tc>
                <a:tc>
                  <a:txBody>
                    <a:bodyPr/>
                    <a:lstStyle/>
                    <a:p>
                      <a:pPr marL="0" indent="0" algn="ctr">
                        <a:buNone/>
                      </a:pPr>
                      <a:r>
                        <a:rPr lang="en-US" sz="1200" dirty="0">
                          <a:solidFill>
                            <a:schemeClr val="tx1"/>
                          </a:solidFill>
                          <a:latin typeface=""/>
                        </a:rPr>
                        <a:t>Separation from a</a:t>
                      </a:r>
                    </a:p>
                    <a:p>
                      <a:pPr marL="0" indent="0" algn="ctr">
                        <a:buNone/>
                      </a:pPr>
                      <a:r>
                        <a:rPr lang="en-US" sz="1200" dirty="0">
                          <a:solidFill>
                            <a:schemeClr val="tx1"/>
                          </a:solidFill>
                          <a:latin typeface=""/>
                        </a:rPr>
                        <a:t>parent due to incarceration</a:t>
                      </a:r>
                    </a:p>
                  </a:txBody>
                  <a:tcPr marL="68580" marR="68580" marT="34290" marB="34290" anchor="ctr"/>
                </a:tc>
                <a:tc>
                  <a:txBody>
                    <a:bodyPr/>
                    <a:lstStyle/>
                    <a:p>
                      <a:pPr marL="0" indent="0" algn="ctr">
                        <a:buNone/>
                      </a:pPr>
                      <a:r>
                        <a:rPr lang="en-US" sz="1200" dirty="0">
                          <a:solidFill>
                            <a:schemeClr val="tx1"/>
                          </a:solidFill>
                          <a:latin typeface=""/>
                        </a:rPr>
                        <a:t>Significantly elevated mental health problems, including suicidal thoughts and self-harm (Murray et al. 2012)</a:t>
                      </a:r>
                    </a:p>
                  </a:txBody>
                  <a:tcPr marL="68580" marR="68580" marT="34290" marB="34290" anchor="ct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3245099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789">
          <a:extLst>
            <a:ext uri="{FF2B5EF4-FFF2-40B4-BE49-F238E27FC236}">
              <a16:creationId xmlns:a16="http://schemas.microsoft.com/office/drawing/2014/main" id="{3043D80D-D810-CABE-AB67-8E64AD1F3D02}"/>
            </a:ext>
          </a:extLst>
        </p:cNvPr>
        <p:cNvGrpSpPr/>
        <p:nvPr/>
      </p:nvGrpSpPr>
      <p:grpSpPr>
        <a:xfrm>
          <a:off x="0" y="0"/>
          <a:ext cx="0" cy="0"/>
          <a:chOff x="0" y="0"/>
          <a:chExt cx="0" cy="0"/>
        </a:xfrm>
      </p:grpSpPr>
      <p:sp>
        <p:nvSpPr>
          <p:cNvPr id="790" name="Google Shape;790;p45">
            <a:extLst>
              <a:ext uri="{FF2B5EF4-FFF2-40B4-BE49-F238E27FC236}">
                <a16:creationId xmlns:a16="http://schemas.microsoft.com/office/drawing/2014/main" id="{00A04F73-D6E3-F6CA-CB90-269706EE7ECA}"/>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Aliya’s variables</a:t>
            </a:r>
            <a:endParaRPr dirty="0"/>
          </a:p>
        </p:txBody>
      </p:sp>
      <p:graphicFrame>
        <p:nvGraphicFramePr>
          <p:cNvPr id="3" name="Chart 0">
            <a:extLst>
              <a:ext uri="{FF2B5EF4-FFF2-40B4-BE49-F238E27FC236}">
                <a16:creationId xmlns:a16="http://schemas.microsoft.com/office/drawing/2014/main" id="{BCA372B9-B649-D934-2732-43B19461C40E}"/>
              </a:ext>
            </a:extLst>
          </p:cNvPr>
          <p:cNvGraphicFramePr/>
          <p:nvPr>
            <p:extLst>
              <p:ext uri="{D42A27DB-BD31-4B8C-83A1-F6EECF244321}">
                <p14:modId xmlns:p14="http://schemas.microsoft.com/office/powerpoint/2010/main" val="3048729367"/>
              </p:ext>
            </p:extLst>
          </p:nvPr>
        </p:nvGraphicFramePr>
        <p:xfrm>
          <a:off x="172452" y="976183"/>
          <a:ext cx="7037645" cy="4144518"/>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Box 5">
            <a:extLst>
              <a:ext uri="{FF2B5EF4-FFF2-40B4-BE49-F238E27FC236}">
                <a16:creationId xmlns:a16="http://schemas.microsoft.com/office/drawing/2014/main" id="{28917B76-7E5F-1096-A275-D16CC265E008}"/>
              </a:ext>
            </a:extLst>
          </p:cNvPr>
          <p:cNvSpPr txBox="1"/>
          <p:nvPr/>
        </p:nvSpPr>
        <p:spPr>
          <a:xfrm>
            <a:off x="7023095" y="1526310"/>
            <a:ext cx="2262352" cy="515141"/>
          </a:xfrm>
          <a:prstGeom prst="rect">
            <a:avLst/>
          </a:prstGeom>
          <a:noFill/>
        </p:spPr>
        <p:txBody>
          <a:bodyPr wrap="square">
            <a:spAutoFit/>
          </a:bodyPr>
          <a:lstStyle/>
          <a:p>
            <a:pPr marL="0" indent="0">
              <a:lnSpc>
                <a:spcPct val="120000"/>
              </a:lnSpc>
              <a:buNone/>
            </a:pPr>
            <a:r>
              <a:rPr lang="en-US" sz="1200" b="1" kern="0" spc="100" dirty="0">
                <a:solidFill>
                  <a:srgbClr val="5B8C82"/>
                </a:solidFill>
                <a:latin typeface=""/>
                <a:ea typeface="Calibri" pitchFamily="34" charset="-122"/>
                <a:cs typeface="Calibri" pitchFamily="34" charset="-120"/>
              </a:rPr>
              <a:t>HOLDS ACROSS</a:t>
            </a:r>
          </a:p>
          <a:p>
            <a:pPr marL="0" indent="0">
              <a:lnSpc>
                <a:spcPct val="120000"/>
              </a:lnSpc>
              <a:buNone/>
            </a:pPr>
            <a:r>
              <a:rPr lang="en-US" sz="1200" b="1" kern="0" spc="100" dirty="0">
                <a:solidFill>
                  <a:srgbClr val="5B8C82"/>
                </a:solidFill>
                <a:latin typeface=""/>
                <a:ea typeface="Calibri" pitchFamily="34" charset="-122"/>
                <a:cs typeface="Calibri" pitchFamily="34" charset="-120"/>
              </a:rPr>
              <a:t>ALL 20 COMPARISONS</a:t>
            </a:r>
            <a:endParaRPr lang="en-US" sz="1200" dirty="0">
              <a:latin typeface=""/>
            </a:endParaRPr>
          </a:p>
        </p:txBody>
      </p:sp>
      <p:sp>
        <p:nvSpPr>
          <p:cNvPr id="12" name="TextBox 11">
            <a:extLst>
              <a:ext uri="{FF2B5EF4-FFF2-40B4-BE49-F238E27FC236}">
                <a16:creationId xmlns:a16="http://schemas.microsoft.com/office/drawing/2014/main" id="{EE2C5321-DBA3-11A7-7BB6-582890CA78DF}"/>
              </a:ext>
            </a:extLst>
          </p:cNvPr>
          <p:cNvSpPr txBox="1"/>
          <p:nvPr/>
        </p:nvSpPr>
        <p:spPr>
          <a:xfrm>
            <a:off x="7023095" y="2041451"/>
            <a:ext cx="2262352" cy="1615827"/>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100" b="0" i="0" u="none" strike="noStrike" kern="0" cap="none" spc="0" normalizeH="0" baseline="0" noProof="0" dirty="0">
                <a:ln>
                  <a:noFill/>
                </a:ln>
                <a:solidFill>
                  <a:srgbClr val="000E3F"/>
                </a:solidFill>
                <a:effectLst/>
                <a:uLnTx/>
                <a:uFillTx/>
                <a:latin typeface=""/>
                <a:ea typeface="+mn-ea"/>
                <a:cs typeface="+mn-cs"/>
                <a:sym typeface="Arial"/>
              </a:rPr>
              <a:t>Every 1 of the 5 protective factors showed lower prevalence on </a:t>
            </a:r>
            <a:r>
              <a:rPr kumimoji="0" lang="en-US" sz="1100" b="1" i="0" u="none" strike="noStrike" kern="0" cap="none" spc="0" normalizeH="0" baseline="0" noProof="0" dirty="0">
                <a:ln>
                  <a:noFill/>
                </a:ln>
                <a:solidFill>
                  <a:srgbClr val="000E3F"/>
                </a:solidFill>
                <a:effectLst/>
                <a:uLnTx/>
                <a:uFillTx/>
                <a:latin typeface=""/>
                <a:ea typeface="+mn-ea"/>
                <a:cs typeface="+mn-cs"/>
                <a:sym typeface="Arial"/>
              </a:rPr>
              <a:t>every one </a:t>
            </a:r>
            <a:r>
              <a:rPr kumimoji="0" lang="en-US" sz="1100" b="0" i="0" u="none" strike="noStrike" kern="0" cap="none" spc="0" normalizeH="0" baseline="0" noProof="0" dirty="0">
                <a:ln>
                  <a:noFill/>
                </a:ln>
                <a:solidFill>
                  <a:srgbClr val="000E3F"/>
                </a:solidFill>
                <a:effectLst/>
                <a:uLnTx/>
                <a:uFillTx/>
                <a:latin typeface=""/>
                <a:ea typeface="+mn-ea"/>
                <a:cs typeface="+mn-cs"/>
                <a:sym typeface="Arial"/>
              </a:rPr>
              <a:t>of the 4 suicidality outcomes:</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100" dirty="0">
              <a:solidFill>
                <a:srgbClr val="000E3F"/>
              </a:solidFill>
              <a:latin typeface=""/>
              <a:ea typeface="+mn-ea"/>
              <a:cs typeface="+mn-cs"/>
            </a:endParaRPr>
          </a:p>
          <a:p>
            <a:pPr marL="228600" marR="0" lvl="0" indent="-228600" defTabSz="914400" rtl="0" eaLnBrk="1" fontAlgn="auto" latinLnBrk="0" hangingPunct="1">
              <a:lnSpc>
                <a:spcPct val="100000"/>
              </a:lnSpc>
              <a:spcBef>
                <a:spcPts val="0"/>
              </a:spcBef>
              <a:spcAft>
                <a:spcPts val="0"/>
              </a:spcAft>
              <a:buClr>
                <a:srgbClr val="000000"/>
              </a:buClr>
              <a:buSzTx/>
              <a:buFont typeface="Arial"/>
              <a:buAutoNum type="arabicPeriod"/>
              <a:tabLst/>
              <a:defRPr/>
            </a:pPr>
            <a:r>
              <a:rPr kumimoji="0" lang="en-US" sz="1100" b="0" i="0" u="none" strike="noStrike" kern="0" cap="none" spc="0" normalizeH="0" baseline="0" noProof="0" dirty="0">
                <a:ln>
                  <a:noFill/>
                </a:ln>
                <a:solidFill>
                  <a:srgbClr val="000E3F"/>
                </a:solidFill>
                <a:effectLst/>
                <a:uLnTx/>
                <a:uFillTx/>
                <a:latin typeface=""/>
                <a:ea typeface="+mn-ea"/>
                <a:cs typeface="+mn-cs"/>
                <a:sym typeface="Arial"/>
              </a:rPr>
              <a:t>Considered</a:t>
            </a:r>
          </a:p>
          <a:p>
            <a:pPr marL="228600" marR="0" lvl="0" indent="-228600" defTabSz="914400" rtl="0" eaLnBrk="1" fontAlgn="auto" latinLnBrk="0" hangingPunct="1">
              <a:lnSpc>
                <a:spcPct val="100000"/>
              </a:lnSpc>
              <a:spcBef>
                <a:spcPts val="0"/>
              </a:spcBef>
              <a:spcAft>
                <a:spcPts val="0"/>
              </a:spcAft>
              <a:buClr>
                <a:srgbClr val="000000"/>
              </a:buClr>
              <a:buSzTx/>
              <a:buFont typeface="Arial"/>
              <a:buAutoNum type="arabicPeriod"/>
              <a:tabLst/>
              <a:defRPr/>
            </a:pPr>
            <a:r>
              <a:rPr lang="en-US" sz="1100" dirty="0">
                <a:solidFill>
                  <a:srgbClr val="000E3F"/>
                </a:solidFill>
                <a:latin typeface=""/>
                <a:ea typeface="+mn-ea"/>
                <a:cs typeface="+mn-cs"/>
              </a:rPr>
              <a:t>Planned</a:t>
            </a:r>
          </a:p>
          <a:p>
            <a:pPr marL="228600" marR="0" lvl="0" indent="-228600" defTabSz="914400" rtl="0" eaLnBrk="1" fontAlgn="auto" latinLnBrk="0" hangingPunct="1">
              <a:lnSpc>
                <a:spcPct val="100000"/>
              </a:lnSpc>
              <a:spcBef>
                <a:spcPts val="0"/>
              </a:spcBef>
              <a:spcAft>
                <a:spcPts val="0"/>
              </a:spcAft>
              <a:buClr>
                <a:srgbClr val="000000"/>
              </a:buClr>
              <a:buSzTx/>
              <a:buFont typeface="Arial"/>
              <a:buAutoNum type="arabicPeriod"/>
              <a:tabLst/>
              <a:defRPr/>
            </a:pPr>
            <a:r>
              <a:rPr kumimoji="0" lang="en-US" sz="1100" b="0" i="0" u="none" strike="noStrike" kern="0" cap="none" spc="0" normalizeH="0" baseline="0" noProof="0" dirty="0">
                <a:ln>
                  <a:noFill/>
                </a:ln>
                <a:solidFill>
                  <a:srgbClr val="000E3F"/>
                </a:solidFill>
                <a:effectLst/>
                <a:uLnTx/>
                <a:uFillTx/>
                <a:latin typeface=""/>
                <a:ea typeface="+mn-ea"/>
                <a:cs typeface="+mn-cs"/>
                <a:sym typeface="Arial"/>
              </a:rPr>
              <a:t>Attempted</a:t>
            </a:r>
          </a:p>
          <a:p>
            <a:pPr marL="228600" marR="0" lvl="0" indent="-228600" defTabSz="914400" rtl="0" eaLnBrk="1" fontAlgn="auto" latinLnBrk="0" hangingPunct="1">
              <a:lnSpc>
                <a:spcPct val="100000"/>
              </a:lnSpc>
              <a:spcBef>
                <a:spcPts val="0"/>
              </a:spcBef>
              <a:spcAft>
                <a:spcPts val="0"/>
              </a:spcAft>
              <a:buClr>
                <a:srgbClr val="000000"/>
              </a:buClr>
              <a:buSzTx/>
              <a:buFont typeface="Arial"/>
              <a:buAutoNum type="arabicPeriod"/>
              <a:tabLst/>
              <a:defRPr/>
            </a:pPr>
            <a:r>
              <a:rPr lang="en-US" sz="1100" dirty="0">
                <a:solidFill>
                  <a:srgbClr val="000E3F"/>
                </a:solidFill>
                <a:latin typeface=""/>
                <a:ea typeface="+mn-ea"/>
                <a:cs typeface="+mn-cs"/>
              </a:rPr>
              <a:t>Injured</a:t>
            </a:r>
            <a:endParaRPr kumimoji="0" lang="en-US" sz="1100" b="0" i="0" u="none" strike="noStrike" kern="0" cap="none" spc="0" normalizeH="0" baseline="0" noProof="0" dirty="0">
              <a:ln>
                <a:noFill/>
              </a:ln>
              <a:solidFill>
                <a:srgbClr val="000E3F"/>
              </a:solidFill>
              <a:effectLst/>
              <a:uLnTx/>
              <a:uFillTx/>
              <a:latin typeface=""/>
              <a:ea typeface="+mn-ea"/>
              <a:cs typeface="+mn-cs"/>
              <a:sym typeface="Arial"/>
            </a:endParaRPr>
          </a:p>
        </p:txBody>
      </p:sp>
      <p:sp>
        <p:nvSpPr>
          <p:cNvPr id="15" name="Google Shape;791;p45">
            <a:extLst>
              <a:ext uri="{FF2B5EF4-FFF2-40B4-BE49-F238E27FC236}">
                <a16:creationId xmlns:a16="http://schemas.microsoft.com/office/drawing/2014/main" id="{0707F047-18FB-9AFD-C325-C85E155563F5}"/>
              </a:ext>
            </a:extLst>
          </p:cNvPr>
          <p:cNvSpPr txBox="1">
            <a:spLocks/>
          </p:cNvSpPr>
          <p:nvPr/>
        </p:nvSpPr>
        <p:spPr>
          <a:xfrm>
            <a:off x="168257" y="4781400"/>
            <a:ext cx="5570483" cy="3621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DM Sans"/>
              <a:buChar char="●"/>
              <a:defRPr sz="1400" b="0" i="0" u="none" strike="noStrike" cap="none" spc="0">
                <a:solidFill>
                  <a:schemeClr val="dk1"/>
                </a:solidFill>
                <a:latin typeface="DM Sans"/>
                <a:ea typeface="DM Sans"/>
                <a:cs typeface="DM Sans"/>
                <a:sym typeface="DM Sans"/>
              </a:defRPr>
            </a:lvl1pPr>
            <a:lvl2pPr marL="914400" marR="0" lvl="1" indent="-317500" algn="l" rtl="0">
              <a:lnSpc>
                <a:spcPct val="100000"/>
              </a:lnSpc>
              <a:spcBef>
                <a:spcPts val="1600"/>
              </a:spcBef>
              <a:spcAft>
                <a:spcPts val="0"/>
              </a:spcAft>
              <a:buClr>
                <a:schemeClr val="dk1"/>
              </a:buClr>
              <a:buSzPts val="1400"/>
              <a:buFont typeface="DM Sans"/>
              <a:buChar char="○"/>
              <a:defRPr sz="1400" b="0" i="0" u="none" strike="noStrike" cap="none" spc="0">
                <a:solidFill>
                  <a:schemeClr val="dk1"/>
                </a:solidFill>
                <a:latin typeface="DM Sans"/>
                <a:ea typeface="DM Sans"/>
                <a:cs typeface="DM Sans"/>
                <a:sym typeface="DM Sans"/>
              </a:defRPr>
            </a:lvl2pPr>
            <a:lvl3pPr marL="1371600" marR="0" lvl="2" indent="-317500" algn="l" rtl="0">
              <a:lnSpc>
                <a:spcPct val="100000"/>
              </a:lnSpc>
              <a:spcBef>
                <a:spcPts val="1600"/>
              </a:spcBef>
              <a:spcAft>
                <a:spcPts val="0"/>
              </a:spcAft>
              <a:buClr>
                <a:schemeClr val="dk1"/>
              </a:buClr>
              <a:buSzPts val="1400"/>
              <a:buFont typeface="DM Sans"/>
              <a:buChar char="■"/>
              <a:defRPr sz="1400" b="0" i="0" u="none" strike="noStrike" cap="none" spc="0">
                <a:solidFill>
                  <a:schemeClr val="dk1"/>
                </a:solidFill>
                <a:latin typeface="DM Sans"/>
                <a:ea typeface="DM Sans"/>
                <a:cs typeface="DM Sans"/>
                <a:sym typeface="DM Sans"/>
              </a:defRPr>
            </a:lvl3pPr>
            <a:lvl4pPr marL="1828800" marR="0" lvl="3" indent="-317500" algn="l" rtl="0">
              <a:lnSpc>
                <a:spcPct val="100000"/>
              </a:lnSpc>
              <a:spcBef>
                <a:spcPts val="1600"/>
              </a:spcBef>
              <a:spcAft>
                <a:spcPts val="0"/>
              </a:spcAft>
              <a:buClr>
                <a:schemeClr val="dk1"/>
              </a:buClr>
              <a:buSzPts val="1400"/>
              <a:buFont typeface="DM Sans"/>
              <a:buChar char="●"/>
              <a:defRPr sz="1400" b="0" i="0" u="none" strike="noStrike" cap="none" spc="0">
                <a:solidFill>
                  <a:schemeClr val="dk1"/>
                </a:solidFill>
                <a:latin typeface="DM Sans"/>
                <a:ea typeface="DM Sans"/>
                <a:cs typeface="DM Sans"/>
                <a:sym typeface="DM Sans"/>
              </a:defRPr>
            </a:lvl4pPr>
            <a:lvl5pPr marL="2286000" marR="0" lvl="4" indent="-317500" algn="l" rtl="0">
              <a:lnSpc>
                <a:spcPct val="100000"/>
              </a:lnSpc>
              <a:spcBef>
                <a:spcPts val="1600"/>
              </a:spcBef>
              <a:spcAft>
                <a:spcPts val="0"/>
              </a:spcAft>
              <a:buClr>
                <a:schemeClr val="dk1"/>
              </a:buClr>
              <a:buSzPts val="1400"/>
              <a:buFont typeface="DM Sans"/>
              <a:buChar char="○"/>
              <a:defRPr sz="1400" b="0" i="0" u="none" strike="noStrike" cap="none" spc="0">
                <a:solidFill>
                  <a:schemeClr val="dk1"/>
                </a:solidFill>
                <a:latin typeface="DM Sans"/>
                <a:ea typeface="DM Sans"/>
                <a:cs typeface="DM Sans"/>
                <a:sym typeface="DM Sans"/>
              </a:defRPr>
            </a:lvl5pPr>
            <a:lvl6pPr marL="2743200" marR="0" lvl="5" indent="-317500" algn="l" rtl="0">
              <a:lnSpc>
                <a:spcPct val="100000"/>
              </a:lnSpc>
              <a:spcBef>
                <a:spcPts val="1600"/>
              </a:spcBef>
              <a:spcAft>
                <a:spcPts val="0"/>
              </a:spcAft>
              <a:buClr>
                <a:schemeClr val="dk1"/>
              </a:buClr>
              <a:buSzPts val="1400"/>
              <a:buFont typeface="DM Sans"/>
              <a:buChar char="■"/>
              <a:defRPr sz="1400" b="0" i="0" u="none" strike="noStrike" cap="none" spc="0">
                <a:solidFill>
                  <a:schemeClr val="dk1"/>
                </a:solidFill>
                <a:latin typeface="DM Sans"/>
                <a:ea typeface="DM Sans"/>
                <a:cs typeface="DM Sans"/>
                <a:sym typeface="DM Sans"/>
              </a:defRPr>
            </a:lvl6pPr>
            <a:lvl7pPr marL="3200400" marR="0" lvl="6" indent="-317500" algn="l" rtl="0">
              <a:lnSpc>
                <a:spcPct val="100000"/>
              </a:lnSpc>
              <a:spcBef>
                <a:spcPts val="1600"/>
              </a:spcBef>
              <a:spcAft>
                <a:spcPts val="0"/>
              </a:spcAft>
              <a:buClr>
                <a:schemeClr val="dk1"/>
              </a:buClr>
              <a:buSzPts val="1400"/>
              <a:buFont typeface="DM Sans"/>
              <a:buChar char="●"/>
              <a:defRPr sz="1400" b="0" i="0" u="none" strike="noStrike" cap="none" spc="0">
                <a:solidFill>
                  <a:schemeClr val="dk1"/>
                </a:solidFill>
                <a:latin typeface="DM Sans"/>
                <a:ea typeface="DM Sans"/>
                <a:cs typeface="DM Sans"/>
                <a:sym typeface="DM Sans"/>
              </a:defRPr>
            </a:lvl7pPr>
            <a:lvl8pPr marL="3657600" marR="0" lvl="7" indent="-317500" algn="l" rtl="0">
              <a:lnSpc>
                <a:spcPct val="100000"/>
              </a:lnSpc>
              <a:spcBef>
                <a:spcPts val="1600"/>
              </a:spcBef>
              <a:spcAft>
                <a:spcPts val="0"/>
              </a:spcAft>
              <a:buClr>
                <a:schemeClr val="dk1"/>
              </a:buClr>
              <a:buSzPts val="1400"/>
              <a:buFont typeface="DM Sans"/>
              <a:buChar char="○"/>
              <a:defRPr sz="1400" b="0" i="0" u="none" strike="noStrike" cap="none" spc="0">
                <a:solidFill>
                  <a:schemeClr val="dk1"/>
                </a:solidFill>
                <a:latin typeface="DM Sans"/>
                <a:ea typeface="DM Sans"/>
                <a:cs typeface="DM Sans"/>
                <a:sym typeface="DM Sans"/>
              </a:defRPr>
            </a:lvl8pPr>
            <a:lvl9pPr marL="4114800" marR="0" lvl="8" indent="-317500" algn="l" rtl="0">
              <a:lnSpc>
                <a:spcPct val="100000"/>
              </a:lnSpc>
              <a:spcBef>
                <a:spcPts val="1600"/>
              </a:spcBef>
              <a:spcAft>
                <a:spcPts val="1600"/>
              </a:spcAft>
              <a:buClr>
                <a:schemeClr val="dk1"/>
              </a:buClr>
              <a:buSzPts val="1400"/>
              <a:buFont typeface="DM Sans"/>
              <a:buChar char="■"/>
              <a:defRPr sz="1400" b="0" i="0" u="none" strike="noStrike" cap="none" spc="0">
                <a:solidFill>
                  <a:schemeClr val="dk1"/>
                </a:solidFill>
                <a:latin typeface="DM Sans"/>
                <a:ea typeface="DM Sans"/>
                <a:cs typeface="DM Sans"/>
                <a:sym typeface="DM Sans"/>
              </a:defRPr>
            </a:lvl9pPr>
          </a:lstStyle>
          <a:p>
            <a:pPr marL="0" indent="0">
              <a:buFont typeface="DM Sans"/>
              <a:buNone/>
            </a:pPr>
            <a:r>
              <a:rPr lang="en-GB" sz="1100" dirty="0"/>
              <a:t>Protective factors</a:t>
            </a:r>
          </a:p>
        </p:txBody>
      </p:sp>
    </p:spTree>
    <p:extLst>
      <p:ext uri="{BB962C8B-B14F-4D97-AF65-F5344CB8AC3E}">
        <p14:creationId xmlns:p14="http://schemas.microsoft.com/office/powerpoint/2010/main" val="25604354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789">
          <a:extLst>
            <a:ext uri="{FF2B5EF4-FFF2-40B4-BE49-F238E27FC236}">
              <a16:creationId xmlns:a16="http://schemas.microsoft.com/office/drawing/2014/main" id="{7CD367D9-78BF-B0D9-4162-02F2619D615B}"/>
            </a:ext>
          </a:extLst>
        </p:cNvPr>
        <p:cNvGrpSpPr/>
        <p:nvPr/>
      </p:nvGrpSpPr>
      <p:grpSpPr>
        <a:xfrm>
          <a:off x="0" y="0"/>
          <a:ext cx="0" cy="0"/>
          <a:chOff x="0" y="0"/>
          <a:chExt cx="0" cy="0"/>
        </a:xfrm>
      </p:grpSpPr>
      <p:sp>
        <p:nvSpPr>
          <p:cNvPr id="790" name="Google Shape;790;p45">
            <a:extLst>
              <a:ext uri="{FF2B5EF4-FFF2-40B4-BE49-F238E27FC236}">
                <a16:creationId xmlns:a16="http://schemas.microsoft.com/office/drawing/2014/main" id="{641C3C17-5E4B-F57B-148F-B8B000A29785}"/>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Aliya’s variables (protective factors)</a:t>
            </a:r>
            <a:endParaRPr dirty="0"/>
          </a:p>
        </p:txBody>
      </p:sp>
      <p:graphicFrame>
        <p:nvGraphicFramePr>
          <p:cNvPr id="2" name="Table 0">
            <a:extLst>
              <a:ext uri="{FF2B5EF4-FFF2-40B4-BE49-F238E27FC236}">
                <a16:creationId xmlns:a16="http://schemas.microsoft.com/office/drawing/2014/main" id="{1D083598-7688-C1E3-F9F2-38C5778C7E76}"/>
              </a:ext>
            </a:extLst>
          </p:cNvPr>
          <p:cNvGraphicFramePr>
            <a:graphicFrameLocks noGrp="1"/>
          </p:cNvGraphicFramePr>
          <p:nvPr>
            <p:extLst>
              <p:ext uri="{D42A27DB-BD31-4B8C-83A1-F6EECF244321}">
                <p14:modId xmlns:p14="http://schemas.microsoft.com/office/powerpoint/2010/main" val="27076969"/>
              </p:ext>
            </p:extLst>
          </p:nvPr>
        </p:nvGraphicFramePr>
        <p:xfrm>
          <a:off x="720000" y="1357280"/>
          <a:ext cx="8298180" cy="2057400"/>
        </p:xfrm>
        <a:graphic>
          <a:graphicData uri="http://schemas.openxmlformats.org/drawingml/2006/table">
            <a:tbl>
              <a:tblPr>
                <a:tableStyleId>{5940675A-B579-460E-94D1-54222C63F5DA}</a:tableStyleId>
              </a:tblPr>
              <a:tblGrid>
                <a:gridCol w="205740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198882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342900">
                <a:tc>
                  <a:txBody>
                    <a:bodyPr/>
                    <a:lstStyle/>
                    <a:p>
                      <a:pPr marL="0" indent="0">
                        <a:buNone/>
                      </a:pPr>
                      <a:r>
                        <a:rPr lang="en-US" sz="900" b="1" dirty="0">
                          <a:solidFill>
                            <a:schemeClr val="tx1"/>
                          </a:solidFill>
                          <a:latin typeface=""/>
                        </a:rPr>
                        <a:t>Factor</a:t>
                      </a:r>
                      <a:endParaRPr lang="en-US" sz="900" dirty="0">
                        <a:solidFill>
                          <a:schemeClr val="tx1"/>
                        </a:solidFill>
                        <a:latin typeface=""/>
                        <a:ea typeface="Calibri" charset="0"/>
                        <a:cs typeface="Calibri" charset="0"/>
                      </a:endParaRPr>
                    </a:p>
                  </a:txBody>
                  <a:tcPr marL="68580" marR="68580" marT="34290" marB="34290" anchor="ctr"/>
                </a:tc>
                <a:tc>
                  <a:txBody>
                    <a:bodyPr/>
                    <a:lstStyle/>
                    <a:p>
                      <a:pPr marL="0" indent="0">
                        <a:buNone/>
                      </a:pPr>
                      <a:r>
                        <a:rPr lang="en-US" sz="900" b="1" dirty="0">
                          <a:solidFill>
                            <a:schemeClr val="tx1"/>
                          </a:solidFill>
                          <a:latin typeface=""/>
                        </a:rPr>
                        <a:t>CDC adjusted PR (2023 YRBS)</a:t>
                      </a:r>
                      <a:endParaRPr lang="en-US" sz="900" dirty="0">
                        <a:solidFill>
                          <a:schemeClr val="tx1"/>
                        </a:solidFill>
                        <a:latin typeface=""/>
                        <a:ea typeface="Calibri" charset="0"/>
                        <a:cs typeface="Calibri" charset="0"/>
                      </a:endParaRPr>
                    </a:p>
                  </a:txBody>
                  <a:tcPr marL="68580" marR="68580" marT="34290" marB="34290" anchor="ctr"/>
                </a:tc>
                <a:tc>
                  <a:txBody>
                    <a:bodyPr/>
                    <a:lstStyle/>
                    <a:p>
                      <a:pPr marL="0" indent="0">
                        <a:buNone/>
                      </a:pPr>
                      <a:r>
                        <a:rPr lang="en-US" sz="900" b="1" dirty="0">
                          <a:solidFill>
                            <a:schemeClr val="tx1"/>
                          </a:solidFill>
                          <a:latin typeface=""/>
                        </a:rPr>
                        <a:t>Our ratio (unadjusted)</a:t>
                      </a:r>
                      <a:endParaRPr lang="en-US" sz="900" dirty="0">
                        <a:solidFill>
                          <a:schemeClr val="tx1"/>
                        </a:solidFill>
                        <a:latin typeface=""/>
                        <a:ea typeface="Calibri" charset="0"/>
                        <a:cs typeface="Calibri" charset="0"/>
                      </a:endParaRPr>
                    </a:p>
                  </a:txBody>
                  <a:tcPr marL="68580" marR="68580" marT="34290" marB="34290" anchor="ctr"/>
                </a:tc>
                <a:tc>
                  <a:txBody>
                    <a:bodyPr/>
                    <a:lstStyle/>
                    <a:p>
                      <a:pPr marL="0" indent="0">
                        <a:buNone/>
                      </a:pPr>
                      <a:r>
                        <a:rPr lang="en-US" sz="900" b="1" dirty="0">
                          <a:solidFill>
                            <a:schemeClr val="tx1"/>
                          </a:solidFill>
                          <a:latin typeface=""/>
                        </a:rPr>
                        <a:t>Agreement</a:t>
                      </a:r>
                      <a:endParaRPr lang="en-US" sz="900" dirty="0">
                        <a:solidFill>
                          <a:schemeClr val="tx1"/>
                        </a:solidFill>
                        <a:latin typeface=""/>
                        <a:ea typeface="Calibri" charset="0"/>
                        <a:cs typeface="Calibri" charset="0"/>
                      </a:endParaRPr>
                    </a:p>
                  </a:txBody>
                  <a:tcPr marL="68580" marR="68580" marT="34290" marB="34290" anchor="ctr"/>
                </a:tc>
                <a:extLst>
                  <a:ext uri="{0D108BD9-81ED-4DB2-BD59-A6C34878D82A}">
                    <a16:rowId xmlns:a16="http://schemas.microsoft.com/office/drawing/2014/main" val="10000"/>
                  </a:ext>
                </a:extLst>
              </a:tr>
              <a:tr h="342900">
                <a:tc>
                  <a:txBody>
                    <a:bodyPr/>
                    <a:lstStyle/>
                    <a:p>
                      <a:pPr marL="0" indent="0">
                        <a:buNone/>
                      </a:pPr>
                      <a:r>
                        <a:rPr lang="en-US" sz="900" dirty="0">
                          <a:solidFill>
                            <a:schemeClr val="tx1"/>
                          </a:solidFill>
                          <a:latin typeface=""/>
                        </a:rPr>
                        <a:t>Sleep (QN85)</a:t>
                      </a:r>
                      <a:endParaRPr lang="en-US" sz="900" dirty="0">
                        <a:solidFill>
                          <a:schemeClr val="tx1"/>
                        </a:solidFill>
                        <a:latin typeface=""/>
                        <a:ea typeface="Calibri" charset="0"/>
                        <a:cs typeface="Calibri" charset="0"/>
                      </a:endParaRPr>
                    </a:p>
                  </a:txBody>
                  <a:tcPr marL="68580" marR="68580" marT="34290" marB="34290" anchor="ctr"/>
                </a:tc>
                <a:tc>
                  <a:txBody>
                    <a:bodyPr/>
                    <a:lstStyle/>
                    <a:p>
                      <a:pPr marL="0" indent="0">
                        <a:buNone/>
                      </a:pPr>
                      <a:r>
                        <a:rPr lang="en-US" sz="900" dirty="0">
                          <a:solidFill>
                            <a:schemeClr val="tx1"/>
                          </a:solidFill>
                          <a:latin typeface=""/>
                        </a:rPr>
                        <a:t>0.53 - 0.67</a:t>
                      </a:r>
                      <a:endParaRPr lang="en-US" sz="900" dirty="0">
                        <a:solidFill>
                          <a:schemeClr val="tx1"/>
                        </a:solidFill>
                        <a:latin typeface=""/>
                        <a:ea typeface="Calibri" charset="0"/>
                        <a:cs typeface="Calibri" charset="0"/>
                      </a:endParaRPr>
                    </a:p>
                  </a:txBody>
                  <a:tcPr marL="68580" marR="68580" marT="34290" marB="34290" anchor="ctr"/>
                </a:tc>
                <a:tc>
                  <a:txBody>
                    <a:bodyPr/>
                    <a:lstStyle/>
                    <a:p>
                      <a:pPr marL="0" indent="0">
                        <a:buNone/>
                      </a:pPr>
                      <a:r>
                        <a:rPr lang="en-US" sz="900" dirty="0">
                          <a:solidFill>
                            <a:schemeClr val="tx1"/>
                          </a:solidFill>
                          <a:latin typeface=""/>
                        </a:rPr>
                        <a:t>0.48 - 0.49</a:t>
                      </a:r>
                      <a:endParaRPr lang="en-US" sz="900" dirty="0">
                        <a:solidFill>
                          <a:schemeClr val="tx1"/>
                        </a:solidFill>
                        <a:latin typeface=""/>
                        <a:ea typeface="Calibri" charset="0"/>
                        <a:cs typeface="Calibri" charset="0"/>
                      </a:endParaRPr>
                    </a:p>
                  </a:txBody>
                  <a:tcPr marL="68580" marR="68580" marT="34290" marB="34290" anchor="ctr"/>
                </a:tc>
                <a:tc>
                  <a:txBody>
                    <a:bodyPr/>
                    <a:lstStyle/>
                    <a:p>
                      <a:pPr marL="0" indent="0">
                        <a:buNone/>
                      </a:pPr>
                      <a:r>
                        <a:rPr lang="en-US" sz="900" dirty="0">
                          <a:solidFill>
                            <a:schemeClr val="tx1"/>
                          </a:solidFill>
                          <a:latin typeface=""/>
                        </a:rPr>
                        <a:t>Close match</a:t>
                      </a:r>
                      <a:endParaRPr lang="en-US" sz="900" dirty="0">
                        <a:solidFill>
                          <a:schemeClr val="tx1"/>
                        </a:solidFill>
                        <a:latin typeface=""/>
                        <a:ea typeface="Calibri" charset="0"/>
                        <a:cs typeface="Calibri" charset="0"/>
                      </a:endParaRPr>
                    </a:p>
                  </a:txBody>
                  <a:tcPr marL="68580" marR="68580" marT="34290" marB="34290" anchor="ctr"/>
                </a:tc>
                <a:extLst>
                  <a:ext uri="{0D108BD9-81ED-4DB2-BD59-A6C34878D82A}">
                    <a16:rowId xmlns:a16="http://schemas.microsoft.com/office/drawing/2014/main" val="10001"/>
                  </a:ext>
                </a:extLst>
              </a:tr>
              <a:tr h="342900">
                <a:tc>
                  <a:txBody>
                    <a:bodyPr/>
                    <a:lstStyle/>
                    <a:p>
                      <a:pPr marL="0" indent="0">
                        <a:buNone/>
                      </a:pPr>
                      <a:r>
                        <a:rPr lang="en-US" sz="900" dirty="0">
                          <a:solidFill>
                            <a:schemeClr val="tx1"/>
                          </a:solidFill>
                          <a:latin typeface=""/>
                        </a:rPr>
                        <a:t>Basic needs met (QN99)</a:t>
                      </a:r>
                      <a:endParaRPr lang="en-US" sz="900" dirty="0">
                        <a:solidFill>
                          <a:schemeClr val="tx1"/>
                        </a:solidFill>
                        <a:latin typeface=""/>
                        <a:ea typeface="Calibri" charset="0"/>
                        <a:cs typeface="Calibri" charset="0"/>
                      </a:endParaRPr>
                    </a:p>
                  </a:txBody>
                  <a:tcPr marL="68580" marR="68580" marT="34290" marB="34290" anchor="ctr"/>
                </a:tc>
                <a:tc>
                  <a:txBody>
                    <a:bodyPr/>
                    <a:lstStyle/>
                    <a:p>
                      <a:pPr marL="0" indent="0">
                        <a:buNone/>
                      </a:pPr>
                      <a:r>
                        <a:rPr lang="en-US" sz="900" dirty="0">
                          <a:solidFill>
                            <a:schemeClr val="tx1"/>
                          </a:solidFill>
                          <a:latin typeface=""/>
                        </a:rPr>
                        <a:t>0.41 - 0.80</a:t>
                      </a:r>
                      <a:endParaRPr lang="en-US" sz="900" dirty="0">
                        <a:solidFill>
                          <a:schemeClr val="tx1"/>
                        </a:solidFill>
                        <a:latin typeface=""/>
                        <a:ea typeface="Calibri" charset="0"/>
                        <a:cs typeface="Calibri" charset="0"/>
                      </a:endParaRPr>
                    </a:p>
                  </a:txBody>
                  <a:tcPr marL="68580" marR="68580" marT="34290" marB="34290" anchor="ctr"/>
                </a:tc>
                <a:tc>
                  <a:txBody>
                    <a:bodyPr/>
                    <a:lstStyle/>
                    <a:p>
                      <a:pPr marL="0" indent="0">
                        <a:buNone/>
                      </a:pPr>
                      <a:r>
                        <a:rPr lang="en-US" sz="900" dirty="0">
                          <a:solidFill>
                            <a:schemeClr val="tx1"/>
                          </a:solidFill>
                          <a:latin typeface=""/>
                        </a:rPr>
                        <a:t>0.23 - 0.66</a:t>
                      </a:r>
                      <a:endParaRPr lang="en-US" sz="900" dirty="0">
                        <a:solidFill>
                          <a:schemeClr val="tx1"/>
                        </a:solidFill>
                        <a:latin typeface=""/>
                        <a:ea typeface="Calibri" charset="0"/>
                        <a:cs typeface="Calibri" charset="0"/>
                      </a:endParaRPr>
                    </a:p>
                  </a:txBody>
                  <a:tcPr marL="68580" marR="68580" marT="34290" marB="34290" anchor="ctr"/>
                </a:tc>
                <a:tc>
                  <a:txBody>
                    <a:bodyPr/>
                    <a:lstStyle/>
                    <a:p>
                      <a:pPr marL="0" indent="0">
                        <a:buNone/>
                      </a:pPr>
                      <a:r>
                        <a:rPr lang="en-US" sz="900" dirty="0">
                          <a:solidFill>
                            <a:schemeClr val="tx1"/>
                          </a:solidFill>
                          <a:latin typeface=""/>
                        </a:rPr>
                        <a:t>Close match</a:t>
                      </a:r>
                      <a:endParaRPr lang="en-US" sz="900" dirty="0">
                        <a:solidFill>
                          <a:schemeClr val="tx1"/>
                        </a:solidFill>
                        <a:latin typeface=""/>
                        <a:ea typeface="Calibri" charset="0"/>
                        <a:cs typeface="Calibri" charset="0"/>
                      </a:endParaRPr>
                    </a:p>
                  </a:txBody>
                  <a:tcPr marL="68580" marR="68580" marT="34290" marB="34290" anchor="ctr"/>
                </a:tc>
                <a:extLst>
                  <a:ext uri="{0D108BD9-81ED-4DB2-BD59-A6C34878D82A}">
                    <a16:rowId xmlns:a16="http://schemas.microsoft.com/office/drawing/2014/main" val="10002"/>
                  </a:ext>
                </a:extLst>
              </a:tr>
              <a:tr h="342900">
                <a:tc>
                  <a:txBody>
                    <a:bodyPr/>
                    <a:lstStyle/>
                    <a:p>
                      <a:pPr marL="0" indent="0">
                        <a:buNone/>
                      </a:pPr>
                      <a:r>
                        <a:rPr lang="en-US" sz="900" dirty="0">
                          <a:solidFill>
                            <a:schemeClr val="tx1"/>
                          </a:solidFill>
                          <a:latin typeface=""/>
                        </a:rPr>
                        <a:t>Parental monitoring (QN104)</a:t>
                      </a:r>
                      <a:endParaRPr lang="en-US" sz="900" dirty="0">
                        <a:solidFill>
                          <a:schemeClr val="tx1"/>
                        </a:solidFill>
                        <a:latin typeface=""/>
                        <a:ea typeface="Calibri" charset="0"/>
                        <a:cs typeface="Calibri" charset="0"/>
                      </a:endParaRPr>
                    </a:p>
                  </a:txBody>
                  <a:tcPr marL="68580" marR="68580" marT="34290" marB="34290" anchor="ctr"/>
                </a:tc>
                <a:tc>
                  <a:txBody>
                    <a:bodyPr/>
                    <a:lstStyle/>
                    <a:p>
                      <a:pPr marL="0" indent="0">
                        <a:buNone/>
                      </a:pPr>
                      <a:r>
                        <a:rPr lang="en-US" sz="900" dirty="0">
                          <a:solidFill>
                            <a:schemeClr val="tx1"/>
                          </a:solidFill>
                          <a:latin typeface=""/>
                        </a:rPr>
                        <a:t>0.51 - 0.74</a:t>
                      </a:r>
                      <a:endParaRPr lang="en-US" sz="900" dirty="0">
                        <a:solidFill>
                          <a:schemeClr val="tx1"/>
                        </a:solidFill>
                        <a:latin typeface=""/>
                        <a:ea typeface="Calibri" charset="0"/>
                        <a:cs typeface="Calibri" charset="0"/>
                      </a:endParaRPr>
                    </a:p>
                  </a:txBody>
                  <a:tcPr marL="68580" marR="68580" marT="34290" marB="34290" anchor="ctr"/>
                </a:tc>
                <a:tc>
                  <a:txBody>
                    <a:bodyPr/>
                    <a:lstStyle/>
                    <a:p>
                      <a:pPr marL="0" indent="0">
                        <a:buNone/>
                      </a:pPr>
                      <a:r>
                        <a:rPr lang="en-US" sz="900" dirty="0">
                          <a:solidFill>
                            <a:schemeClr val="tx1"/>
                          </a:solidFill>
                          <a:latin typeface=""/>
                        </a:rPr>
                        <a:t>0.34 - 0.66</a:t>
                      </a:r>
                      <a:endParaRPr lang="en-US" sz="900" dirty="0">
                        <a:solidFill>
                          <a:schemeClr val="tx1"/>
                        </a:solidFill>
                        <a:latin typeface=""/>
                        <a:ea typeface="Calibri" charset="0"/>
                        <a:cs typeface="Calibri" charset="0"/>
                      </a:endParaRPr>
                    </a:p>
                  </a:txBody>
                  <a:tcPr marL="68580" marR="68580" marT="34290" marB="34290" anchor="ctr"/>
                </a:tc>
                <a:tc>
                  <a:txBody>
                    <a:bodyPr/>
                    <a:lstStyle/>
                    <a:p>
                      <a:pPr marL="0" indent="0">
                        <a:buNone/>
                      </a:pPr>
                      <a:r>
                        <a:rPr lang="en-US" sz="900" dirty="0">
                          <a:solidFill>
                            <a:schemeClr val="tx1"/>
                          </a:solidFill>
                          <a:latin typeface=""/>
                        </a:rPr>
                        <a:t>Close match</a:t>
                      </a:r>
                      <a:endParaRPr lang="en-US" sz="900" dirty="0">
                        <a:solidFill>
                          <a:schemeClr val="tx1"/>
                        </a:solidFill>
                        <a:latin typeface=""/>
                        <a:ea typeface="Calibri" charset="0"/>
                        <a:cs typeface="Calibri" charset="0"/>
                      </a:endParaRPr>
                    </a:p>
                  </a:txBody>
                  <a:tcPr marL="68580" marR="68580" marT="34290" marB="34290" anchor="ctr"/>
                </a:tc>
                <a:extLst>
                  <a:ext uri="{0D108BD9-81ED-4DB2-BD59-A6C34878D82A}">
                    <a16:rowId xmlns:a16="http://schemas.microsoft.com/office/drawing/2014/main" val="10003"/>
                  </a:ext>
                </a:extLst>
              </a:tr>
              <a:tr h="342900">
                <a:tc>
                  <a:txBody>
                    <a:bodyPr/>
                    <a:lstStyle/>
                    <a:p>
                      <a:pPr marL="0" indent="0">
                        <a:buNone/>
                      </a:pPr>
                      <a:r>
                        <a:rPr lang="en-US" sz="900" dirty="0">
                          <a:solidFill>
                            <a:schemeClr val="tx1"/>
                          </a:solidFill>
                          <a:latin typeface=""/>
                        </a:rPr>
                        <a:t>School connectedness (QN103)</a:t>
                      </a:r>
                      <a:endParaRPr lang="en-US" sz="900" dirty="0">
                        <a:solidFill>
                          <a:schemeClr val="tx1"/>
                        </a:solidFill>
                        <a:latin typeface=""/>
                        <a:ea typeface="Calibri" charset="0"/>
                        <a:cs typeface="Calibri" charset="0"/>
                      </a:endParaRPr>
                    </a:p>
                  </a:txBody>
                  <a:tcPr marL="68580" marR="68580" marT="34290" marB="34290" anchor="ctr"/>
                </a:tc>
                <a:tc>
                  <a:txBody>
                    <a:bodyPr/>
                    <a:lstStyle/>
                    <a:p>
                      <a:pPr marL="0" indent="0">
                        <a:buNone/>
                      </a:pPr>
                      <a:r>
                        <a:rPr lang="en-US" sz="900" dirty="0">
                          <a:solidFill>
                            <a:schemeClr val="tx1"/>
                          </a:solidFill>
                          <a:latin typeface=""/>
                        </a:rPr>
                        <a:t>0.63 - 0.70</a:t>
                      </a:r>
                      <a:endParaRPr lang="en-US" sz="900" dirty="0">
                        <a:solidFill>
                          <a:schemeClr val="tx1"/>
                        </a:solidFill>
                        <a:latin typeface=""/>
                        <a:ea typeface="Calibri" charset="0"/>
                        <a:cs typeface="Calibri" charset="0"/>
                      </a:endParaRPr>
                    </a:p>
                  </a:txBody>
                  <a:tcPr marL="68580" marR="68580" marT="34290" marB="34290" anchor="ctr"/>
                </a:tc>
                <a:tc>
                  <a:txBody>
                    <a:bodyPr/>
                    <a:lstStyle/>
                    <a:p>
                      <a:pPr marL="0" indent="0">
                        <a:buNone/>
                      </a:pPr>
                      <a:r>
                        <a:rPr lang="en-US" sz="900" dirty="0">
                          <a:solidFill>
                            <a:schemeClr val="tx1"/>
                          </a:solidFill>
                          <a:latin typeface=""/>
                        </a:rPr>
                        <a:t>0.52 - 0.56</a:t>
                      </a:r>
                      <a:endParaRPr lang="en-US" sz="900" dirty="0">
                        <a:solidFill>
                          <a:schemeClr val="tx1"/>
                        </a:solidFill>
                        <a:latin typeface=""/>
                        <a:ea typeface="Calibri" charset="0"/>
                        <a:cs typeface="Calibri" charset="0"/>
                      </a:endParaRPr>
                    </a:p>
                  </a:txBody>
                  <a:tcPr marL="68580" marR="68580" marT="34290" marB="34290" anchor="ctr"/>
                </a:tc>
                <a:tc>
                  <a:txBody>
                    <a:bodyPr/>
                    <a:lstStyle/>
                    <a:p>
                      <a:pPr marL="0" indent="0">
                        <a:buNone/>
                      </a:pPr>
                      <a:r>
                        <a:rPr lang="en-US" sz="900" dirty="0">
                          <a:solidFill>
                            <a:schemeClr val="tx1"/>
                          </a:solidFill>
                          <a:latin typeface=""/>
                        </a:rPr>
                        <a:t>Close match</a:t>
                      </a:r>
                      <a:endParaRPr lang="en-US" sz="900" dirty="0">
                        <a:solidFill>
                          <a:schemeClr val="tx1"/>
                        </a:solidFill>
                        <a:latin typeface=""/>
                        <a:ea typeface="Calibri" charset="0"/>
                        <a:cs typeface="Calibri" charset="0"/>
                      </a:endParaRPr>
                    </a:p>
                  </a:txBody>
                  <a:tcPr marL="68580" marR="68580" marT="34290" marB="34290" anchor="ctr"/>
                </a:tc>
                <a:extLst>
                  <a:ext uri="{0D108BD9-81ED-4DB2-BD59-A6C34878D82A}">
                    <a16:rowId xmlns:a16="http://schemas.microsoft.com/office/drawing/2014/main" val="10004"/>
                  </a:ext>
                </a:extLst>
              </a:tr>
              <a:tr h="342900">
                <a:tc>
                  <a:txBody>
                    <a:bodyPr/>
                    <a:lstStyle/>
                    <a:p>
                      <a:pPr marL="0" indent="0">
                        <a:buNone/>
                      </a:pPr>
                      <a:r>
                        <a:rPr lang="en-US" sz="900" dirty="0">
                          <a:solidFill>
                            <a:schemeClr val="tx1"/>
                          </a:solidFill>
                          <a:latin typeface=""/>
                        </a:rPr>
                        <a:t>Grades (QN87)</a:t>
                      </a:r>
                      <a:endParaRPr lang="en-US" sz="900" dirty="0">
                        <a:solidFill>
                          <a:schemeClr val="tx1"/>
                        </a:solidFill>
                        <a:latin typeface=""/>
                        <a:ea typeface="Calibri" charset="0"/>
                        <a:cs typeface="Calibri" charset="0"/>
                      </a:endParaRPr>
                    </a:p>
                  </a:txBody>
                  <a:tcPr marL="68580" marR="68580" marT="34290" marB="34290" anchor="ctr"/>
                </a:tc>
                <a:tc>
                  <a:txBody>
                    <a:bodyPr/>
                    <a:lstStyle/>
                    <a:p>
                      <a:pPr marL="0" indent="0">
                        <a:buNone/>
                      </a:pPr>
                      <a:r>
                        <a:rPr lang="en-US" sz="900" dirty="0">
                          <a:solidFill>
                            <a:schemeClr val="tx1"/>
                          </a:solidFill>
                          <a:latin typeface=""/>
                        </a:rPr>
                        <a:t>Not tested by CDC</a:t>
                      </a:r>
                      <a:endParaRPr lang="en-US" sz="900" dirty="0">
                        <a:solidFill>
                          <a:schemeClr val="tx1"/>
                        </a:solidFill>
                        <a:latin typeface=""/>
                        <a:ea typeface="Calibri" charset="0"/>
                        <a:cs typeface="Calibri" charset="0"/>
                      </a:endParaRPr>
                    </a:p>
                  </a:txBody>
                  <a:tcPr marL="68580" marR="68580" marT="34290" marB="34290" anchor="ctr"/>
                </a:tc>
                <a:tc>
                  <a:txBody>
                    <a:bodyPr/>
                    <a:lstStyle/>
                    <a:p>
                      <a:pPr marL="0" indent="0">
                        <a:buNone/>
                      </a:pPr>
                      <a:r>
                        <a:rPr lang="en-US" sz="900" dirty="0">
                          <a:solidFill>
                            <a:schemeClr val="tx1"/>
                          </a:solidFill>
                          <a:latin typeface=""/>
                        </a:rPr>
                        <a:t>0.34 - 0.66</a:t>
                      </a:r>
                      <a:endParaRPr lang="en-US" sz="900" dirty="0">
                        <a:solidFill>
                          <a:schemeClr val="tx1"/>
                        </a:solidFill>
                        <a:latin typeface=""/>
                        <a:ea typeface="Calibri" charset="0"/>
                        <a:cs typeface="Calibri" charset="0"/>
                      </a:endParaRPr>
                    </a:p>
                  </a:txBody>
                  <a:tcPr marL="68580" marR="68580" marT="34290" marB="34290" anchor="ctr"/>
                </a:tc>
                <a:tc>
                  <a:txBody>
                    <a:bodyPr/>
                    <a:lstStyle/>
                    <a:p>
                      <a:pPr marL="0" indent="0">
                        <a:buNone/>
                      </a:pPr>
                      <a:r>
                        <a:rPr lang="en-US" sz="900" dirty="0">
                          <a:solidFill>
                            <a:schemeClr val="tx1"/>
                          </a:solidFill>
                          <a:latin typeface=""/>
                        </a:rPr>
                        <a:t>Consistent with outside literature</a:t>
                      </a:r>
                      <a:endParaRPr lang="en-US" sz="900" dirty="0">
                        <a:solidFill>
                          <a:schemeClr val="tx1"/>
                        </a:solidFill>
                        <a:latin typeface=""/>
                        <a:ea typeface="Calibri" charset="0"/>
                        <a:cs typeface="Calibri" charset="0"/>
                      </a:endParaRPr>
                    </a:p>
                  </a:txBody>
                  <a:tcPr marL="68580" marR="68580" marT="34290" marB="34290" anchor="ctr"/>
                </a:tc>
                <a:extLst>
                  <a:ext uri="{0D108BD9-81ED-4DB2-BD59-A6C34878D82A}">
                    <a16:rowId xmlns:a16="http://schemas.microsoft.com/office/drawing/2014/main" val="10005"/>
                  </a:ext>
                </a:extLst>
              </a:tr>
            </a:tbl>
          </a:graphicData>
        </a:graphic>
      </p:graphicFrame>
      <p:sp>
        <p:nvSpPr>
          <p:cNvPr id="7" name="Google Shape;791;p45">
            <a:extLst>
              <a:ext uri="{FF2B5EF4-FFF2-40B4-BE49-F238E27FC236}">
                <a16:creationId xmlns:a16="http://schemas.microsoft.com/office/drawing/2014/main" id="{B4B6F160-5197-7ED9-8360-A2E17B52F094}"/>
              </a:ext>
            </a:extLst>
          </p:cNvPr>
          <p:cNvSpPr txBox="1">
            <a:spLocks/>
          </p:cNvSpPr>
          <p:nvPr/>
        </p:nvSpPr>
        <p:spPr>
          <a:xfrm>
            <a:off x="720000" y="3489102"/>
            <a:ext cx="5903591" cy="3621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DM Sans"/>
              <a:buChar char="●"/>
              <a:defRPr sz="1400" b="0" i="0" u="none" strike="noStrike" cap="none" spc="0">
                <a:solidFill>
                  <a:schemeClr val="dk1"/>
                </a:solidFill>
                <a:latin typeface="DM Sans"/>
                <a:ea typeface="DM Sans"/>
                <a:cs typeface="DM Sans"/>
                <a:sym typeface="DM Sans"/>
              </a:defRPr>
            </a:lvl1pPr>
            <a:lvl2pPr marL="914400" marR="0" lvl="1" indent="-317500" algn="l" rtl="0">
              <a:lnSpc>
                <a:spcPct val="100000"/>
              </a:lnSpc>
              <a:spcBef>
                <a:spcPts val="1600"/>
              </a:spcBef>
              <a:spcAft>
                <a:spcPts val="0"/>
              </a:spcAft>
              <a:buClr>
                <a:schemeClr val="dk1"/>
              </a:buClr>
              <a:buSzPts val="1400"/>
              <a:buFont typeface="DM Sans"/>
              <a:buChar char="○"/>
              <a:defRPr sz="1400" b="0" i="0" u="none" strike="noStrike" cap="none" spc="0">
                <a:solidFill>
                  <a:schemeClr val="dk1"/>
                </a:solidFill>
                <a:latin typeface="DM Sans"/>
                <a:ea typeface="DM Sans"/>
                <a:cs typeface="DM Sans"/>
                <a:sym typeface="DM Sans"/>
              </a:defRPr>
            </a:lvl2pPr>
            <a:lvl3pPr marL="1371600" marR="0" lvl="2" indent="-317500" algn="l" rtl="0">
              <a:lnSpc>
                <a:spcPct val="100000"/>
              </a:lnSpc>
              <a:spcBef>
                <a:spcPts val="1600"/>
              </a:spcBef>
              <a:spcAft>
                <a:spcPts val="0"/>
              </a:spcAft>
              <a:buClr>
                <a:schemeClr val="dk1"/>
              </a:buClr>
              <a:buSzPts val="1400"/>
              <a:buFont typeface="DM Sans"/>
              <a:buChar char="■"/>
              <a:defRPr sz="1400" b="0" i="0" u="none" strike="noStrike" cap="none" spc="0">
                <a:solidFill>
                  <a:schemeClr val="dk1"/>
                </a:solidFill>
                <a:latin typeface="DM Sans"/>
                <a:ea typeface="DM Sans"/>
                <a:cs typeface="DM Sans"/>
                <a:sym typeface="DM Sans"/>
              </a:defRPr>
            </a:lvl3pPr>
            <a:lvl4pPr marL="1828800" marR="0" lvl="3" indent="-317500" algn="l" rtl="0">
              <a:lnSpc>
                <a:spcPct val="100000"/>
              </a:lnSpc>
              <a:spcBef>
                <a:spcPts val="1600"/>
              </a:spcBef>
              <a:spcAft>
                <a:spcPts val="0"/>
              </a:spcAft>
              <a:buClr>
                <a:schemeClr val="dk1"/>
              </a:buClr>
              <a:buSzPts val="1400"/>
              <a:buFont typeface="DM Sans"/>
              <a:buChar char="●"/>
              <a:defRPr sz="1400" b="0" i="0" u="none" strike="noStrike" cap="none" spc="0">
                <a:solidFill>
                  <a:schemeClr val="dk1"/>
                </a:solidFill>
                <a:latin typeface="DM Sans"/>
                <a:ea typeface="DM Sans"/>
                <a:cs typeface="DM Sans"/>
                <a:sym typeface="DM Sans"/>
              </a:defRPr>
            </a:lvl4pPr>
            <a:lvl5pPr marL="2286000" marR="0" lvl="4" indent="-317500" algn="l" rtl="0">
              <a:lnSpc>
                <a:spcPct val="100000"/>
              </a:lnSpc>
              <a:spcBef>
                <a:spcPts val="1600"/>
              </a:spcBef>
              <a:spcAft>
                <a:spcPts val="0"/>
              </a:spcAft>
              <a:buClr>
                <a:schemeClr val="dk1"/>
              </a:buClr>
              <a:buSzPts val="1400"/>
              <a:buFont typeface="DM Sans"/>
              <a:buChar char="○"/>
              <a:defRPr sz="1400" b="0" i="0" u="none" strike="noStrike" cap="none" spc="0">
                <a:solidFill>
                  <a:schemeClr val="dk1"/>
                </a:solidFill>
                <a:latin typeface="DM Sans"/>
                <a:ea typeface="DM Sans"/>
                <a:cs typeface="DM Sans"/>
                <a:sym typeface="DM Sans"/>
              </a:defRPr>
            </a:lvl5pPr>
            <a:lvl6pPr marL="2743200" marR="0" lvl="5" indent="-317500" algn="l" rtl="0">
              <a:lnSpc>
                <a:spcPct val="100000"/>
              </a:lnSpc>
              <a:spcBef>
                <a:spcPts val="1600"/>
              </a:spcBef>
              <a:spcAft>
                <a:spcPts val="0"/>
              </a:spcAft>
              <a:buClr>
                <a:schemeClr val="dk1"/>
              </a:buClr>
              <a:buSzPts val="1400"/>
              <a:buFont typeface="DM Sans"/>
              <a:buChar char="■"/>
              <a:defRPr sz="1400" b="0" i="0" u="none" strike="noStrike" cap="none" spc="0">
                <a:solidFill>
                  <a:schemeClr val="dk1"/>
                </a:solidFill>
                <a:latin typeface="DM Sans"/>
                <a:ea typeface="DM Sans"/>
                <a:cs typeface="DM Sans"/>
                <a:sym typeface="DM Sans"/>
              </a:defRPr>
            </a:lvl6pPr>
            <a:lvl7pPr marL="3200400" marR="0" lvl="6" indent="-317500" algn="l" rtl="0">
              <a:lnSpc>
                <a:spcPct val="100000"/>
              </a:lnSpc>
              <a:spcBef>
                <a:spcPts val="1600"/>
              </a:spcBef>
              <a:spcAft>
                <a:spcPts val="0"/>
              </a:spcAft>
              <a:buClr>
                <a:schemeClr val="dk1"/>
              </a:buClr>
              <a:buSzPts val="1400"/>
              <a:buFont typeface="DM Sans"/>
              <a:buChar char="●"/>
              <a:defRPr sz="1400" b="0" i="0" u="none" strike="noStrike" cap="none" spc="0">
                <a:solidFill>
                  <a:schemeClr val="dk1"/>
                </a:solidFill>
                <a:latin typeface="DM Sans"/>
                <a:ea typeface="DM Sans"/>
                <a:cs typeface="DM Sans"/>
                <a:sym typeface="DM Sans"/>
              </a:defRPr>
            </a:lvl7pPr>
            <a:lvl8pPr marL="3657600" marR="0" lvl="7" indent="-317500" algn="l" rtl="0">
              <a:lnSpc>
                <a:spcPct val="100000"/>
              </a:lnSpc>
              <a:spcBef>
                <a:spcPts val="1600"/>
              </a:spcBef>
              <a:spcAft>
                <a:spcPts val="0"/>
              </a:spcAft>
              <a:buClr>
                <a:schemeClr val="dk1"/>
              </a:buClr>
              <a:buSzPts val="1400"/>
              <a:buFont typeface="DM Sans"/>
              <a:buChar char="○"/>
              <a:defRPr sz="1400" b="0" i="0" u="none" strike="noStrike" cap="none" spc="0">
                <a:solidFill>
                  <a:schemeClr val="dk1"/>
                </a:solidFill>
                <a:latin typeface="DM Sans"/>
                <a:ea typeface="DM Sans"/>
                <a:cs typeface="DM Sans"/>
                <a:sym typeface="DM Sans"/>
              </a:defRPr>
            </a:lvl8pPr>
            <a:lvl9pPr marL="4114800" marR="0" lvl="8" indent="-317500" algn="l" rtl="0">
              <a:lnSpc>
                <a:spcPct val="100000"/>
              </a:lnSpc>
              <a:spcBef>
                <a:spcPts val="1600"/>
              </a:spcBef>
              <a:spcAft>
                <a:spcPts val="1600"/>
              </a:spcAft>
              <a:buClr>
                <a:schemeClr val="dk1"/>
              </a:buClr>
              <a:buSzPts val="1400"/>
              <a:buFont typeface="DM Sans"/>
              <a:buChar char="■"/>
              <a:defRPr sz="1400" b="0" i="0" u="none" strike="noStrike" cap="none" spc="0">
                <a:solidFill>
                  <a:schemeClr val="dk1"/>
                </a:solidFill>
                <a:latin typeface="DM Sans"/>
                <a:ea typeface="DM Sans"/>
                <a:cs typeface="DM Sans"/>
                <a:sym typeface="DM Sans"/>
              </a:defRPr>
            </a:lvl9pPr>
          </a:lstStyle>
          <a:p>
            <a:pPr marL="0" indent="0">
              <a:buFont typeface="DM Sans"/>
              <a:buNone/>
            </a:pPr>
            <a:r>
              <a:rPr lang="en-GB" sz="1100" dirty="0"/>
              <a:t>A ratio below 1.0 = lower risk in the protective-factor group. 0.53 ≈ roughly half the risk.</a:t>
            </a:r>
          </a:p>
        </p:txBody>
      </p:sp>
      <p:sp>
        <p:nvSpPr>
          <p:cNvPr id="8" name="Google Shape;791;p45">
            <a:extLst>
              <a:ext uri="{FF2B5EF4-FFF2-40B4-BE49-F238E27FC236}">
                <a16:creationId xmlns:a16="http://schemas.microsoft.com/office/drawing/2014/main" id="{CEF73D53-FD1A-4A0F-D09B-0397572EB05A}"/>
              </a:ext>
            </a:extLst>
          </p:cNvPr>
          <p:cNvSpPr txBox="1">
            <a:spLocks/>
          </p:cNvSpPr>
          <p:nvPr/>
        </p:nvSpPr>
        <p:spPr>
          <a:xfrm>
            <a:off x="720000" y="3925624"/>
            <a:ext cx="7704000" cy="847273"/>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DM Sans"/>
              <a:buChar char="●"/>
              <a:defRPr sz="1400" b="0" i="0" u="none" strike="noStrike" cap="none" spc="0">
                <a:solidFill>
                  <a:schemeClr val="dk1"/>
                </a:solidFill>
                <a:latin typeface="DM Sans"/>
                <a:ea typeface="DM Sans"/>
                <a:cs typeface="DM Sans"/>
                <a:sym typeface="DM Sans"/>
              </a:defRPr>
            </a:lvl1pPr>
            <a:lvl2pPr marL="914400" marR="0" lvl="1" indent="-317500" algn="l" rtl="0">
              <a:lnSpc>
                <a:spcPct val="100000"/>
              </a:lnSpc>
              <a:spcBef>
                <a:spcPts val="1600"/>
              </a:spcBef>
              <a:spcAft>
                <a:spcPts val="0"/>
              </a:spcAft>
              <a:buClr>
                <a:schemeClr val="dk1"/>
              </a:buClr>
              <a:buSzPts val="1400"/>
              <a:buFont typeface="DM Sans"/>
              <a:buChar char="○"/>
              <a:defRPr sz="1400" b="0" i="0" u="none" strike="noStrike" cap="none" spc="0">
                <a:solidFill>
                  <a:schemeClr val="dk1"/>
                </a:solidFill>
                <a:latin typeface="DM Sans"/>
                <a:ea typeface="DM Sans"/>
                <a:cs typeface="DM Sans"/>
                <a:sym typeface="DM Sans"/>
              </a:defRPr>
            </a:lvl2pPr>
            <a:lvl3pPr marL="1371600" marR="0" lvl="2" indent="-317500" algn="l" rtl="0">
              <a:lnSpc>
                <a:spcPct val="100000"/>
              </a:lnSpc>
              <a:spcBef>
                <a:spcPts val="1600"/>
              </a:spcBef>
              <a:spcAft>
                <a:spcPts val="0"/>
              </a:spcAft>
              <a:buClr>
                <a:schemeClr val="dk1"/>
              </a:buClr>
              <a:buSzPts val="1400"/>
              <a:buFont typeface="DM Sans"/>
              <a:buChar char="■"/>
              <a:defRPr sz="1400" b="0" i="0" u="none" strike="noStrike" cap="none" spc="0">
                <a:solidFill>
                  <a:schemeClr val="dk1"/>
                </a:solidFill>
                <a:latin typeface="DM Sans"/>
                <a:ea typeface="DM Sans"/>
                <a:cs typeface="DM Sans"/>
                <a:sym typeface="DM Sans"/>
              </a:defRPr>
            </a:lvl3pPr>
            <a:lvl4pPr marL="1828800" marR="0" lvl="3" indent="-317500" algn="l" rtl="0">
              <a:lnSpc>
                <a:spcPct val="100000"/>
              </a:lnSpc>
              <a:spcBef>
                <a:spcPts val="1600"/>
              </a:spcBef>
              <a:spcAft>
                <a:spcPts val="0"/>
              </a:spcAft>
              <a:buClr>
                <a:schemeClr val="dk1"/>
              </a:buClr>
              <a:buSzPts val="1400"/>
              <a:buFont typeface="DM Sans"/>
              <a:buChar char="●"/>
              <a:defRPr sz="1400" b="0" i="0" u="none" strike="noStrike" cap="none" spc="0">
                <a:solidFill>
                  <a:schemeClr val="dk1"/>
                </a:solidFill>
                <a:latin typeface="DM Sans"/>
                <a:ea typeface="DM Sans"/>
                <a:cs typeface="DM Sans"/>
                <a:sym typeface="DM Sans"/>
              </a:defRPr>
            </a:lvl4pPr>
            <a:lvl5pPr marL="2286000" marR="0" lvl="4" indent="-317500" algn="l" rtl="0">
              <a:lnSpc>
                <a:spcPct val="100000"/>
              </a:lnSpc>
              <a:spcBef>
                <a:spcPts val="1600"/>
              </a:spcBef>
              <a:spcAft>
                <a:spcPts val="0"/>
              </a:spcAft>
              <a:buClr>
                <a:schemeClr val="dk1"/>
              </a:buClr>
              <a:buSzPts val="1400"/>
              <a:buFont typeface="DM Sans"/>
              <a:buChar char="○"/>
              <a:defRPr sz="1400" b="0" i="0" u="none" strike="noStrike" cap="none" spc="0">
                <a:solidFill>
                  <a:schemeClr val="dk1"/>
                </a:solidFill>
                <a:latin typeface="DM Sans"/>
                <a:ea typeface="DM Sans"/>
                <a:cs typeface="DM Sans"/>
                <a:sym typeface="DM Sans"/>
              </a:defRPr>
            </a:lvl5pPr>
            <a:lvl6pPr marL="2743200" marR="0" lvl="5" indent="-317500" algn="l" rtl="0">
              <a:lnSpc>
                <a:spcPct val="100000"/>
              </a:lnSpc>
              <a:spcBef>
                <a:spcPts val="1600"/>
              </a:spcBef>
              <a:spcAft>
                <a:spcPts val="0"/>
              </a:spcAft>
              <a:buClr>
                <a:schemeClr val="dk1"/>
              </a:buClr>
              <a:buSzPts val="1400"/>
              <a:buFont typeface="DM Sans"/>
              <a:buChar char="■"/>
              <a:defRPr sz="1400" b="0" i="0" u="none" strike="noStrike" cap="none" spc="0">
                <a:solidFill>
                  <a:schemeClr val="dk1"/>
                </a:solidFill>
                <a:latin typeface="DM Sans"/>
                <a:ea typeface="DM Sans"/>
                <a:cs typeface="DM Sans"/>
                <a:sym typeface="DM Sans"/>
              </a:defRPr>
            </a:lvl6pPr>
            <a:lvl7pPr marL="3200400" marR="0" lvl="6" indent="-317500" algn="l" rtl="0">
              <a:lnSpc>
                <a:spcPct val="100000"/>
              </a:lnSpc>
              <a:spcBef>
                <a:spcPts val="1600"/>
              </a:spcBef>
              <a:spcAft>
                <a:spcPts val="0"/>
              </a:spcAft>
              <a:buClr>
                <a:schemeClr val="dk1"/>
              </a:buClr>
              <a:buSzPts val="1400"/>
              <a:buFont typeface="DM Sans"/>
              <a:buChar char="●"/>
              <a:defRPr sz="1400" b="0" i="0" u="none" strike="noStrike" cap="none" spc="0">
                <a:solidFill>
                  <a:schemeClr val="dk1"/>
                </a:solidFill>
                <a:latin typeface="DM Sans"/>
                <a:ea typeface="DM Sans"/>
                <a:cs typeface="DM Sans"/>
                <a:sym typeface="DM Sans"/>
              </a:defRPr>
            </a:lvl7pPr>
            <a:lvl8pPr marL="3657600" marR="0" lvl="7" indent="-317500" algn="l" rtl="0">
              <a:lnSpc>
                <a:spcPct val="100000"/>
              </a:lnSpc>
              <a:spcBef>
                <a:spcPts val="1600"/>
              </a:spcBef>
              <a:spcAft>
                <a:spcPts val="0"/>
              </a:spcAft>
              <a:buClr>
                <a:schemeClr val="dk1"/>
              </a:buClr>
              <a:buSzPts val="1400"/>
              <a:buFont typeface="DM Sans"/>
              <a:buChar char="○"/>
              <a:defRPr sz="1400" b="0" i="0" u="none" strike="noStrike" cap="none" spc="0">
                <a:solidFill>
                  <a:schemeClr val="dk1"/>
                </a:solidFill>
                <a:latin typeface="DM Sans"/>
                <a:ea typeface="DM Sans"/>
                <a:cs typeface="DM Sans"/>
                <a:sym typeface="DM Sans"/>
              </a:defRPr>
            </a:lvl8pPr>
            <a:lvl9pPr marL="4114800" marR="0" lvl="8" indent="-317500" algn="l" rtl="0">
              <a:lnSpc>
                <a:spcPct val="100000"/>
              </a:lnSpc>
              <a:spcBef>
                <a:spcPts val="1600"/>
              </a:spcBef>
              <a:spcAft>
                <a:spcPts val="1600"/>
              </a:spcAft>
              <a:buClr>
                <a:schemeClr val="dk1"/>
              </a:buClr>
              <a:buSzPts val="1400"/>
              <a:buFont typeface="DM Sans"/>
              <a:buChar char="■"/>
              <a:defRPr sz="1400" b="0" i="0" u="none" strike="noStrike" cap="none" spc="0">
                <a:solidFill>
                  <a:schemeClr val="dk1"/>
                </a:solidFill>
                <a:latin typeface="DM Sans"/>
                <a:ea typeface="DM Sans"/>
                <a:cs typeface="DM Sans"/>
                <a:sym typeface="DM Sans"/>
              </a:defRPr>
            </a:lvl9pPr>
          </a:lstStyle>
          <a:p>
            <a:pPr marL="0" indent="0">
              <a:buFont typeface="DM Sans"/>
              <a:buNone/>
            </a:pPr>
            <a:r>
              <a:rPr lang="en-GB" sz="1100" dirty="0"/>
              <a:t>Sleep, basic needs, parental monitoring and school connectedness are the exact protective factors CDC selected for its own 2023 YRBS analysis: and our unadjusted ratios sit close to their adjusted ones.</a:t>
            </a:r>
          </a:p>
          <a:p>
            <a:pPr marL="0" indent="0">
              <a:buFont typeface="DM Sans"/>
              <a:buNone/>
            </a:pPr>
            <a:endParaRPr lang="en-GB" sz="1100" dirty="0"/>
          </a:p>
          <a:p>
            <a:pPr marL="0" indent="0">
              <a:buFont typeface="DM Sans"/>
              <a:buNone/>
            </a:pPr>
            <a:r>
              <a:rPr lang="en-GB" sz="1100" dirty="0"/>
              <a:t>Grades isn’t one of CDC’s six protective factors, so we drew on outside literature instead — directionally consistent, but the least consistently supported of the five across subgroups in the wider research.</a:t>
            </a:r>
          </a:p>
          <a:p>
            <a:pPr marL="0" indent="0">
              <a:buFont typeface="DM Sans"/>
              <a:buNone/>
            </a:pPr>
            <a:endParaRPr lang="en-GB" sz="1100" dirty="0"/>
          </a:p>
        </p:txBody>
      </p:sp>
      <p:sp>
        <p:nvSpPr>
          <p:cNvPr id="9" name="Google Shape;791;p45">
            <a:extLst>
              <a:ext uri="{FF2B5EF4-FFF2-40B4-BE49-F238E27FC236}">
                <a16:creationId xmlns:a16="http://schemas.microsoft.com/office/drawing/2014/main" id="{3D208F55-6F7F-47CC-1DD1-84004CBE1865}"/>
              </a:ext>
            </a:extLst>
          </p:cNvPr>
          <p:cNvSpPr txBox="1">
            <a:spLocks/>
          </p:cNvSpPr>
          <p:nvPr/>
        </p:nvSpPr>
        <p:spPr>
          <a:xfrm>
            <a:off x="168257" y="4781400"/>
            <a:ext cx="5570483" cy="3621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DM Sans"/>
              <a:buChar char="●"/>
              <a:defRPr sz="1400" b="0" i="0" u="none" strike="noStrike" cap="none" spc="0">
                <a:solidFill>
                  <a:schemeClr val="dk1"/>
                </a:solidFill>
                <a:latin typeface="DM Sans"/>
                <a:ea typeface="DM Sans"/>
                <a:cs typeface="DM Sans"/>
                <a:sym typeface="DM Sans"/>
              </a:defRPr>
            </a:lvl1pPr>
            <a:lvl2pPr marL="914400" marR="0" lvl="1" indent="-317500" algn="l" rtl="0">
              <a:lnSpc>
                <a:spcPct val="100000"/>
              </a:lnSpc>
              <a:spcBef>
                <a:spcPts val="1600"/>
              </a:spcBef>
              <a:spcAft>
                <a:spcPts val="0"/>
              </a:spcAft>
              <a:buClr>
                <a:schemeClr val="dk1"/>
              </a:buClr>
              <a:buSzPts val="1400"/>
              <a:buFont typeface="DM Sans"/>
              <a:buChar char="○"/>
              <a:defRPr sz="1400" b="0" i="0" u="none" strike="noStrike" cap="none" spc="0">
                <a:solidFill>
                  <a:schemeClr val="dk1"/>
                </a:solidFill>
                <a:latin typeface="DM Sans"/>
                <a:ea typeface="DM Sans"/>
                <a:cs typeface="DM Sans"/>
                <a:sym typeface="DM Sans"/>
              </a:defRPr>
            </a:lvl2pPr>
            <a:lvl3pPr marL="1371600" marR="0" lvl="2" indent="-317500" algn="l" rtl="0">
              <a:lnSpc>
                <a:spcPct val="100000"/>
              </a:lnSpc>
              <a:spcBef>
                <a:spcPts val="1600"/>
              </a:spcBef>
              <a:spcAft>
                <a:spcPts val="0"/>
              </a:spcAft>
              <a:buClr>
                <a:schemeClr val="dk1"/>
              </a:buClr>
              <a:buSzPts val="1400"/>
              <a:buFont typeface="DM Sans"/>
              <a:buChar char="■"/>
              <a:defRPr sz="1400" b="0" i="0" u="none" strike="noStrike" cap="none" spc="0">
                <a:solidFill>
                  <a:schemeClr val="dk1"/>
                </a:solidFill>
                <a:latin typeface="DM Sans"/>
                <a:ea typeface="DM Sans"/>
                <a:cs typeface="DM Sans"/>
                <a:sym typeface="DM Sans"/>
              </a:defRPr>
            </a:lvl3pPr>
            <a:lvl4pPr marL="1828800" marR="0" lvl="3" indent="-317500" algn="l" rtl="0">
              <a:lnSpc>
                <a:spcPct val="100000"/>
              </a:lnSpc>
              <a:spcBef>
                <a:spcPts val="1600"/>
              </a:spcBef>
              <a:spcAft>
                <a:spcPts val="0"/>
              </a:spcAft>
              <a:buClr>
                <a:schemeClr val="dk1"/>
              </a:buClr>
              <a:buSzPts val="1400"/>
              <a:buFont typeface="DM Sans"/>
              <a:buChar char="●"/>
              <a:defRPr sz="1400" b="0" i="0" u="none" strike="noStrike" cap="none" spc="0">
                <a:solidFill>
                  <a:schemeClr val="dk1"/>
                </a:solidFill>
                <a:latin typeface="DM Sans"/>
                <a:ea typeface="DM Sans"/>
                <a:cs typeface="DM Sans"/>
                <a:sym typeface="DM Sans"/>
              </a:defRPr>
            </a:lvl4pPr>
            <a:lvl5pPr marL="2286000" marR="0" lvl="4" indent="-317500" algn="l" rtl="0">
              <a:lnSpc>
                <a:spcPct val="100000"/>
              </a:lnSpc>
              <a:spcBef>
                <a:spcPts val="1600"/>
              </a:spcBef>
              <a:spcAft>
                <a:spcPts val="0"/>
              </a:spcAft>
              <a:buClr>
                <a:schemeClr val="dk1"/>
              </a:buClr>
              <a:buSzPts val="1400"/>
              <a:buFont typeface="DM Sans"/>
              <a:buChar char="○"/>
              <a:defRPr sz="1400" b="0" i="0" u="none" strike="noStrike" cap="none" spc="0">
                <a:solidFill>
                  <a:schemeClr val="dk1"/>
                </a:solidFill>
                <a:latin typeface="DM Sans"/>
                <a:ea typeface="DM Sans"/>
                <a:cs typeface="DM Sans"/>
                <a:sym typeface="DM Sans"/>
              </a:defRPr>
            </a:lvl5pPr>
            <a:lvl6pPr marL="2743200" marR="0" lvl="5" indent="-317500" algn="l" rtl="0">
              <a:lnSpc>
                <a:spcPct val="100000"/>
              </a:lnSpc>
              <a:spcBef>
                <a:spcPts val="1600"/>
              </a:spcBef>
              <a:spcAft>
                <a:spcPts val="0"/>
              </a:spcAft>
              <a:buClr>
                <a:schemeClr val="dk1"/>
              </a:buClr>
              <a:buSzPts val="1400"/>
              <a:buFont typeface="DM Sans"/>
              <a:buChar char="■"/>
              <a:defRPr sz="1400" b="0" i="0" u="none" strike="noStrike" cap="none" spc="0">
                <a:solidFill>
                  <a:schemeClr val="dk1"/>
                </a:solidFill>
                <a:latin typeface="DM Sans"/>
                <a:ea typeface="DM Sans"/>
                <a:cs typeface="DM Sans"/>
                <a:sym typeface="DM Sans"/>
              </a:defRPr>
            </a:lvl6pPr>
            <a:lvl7pPr marL="3200400" marR="0" lvl="6" indent="-317500" algn="l" rtl="0">
              <a:lnSpc>
                <a:spcPct val="100000"/>
              </a:lnSpc>
              <a:spcBef>
                <a:spcPts val="1600"/>
              </a:spcBef>
              <a:spcAft>
                <a:spcPts val="0"/>
              </a:spcAft>
              <a:buClr>
                <a:schemeClr val="dk1"/>
              </a:buClr>
              <a:buSzPts val="1400"/>
              <a:buFont typeface="DM Sans"/>
              <a:buChar char="●"/>
              <a:defRPr sz="1400" b="0" i="0" u="none" strike="noStrike" cap="none" spc="0">
                <a:solidFill>
                  <a:schemeClr val="dk1"/>
                </a:solidFill>
                <a:latin typeface="DM Sans"/>
                <a:ea typeface="DM Sans"/>
                <a:cs typeface="DM Sans"/>
                <a:sym typeface="DM Sans"/>
              </a:defRPr>
            </a:lvl7pPr>
            <a:lvl8pPr marL="3657600" marR="0" lvl="7" indent="-317500" algn="l" rtl="0">
              <a:lnSpc>
                <a:spcPct val="100000"/>
              </a:lnSpc>
              <a:spcBef>
                <a:spcPts val="1600"/>
              </a:spcBef>
              <a:spcAft>
                <a:spcPts val="0"/>
              </a:spcAft>
              <a:buClr>
                <a:schemeClr val="dk1"/>
              </a:buClr>
              <a:buSzPts val="1400"/>
              <a:buFont typeface="DM Sans"/>
              <a:buChar char="○"/>
              <a:defRPr sz="1400" b="0" i="0" u="none" strike="noStrike" cap="none" spc="0">
                <a:solidFill>
                  <a:schemeClr val="dk1"/>
                </a:solidFill>
                <a:latin typeface="DM Sans"/>
                <a:ea typeface="DM Sans"/>
                <a:cs typeface="DM Sans"/>
                <a:sym typeface="DM Sans"/>
              </a:defRPr>
            </a:lvl8pPr>
            <a:lvl9pPr marL="4114800" marR="0" lvl="8" indent="-317500" algn="l" rtl="0">
              <a:lnSpc>
                <a:spcPct val="100000"/>
              </a:lnSpc>
              <a:spcBef>
                <a:spcPts val="1600"/>
              </a:spcBef>
              <a:spcAft>
                <a:spcPts val="1600"/>
              </a:spcAft>
              <a:buClr>
                <a:schemeClr val="dk1"/>
              </a:buClr>
              <a:buSzPts val="1400"/>
              <a:buFont typeface="DM Sans"/>
              <a:buChar char="■"/>
              <a:defRPr sz="1400" b="0" i="0" u="none" strike="noStrike" cap="none" spc="0">
                <a:solidFill>
                  <a:schemeClr val="dk1"/>
                </a:solidFill>
                <a:latin typeface="DM Sans"/>
                <a:ea typeface="DM Sans"/>
                <a:cs typeface="DM Sans"/>
                <a:sym typeface="DM Sans"/>
              </a:defRPr>
            </a:lvl9pPr>
          </a:lstStyle>
          <a:p>
            <a:pPr marL="0" indent="0">
              <a:buFont typeface="DM Sans"/>
              <a:buNone/>
            </a:pPr>
            <a:r>
              <a:rPr lang="en-GB" sz="1100" dirty="0"/>
              <a:t>Protective factors</a:t>
            </a:r>
          </a:p>
        </p:txBody>
      </p:sp>
    </p:spTree>
    <p:extLst>
      <p:ext uri="{BB962C8B-B14F-4D97-AF65-F5344CB8AC3E}">
        <p14:creationId xmlns:p14="http://schemas.microsoft.com/office/powerpoint/2010/main" val="32050083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789">
          <a:extLst>
            <a:ext uri="{FF2B5EF4-FFF2-40B4-BE49-F238E27FC236}">
              <a16:creationId xmlns:a16="http://schemas.microsoft.com/office/drawing/2014/main" id="{9CB89959-0D0A-3402-8B8C-92981105BE3E}"/>
            </a:ext>
          </a:extLst>
        </p:cNvPr>
        <p:cNvGrpSpPr/>
        <p:nvPr/>
      </p:nvGrpSpPr>
      <p:grpSpPr>
        <a:xfrm>
          <a:off x="0" y="0"/>
          <a:ext cx="0" cy="0"/>
          <a:chOff x="0" y="0"/>
          <a:chExt cx="0" cy="0"/>
        </a:xfrm>
      </p:grpSpPr>
      <p:sp>
        <p:nvSpPr>
          <p:cNvPr id="790" name="Google Shape;790;p45">
            <a:extLst>
              <a:ext uri="{FF2B5EF4-FFF2-40B4-BE49-F238E27FC236}">
                <a16:creationId xmlns:a16="http://schemas.microsoft.com/office/drawing/2014/main" id="{30C7F487-48F0-8A24-6432-4002778EDC06}"/>
              </a:ext>
            </a:extLst>
          </p:cNvPr>
          <p:cNvSpPr txBox="1">
            <a:spLocks noGrp="1"/>
          </p:cNvSpPr>
          <p:nvPr>
            <p:ph type="title"/>
          </p:nvPr>
        </p:nvSpPr>
        <p:spPr>
          <a:xfrm>
            <a:off x="719999" y="-84487"/>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Francis’ variables</a:t>
            </a:r>
            <a:endParaRPr dirty="0"/>
          </a:p>
        </p:txBody>
      </p:sp>
      <p:graphicFrame>
        <p:nvGraphicFramePr>
          <p:cNvPr id="6" name="Table 0">
            <a:extLst>
              <a:ext uri="{FF2B5EF4-FFF2-40B4-BE49-F238E27FC236}">
                <a16:creationId xmlns:a16="http://schemas.microsoft.com/office/drawing/2014/main" id="{B8FABC3E-FCA0-07FC-2DD2-08ECCDF4F409}"/>
              </a:ext>
            </a:extLst>
          </p:cNvPr>
          <p:cNvGraphicFramePr>
            <a:graphicFrameLocks noGrp="1"/>
          </p:cNvGraphicFramePr>
          <p:nvPr>
            <p:extLst>
              <p:ext uri="{D42A27DB-BD31-4B8C-83A1-F6EECF244321}">
                <p14:modId xmlns:p14="http://schemas.microsoft.com/office/powerpoint/2010/main" val="1790427209"/>
              </p:ext>
            </p:extLst>
          </p:nvPr>
        </p:nvGraphicFramePr>
        <p:xfrm>
          <a:off x="312657" y="488213"/>
          <a:ext cx="8518685" cy="4167074"/>
        </p:xfrm>
        <a:graphic>
          <a:graphicData uri="http://schemas.openxmlformats.org/drawingml/2006/table">
            <a:tbl>
              <a:tblPr>
                <a:tableStyleId>{5940675A-B579-460E-94D1-54222C63F5DA}</a:tableStyleId>
              </a:tblPr>
              <a:tblGrid>
                <a:gridCol w="1358051">
                  <a:extLst>
                    <a:ext uri="{9D8B030D-6E8A-4147-A177-3AD203B41FA5}">
                      <a16:colId xmlns:a16="http://schemas.microsoft.com/office/drawing/2014/main" val="20000"/>
                    </a:ext>
                  </a:extLst>
                </a:gridCol>
                <a:gridCol w="2716174">
                  <a:extLst>
                    <a:ext uri="{9D8B030D-6E8A-4147-A177-3AD203B41FA5}">
                      <a16:colId xmlns:a16="http://schemas.microsoft.com/office/drawing/2014/main" val="20001"/>
                    </a:ext>
                  </a:extLst>
                </a:gridCol>
                <a:gridCol w="4444460">
                  <a:extLst>
                    <a:ext uri="{9D8B030D-6E8A-4147-A177-3AD203B41FA5}">
                      <a16:colId xmlns:a16="http://schemas.microsoft.com/office/drawing/2014/main" val="20002"/>
                    </a:ext>
                  </a:extLst>
                </a:gridCol>
              </a:tblGrid>
              <a:tr h="321274">
                <a:tc>
                  <a:txBody>
                    <a:bodyPr/>
                    <a:lstStyle/>
                    <a:p>
                      <a:pPr marL="0" indent="0" algn="ctr">
                        <a:buNone/>
                      </a:pPr>
                      <a:r>
                        <a:rPr lang="en-US" sz="1200" b="1" dirty="0">
                          <a:solidFill>
                            <a:schemeClr val="tx1"/>
                          </a:solidFill>
                          <a:latin typeface=""/>
                        </a:rPr>
                        <a:t>Variable</a:t>
                      </a:r>
                      <a:endParaRPr lang="en-US" sz="1200" dirty="0">
                        <a:solidFill>
                          <a:schemeClr val="tx1"/>
                        </a:solidFill>
                        <a:latin typeface=""/>
                        <a:ea typeface="Calibri" charset="0"/>
                        <a:cs typeface="Calibri" charset="0"/>
                      </a:endParaRPr>
                    </a:p>
                  </a:txBody>
                  <a:tcPr marL="68580" marR="68580" marT="34290" marB="34290" anchor="ctr"/>
                </a:tc>
                <a:tc>
                  <a:txBody>
                    <a:bodyPr/>
                    <a:lstStyle/>
                    <a:p>
                      <a:pPr marL="0" indent="0" algn="ctr">
                        <a:buNone/>
                      </a:pPr>
                      <a:r>
                        <a:rPr lang="en-US" sz="1200" b="1" dirty="0">
                          <a:solidFill>
                            <a:schemeClr val="tx1"/>
                          </a:solidFill>
                          <a:latin typeface=""/>
                          <a:ea typeface="Calibri" charset="0"/>
                          <a:cs typeface="Calibri" charset="0"/>
                        </a:rPr>
                        <a:t>Question</a:t>
                      </a:r>
                      <a:endParaRPr lang="en-US" sz="1200" dirty="0">
                        <a:solidFill>
                          <a:schemeClr val="tx1"/>
                        </a:solidFill>
                        <a:latin typeface=""/>
                        <a:ea typeface="Calibri" charset="0"/>
                        <a:cs typeface="Calibri" charset="0"/>
                      </a:endParaRPr>
                    </a:p>
                  </a:txBody>
                  <a:tcPr marL="68580" marR="68580" marT="34290" marB="34290" anchor="ctr"/>
                </a:tc>
                <a:tc>
                  <a:txBody>
                    <a:bodyPr/>
                    <a:lstStyle/>
                    <a:p>
                      <a:pPr marL="0" indent="0" algn="ctr">
                        <a:buNone/>
                      </a:pPr>
                      <a:r>
                        <a:rPr lang="en-US" sz="1200" b="1" dirty="0">
                          <a:solidFill>
                            <a:schemeClr val="tx1"/>
                          </a:solidFill>
                          <a:latin typeface=""/>
                        </a:rPr>
                        <a:t>Findings</a:t>
                      </a:r>
                      <a:endParaRPr lang="en-US" sz="1200" dirty="0">
                        <a:solidFill>
                          <a:schemeClr val="tx1"/>
                        </a:solidFill>
                        <a:latin typeface=""/>
                        <a:ea typeface="Calibri" charset="0"/>
                        <a:cs typeface="Calibri" charset="0"/>
                      </a:endParaRPr>
                    </a:p>
                  </a:txBody>
                  <a:tcPr marL="68580" marR="68580" marT="34290" marB="34290" anchor="ctr"/>
                </a:tc>
                <a:extLst>
                  <a:ext uri="{0D108BD9-81ED-4DB2-BD59-A6C34878D82A}">
                    <a16:rowId xmlns:a16="http://schemas.microsoft.com/office/drawing/2014/main" val="10000"/>
                  </a:ext>
                </a:extLst>
              </a:tr>
              <a:tr h="828280">
                <a:tc>
                  <a:txBody>
                    <a:bodyPr/>
                    <a:lstStyle/>
                    <a:p>
                      <a:pPr marL="0" indent="0" algn="ctr">
                        <a:buNone/>
                      </a:pPr>
                      <a:r>
                        <a:rPr lang="en-US" sz="1200" dirty="0">
                          <a:solidFill>
                            <a:srgbClr val="6280FF"/>
                          </a:solidFill>
                          <a:latin typeface=""/>
                        </a:rPr>
                        <a:t>QN12</a:t>
                      </a:r>
                      <a:endParaRPr lang="en-US" sz="1200" dirty="0">
                        <a:solidFill>
                          <a:srgbClr val="6280FF"/>
                        </a:solidFill>
                        <a:latin typeface=""/>
                        <a:ea typeface="Calibri" charset="0"/>
                        <a:cs typeface="Calibri" charset="0"/>
                      </a:endParaRPr>
                    </a:p>
                  </a:txBody>
                  <a:tcPr marL="68580" marR="68580" marT="34290" marB="34290" anchor="ctr"/>
                </a:tc>
                <a:tc>
                  <a:txBody>
                    <a:bodyPr/>
                    <a:lstStyle/>
                    <a:p>
                      <a:pPr marL="0" indent="0" algn="ctr">
                        <a:buNone/>
                      </a:pPr>
                      <a:r>
                        <a:rPr lang="en-US" sz="1200" dirty="0">
                          <a:solidFill>
                            <a:schemeClr val="tx1"/>
                          </a:solidFill>
                          <a:latin typeface=""/>
                        </a:rPr>
                        <a:t>Carried a weapon (gun, knife, or club) on school property, past 30 days</a:t>
                      </a:r>
                    </a:p>
                  </a:txBody>
                  <a:tcPr marL="68580" marR="68580" marT="34290" marB="34290" anchor="ctr"/>
                </a:tc>
                <a:tc>
                  <a:txBody>
                    <a:bodyPr/>
                    <a:lstStyle/>
                    <a:p>
                      <a:pPr marL="0" indent="0" algn="ctr">
                        <a:buNone/>
                      </a:pPr>
                      <a:r>
                        <a:rPr lang="en-US" sz="1200" dirty="0" err="1">
                          <a:solidFill>
                            <a:schemeClr val="tx1"/>
                          </a:solidFill>
                          <a:latin typeface=""/>
                        </a:rPr>
                        <a:t>Onoh</a:t>
                      </a:r>
                      <a:r>
                        <a:rPr lang="en-US" sz="1200" dirty="0">
                          <a:solidFill>
                            <a:schemeClr val="tx1"/>
                          </a:solidFill>
                          <a:latin typeface=""/>
                        </a:rPr>
                        <a:t> et al. (2008): weapon carrying independently associated with suicidal ideation (OR=1.64), depression (OR=1.44), and physical fighting (OR=2.02)</a:t>
                      </a:r>
                    </a:p>
                  </a:txBody>
                  <a:tcPr marL="68580" marR="68580" marT="34290" marB="34290" anchor="ctr"/>
                </a:tc>
                <a:extLst>
                  <a:ext uri="{0D108BD9-81ED-4DB2-BD59-A6C34878D82A}">
                    <a16:rowId xmlns:a16="http://schemas.microsoft.com/office/drawing/2014/main" val="10001"/>
                  </a:ext>
                </a:extLst>
              </a:tr>
              <a:tr h="432960">
                <a:tc>
                  <a:txBody>
                    <a:bodyPr/>
                    <a:lstStyle/>
                    <a:p>
                      <a:pPr marL="0" indent="0" algn="ctr">
                        <a:buNone/>
                      </a:pPr>
                      <a:r>
                        <a:rPr lang="en-US" sz="1200" dirty="0">
                          <a:solidFill>
                            <a:srgbClr val="6280FF"/>
                          </a:solidFill>
                          <a:latin typeface=""/>
                        </a:rPr>
                        <a:t>QN13</a:t>
                      </a:r>
                      <a:endParaRPr lang="en-US" sz="1200" dirty="0">
                        <a:solidFill>
                          <a:srgbClr val="6280FF"/>
                        </a:solidFill>
                        <a:latin typeface=""/>
                        <a:ea typeface="Calibri" charset="0"/>
                        <a:cs typeface="Calibri" charset="0"/>
                      </a:endParaRPr>
                    </a:p>
                  </a:txBody>
                  <a:tcPr marL="68580" marR="68580" marT="34290" marB="34290" anchor="ctr"/>
                </a:tc>
                <a:tc>
                  <a:txBody>
                    <a:bodyPr/>
                    <a:lstStyle/>
                    <a:p>
                      <a:pPr marL="0" indent="0" algn="ctr">
                        <a:buNone/>
                      </a:pPr>
                      <a:r>
                        <a:rPr lang="en-US" sz="1200" dirty="0">
                          <a:solidFill>
                            <a:schemeClr val="tx1"/>
                          </a:solidFill>
                          <a:latin typeface=""/>
                        </a:rPr>
                        <a:t>Carried a gun, past 12 months (excluding hunting/sport)</a:t>
                      </a:r>
                    </a:p>
                  </a:txBody>
                  <a:tcPr marL="68580" marR="68580" marT="34290" marB="34290" anchor="ctr"/>
                </a:tc>
                <a:tc>
                  <a:txBody>
                    <a:bodyPr/>
                    <a:lstStyle/>
                    <a:p>
                      <a:pPr marL="0" indent="0" algn="ctr">
                        <a:buNone/>
                      </a:pPr>
                      <a:r>
                        <a:rPr lang="en-US" sz="1200" dirty="0">
                          <a:solidFill>
                            <a:schemeClr val="tx1"/>
                          </a:solidFill>
                          <a:latin typeface=""/>
                        </a:rPr>
                        <a:t>Kagawa et al. (2019): 2.4% prevalence (vs. 3.5% here); 65% of gun carriers met criteria for a psychiatric disorder; linked to conduct disorder (APR=1.88), drug use disorder (APR=1.91), specific phobias (APR=1.54). Baiden et al. (2024): significantly associated with sad/hopeless (OR=1.61)</a:t>
                      </a:r>
                    </a:p>
                  </a:txBody>
                  <a:tcPr marL="68580" marR="68580" marT="34290" marB="34290" anchor="ctr"/>
                </a:tc>
                <a:extLst>
                  <a:ext uri="{0D108BD9-81ED-4DB2-BD59-A6C34878D82A}">
                    <a16:rowId xmlns:a16="http://schemas.microsoft.com/office/drawing/2014/main" val="10002"/>
                  </a:ext>
                </a:extLst>
              </a:tr>
              <a:tr h="432960">
                <a:tc>
                  <a:txBody>
                    <a:bodyPr/>
                    <a:lstStyle/>
                    <a:p>
                      <a:pPr marL="0" indent="0" algn="ctr">
                        <a:buNone/>
                      </a:pPr>
                      <a:r>
                        <a:rPr lang="en-US" sz="1200" dirty="0">
                          <a:solidFill>
                            <a:srgbClr val="6280FF"/>
                          </a:solidFill>
                          <a:latin typeface=""/>
                        </a:rPr>
                        <a:t>QN16</a:t>
                      </a:r>
                      <a:endParaRPr lang="en-US" sz="1200" dirty="0">
                        <a:solidFill>
                          <a:srgbClr val="6280FF"/>
                        </a:solidFill>
                        <a:latin typeface=""/>
                        <a:ea typeface="Calibri" charset="0"/>
                        <a:cs typeface="Calibri" charset="0"/>
                      </a:endParaRPr>
                    </a:p>
                  </a:txBody>
                  <a:tcPr marL="68580" marR="68580" marT="34290" marB="34290" anchor="ctr"/>
                </a:tc>
                <a:tc>
                  <a:txBody>
                    <a:bodyPr/>
                    <a:lstStyle/>
                    <a:p>
                      <a:pPr marL="0" indent="0" algn="ctr">
                        <a:buNone/>
                      </a:pPr>
                      <a:r>
                        <a:rPr lang="en-US" sz="1200" dirty="0">
                          <a:solidFill>
                            <a:schemeClr val="tx1"/>
                          </a:solidFill>
                          <a:latin typeface=""/>
                        </a:rPr>
                        <a:t>Number of physical fights,</a:t>
                      </a:r>
                    </a:p>
                    <a:p>
                      <a:pPr marL="0" indent="0" algn="ctr">
                        <a:buNone/>
                      </a:pPr>
                      <a:r>
                        <a:rPr lang="en-US" sz="1200" dirty="0">
                          <a:solidFill>
                            <a:schemeClr val="tx1"/>
                          </a:solidFill>
                          <a:latin typeface=""/>
                        </a:rPr>
                        <a:t>past 12 months </a:t>
                      </a:r>
                    </a:p>
                  </a:txBody>
                  <a:tcPr marL="68580" marR="68580" marT="34290" marB="34290" anchor="ctr"/>
                </a:tc>
                <a:tc>
                  <a:txBody>
                    <a:bodyPr/>
                    <a:lstStyle/>
                    <a:p>
                      <a:pPr marL="0" indent="0" algn="ctr">
                        <a:buNone/>
                      </a:pPr>
                      <a:r>
                        <a:rPr lang="en-US" sz="1200" dirty="0">
                          <a:solidFill>
                            <a:schemeClr val="tx1"/>
                          </a:solidFill>
                          <a:latin typeface=""/>
                        </a:rPr>
                        <a:t>Macková et al. (2021): family-related adversity significantly predicted more fighting (p&lt;.001), mediated by hopelessness (indirect effect ab=0.04, 95% CI: 0.02–0.05) — a plausible mechanism linking sadness/hopelessness to fighting</a:t>
                      </a:r>
                    </a:p>
                  </a:txBody>
                  <a:tcPr marL="68580" marR="68580" marT="34290" marB="34290" anchor="ctr"/>
                </a:tc>
                <a:extLst>
                  <a:ext uri="{0D108BD9-81ED-4DB2-BD59-A6C34878D82A}">
                    <a16:rowId xmlns:a16="http://schemas.microsoft.com/office/drawing/2014/main" val="10003"/>
                  </a:ext>
                </a:extLst>
              </a:tr>
              <a:tr h="400860">
                <a:tc>
                  <a:txBody>
                    <a:bodyPr/>
                    <a:lstStyle/>
                    <a:p>
                      <a:pPr marL="0" indent="0" algn="ctr">
                        <a:buNone/>
                      </a:pPr>
                      <a:r>
                        <a:rPr lang="en-US" sz="1200" dirty="0">
                          <a:solidFill>
                            <a:srgbClr val="6280FF"/>
                          </a:solidFill>
                          <a:latin typeface=""/>
                          <a:ea typeface="Calibri" charset="0"/>
                          <a:cs typeface="Calibri" charset="0"/>
                        </a:rPr>
                        <a:t>QN26</a:t>
                      </a:r>
                    </a:p>
                  </a:txBody>
                  <a:tcPr marL="68580" marR="68580" marT="34290" marB="34290" anchor="ctr"/>
                </a:tc>
                <a:tc>
                  <a:txBody>
                    <a:bodyPr/>
                    <a:lstStyle/>
                    <a:p>
                      <a:pPr marL="0" indent="0" algn="ctr">
                        <a:buNone/>
                      </a:pPr>
                      <a:r>
                        <a:rPr lang="en-US" sz="1200" dirty="0">
                          <a:solidFill>
                            <a:schemeClr val="tx1"/>
                          </a:solidFill>
                          <a:latin typeface=""/>
                          <a:ea typeface="Calibri" charset="0"/>
                          <a:cs typeface="Calibri" charset="0"/>
                        </a:rPr>
                        <a:t>Felt sad or hopeless almost every day for 2+ weeks, past 12 months </a:t>
                      </a:r>
                    </a:p>
                  </a:txBody>
                  <a:tcPr marL="68580" marR="68580" marT="34290" marB="34290" anchor="ctr"/>
                </a:tc>
                <a:tc>
                  <a:txBody>
                    <a:bodyPr/>
                    <a:lstStyle/>
                    <a:p>
                      <a:pPr marL="0" indent="0" algn="ctr">
                        <a:buNone/>
                      </a:pPr>
                      <a:r>
                        <a:rPr lang="en-US" sz="1200" dirty="0">
                          <a:solidFill>
                            <a:schemeClr val="tx1"/>
                          </a:solidFill>
                          <a:latin typeface=""/>
                          <a:ea typeface="Calibri" charset="0"/>
                          <a:cs typeface="Calibri" charset="0"/>
                        </a:rPr>
                        <a:t>Baiden et al. (2024): significant bivariate association with gun carrying (OR=1.61, p&lt;.001), not significant after full adjustment (AOR=0.77, p=.188)</a:t>
                      </a:r>
                    </a:p>
                  </a:txBody>
                  <a:tcPr marL="68580" marR="68580" marT="34290" marB="34290" anchor="ctr"/>
                </a:tc>
                <a:extLst>
                  <a:ext uri="{0D108BD9-81ED-4DB2-BD59-A6C34878D82A}">
                    <a16:rowId xmlns:a16="http://schemas.microsoft.com/office/drawing/2014/main" val="3291679242"/>
                  </a:ext>
                </a:extLst>
              </a:tr>
              <a:tr h="432960">
                <a:tc>
                  <a:txBody>
                    <a:bodyPr/>
                    <a:lstStyle/>
                    <a:p>
                      <a:pPr marL="0" indent="0" algn="ctr">
                        <a:buNone/>
                      </a:pPr>
                      <a:r>
                        <a:rPr lang="en-US" sz="1200" dirty="0">
                          <a:solidFill>
                            <a:srgbClr val="6280FF"/>
                          </a:solidFill>
                          <a:latin typeface=""/>
                        </a:rPr>
                        <a:t>QN84</a:t>
                      </a:r>
                      <a:endParaRPr lang="en-US" sz="1200" dirty="0">
                        <a:solidFill>
                          <a:srgbClr val="6280FF"/>
                        </a:solidFill>
                        <a:latin typeface=""/>
                        <a:ea typeface="Calibri" charset="0"/>
                        <a:cs typeface="Calibri" charset="0"/>
                      </a:endParaRPr>
                    </a:p>
                  </a:txBody>
                  <a:tcPr marL="68580" marR="68580" marT="34290" marB="34290" anchor="ctr"/>
                </a:tc>
                <a:tc>
                  <a:txBody>
                    <a:bodyPr/>
                    <a:lstStyle/>
                    <a:p>
                      <a:pPr marL="0" indent="0" algn="ctr">
                        <a:buNone/>
                      </a:pPr>
                      <a:r>
                        <a:rPr lang="en-US" sz="1200" dirty="0">
                          <a:solidFill>
                            <a:schemeClr val="tx1"/>
                          </a:solidFill>
                          <a:latin typeface=""/>
                        </a:rPr>
                        <a:t>Self-rated poor mental health,</a:t>
                      </a:r>
                    </a:p>
                    <a:p>
                      <a:pPr marL="0" indent="0" algn="ctr">
                        <a:buNone/>
                      </a:pPr>
                      <a:r>
                        <a:rPr lang="en-US" sz="1200" dirty="0">
                          <a:solidFill>
                            <a:schemeClr val="tx1"/>
                          </a:solidFill>
                          <a:latin typeface=""/>
                        </a:rPr>
                        <a:t>past 30 days</a:t>
                      </a:r>
                    </a:p>
                  </a:txBody>
                  <a:tcPr marL="68580" marR="68580" marT="34290" marB="34290" anchor="ctr"/>
                </a:tc>
                <a:tc>
                  <a:txBody>
                    <a:bodyPr/>
                    <a:lstStyle/>
                    <a:p>
                      <a:pPr marL="0" indent="0" algn="ctr">
                        <a:buNone/>
                      </a:pPr>
                      <a:r>
                        <a:rPr lang="en-US" sz="1200" dirty="0">
                          <a:solidFill>
                            <a:schemeClr val="tx1"/>
                          </a:solidFill>
                          <a:latin typeface=""/>
                        </a:rPr>
                        <a:t>Baiden et al. (2024): significant bivariate association with gun carrying (OR=1.32, p=.027), not significant after full adjustment (AOR=0.99, p=.961)</a:t>
                      </a:r>
                    </a:p>
                  </a:txBody>
                  <a:tcPr marL="68580" marR="68580" marT="34290" marB="34290" anchor="ct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3947044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789">
          <a:extLst>
            <a:ext uri="{FF2B5EF4-FFF2-40B4-BE49-F238E27FC236}">
              <a16:creationId xmlns:a16="http://schemas.microsoft.com/office/drawing/2014/main" id="{3A0C11E2-29CA-F6F7-B8A2-78389E14700B}"/>
            </a:ext>
          </a:extLst>
        </p:cNvPr>
        <p:cNvGrpSpPr/>
        <p:nvPr/>
      </p:nvGrpSpPr>
      <p:grpSpPr>
        <a:xfrm>
          <a:off x="0" y="0"/>
          <a:ext cx="0" cy="0"/>
          <a:chOff x="0" y="0"/>
          <a:chExt cx="0" cy="0"/>
        </a:xfrm>
      </p:grpSpPr>
      <p:sp>
        <p:nvSpPr>
          <p:cNvPr id="790" name="Google Shape;790;p45">
            <a:extLst>
              <a:ext uri="{FF2B5EF4-FFF2-40B4-BE49-F238E27FC236}">
                <a16:creationId xmlns:a16="http://schemas.microsoft.com/office/drawing/2014/main" id="{33691C86-6110-D0AC-085C-C3DA5DB5C367}"/>
              </a:ext>
            </a:extLst>
          </p:cNvPr>
          <p:cNvSpPr txBox="1">
            <a:spLocks noGrp="1"/>
          </p:cNvSpPr>
          <p:nvPr>
            <p:ph type="title"/>
          </p:nvPr>
        </p:nvSpPr>
        <p:spPr>
          <a:xfrm>
            <a:off x="719999" y="-84487"/>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Bernard’s variables</a:t>
            </a:r>
            <a:endParaRPr dirty="0"/>
          </a:p>
        </p:txBody>
      </p:sp>
      <p:graphicFrame>
        <p:nvGraphicFramePr>
          <p:cNvPr id="6" name="Table 0">
            <a:extLst>
              <a:ext uri="{FF2B5EF4-FFF2-40B4-BE49-F238E27FC236}">
                <a16:creationId xmlns:a16="http://schemas.microsoft.com/office/drawing/2014/main" id="{F3F2F2FC-C41C-E80F-BDC9-1198AF18692A}"/>
              </a:ext>
            </a:extLst>
          </p:cNvPr>
          <p:cNvGraphicFramePr>
            <a:graphicFrameLocks noGrp="1"/>
          </p:cNvGraphicFramePr>
          <p:nvPr>
            <p:extLst>
              <p:ext uri="{D42A27DB-BD31-4B8C-83A1-F6EECF244321}">
                <p14:modId xmlns:p14="http://schemas.microsoft.com/office/powerpoint/2010/main" val="395613603"/>
              </p:ext>
            </p:extLst>
          </p:nvPr>
        </p:nvGraphicFramePr>
        <p:xfrm>
          <a:off x="312657" y="488213"/>
          <a:ext cx="8518685" cy="4349954"/>
        </p:xfrm>
        <a:graphic>
          <a:graphicData uri="http://schemas.openxmlformats.org/drawingml/2006/table">
            <a:tbl>
              <a:tblPr>
                <a:tableStyleId>{5940675A-B579-460E-94D1-54222C63F5DA}</a:tableStyleId>
              </a:tblPr>
              <a:tblGrid>
                <a:gridCol w="1358051">
                  <a:extLst>
                    <a:ext uri="{9D8B030D-6E8A-4147-A177-3AD203B41FA5}">
                      <a16:colId xmlns:a16="http://schemas.microsoft.com/office/drawing/2014/main" val="20000"/>
                    </a:ext>
                  </a:extLst>
                </a:gridCol>
                <a:gridCol w="2716174">
                  <a:extLst>
                    <a:ext uri="{9D8B030D-6E8A-4147-A177-3AD203B41FA5}">
                      <a16:colId xmlns:a16="http://schemas.microsoft.com/office/drawing/2014/main" val="20001"/>
                    </a:ext>
                  </a:extLst>
                </a:gridCol>
                <a:gridCol w="4444460">
                  <a:extLst>
                    <a:ext uri="{9D8B030D-6E8A-4147-A177-3AD203B41FA5}">
                      <a16:colId xmlns:a16="http://schemas.microsoft.com/office/drawing/2014/main" val="20002"/>
                    </a:ext>
                  </a:extLst>
                </a:gridCol>
              </a:tblGrid>
              <a:tr h="321274">
                <a:tc>
                  <a:txBody>
                    <a:bodyPr/>
                    <a:lstStyle/>
                    <a:p>
                      <a:pPr marL="0" indent="0" algn="ctr">
                        <a:buNone/>
                      </a:pPr>
                      <a:r>
                        <a:rPr lang="en-US" sz="1200" b="1" dirty="0">
                          <a:solidFill>
                            <a:schemeClr val="tx1"/>
                          </a:solidFill>
                          <a:latin typeface=""/>
                        </a:rPr>
                        <a:t>Variable</a:t>
                      </a:r>
                      <a:endParaRPr lang="en-US" sz="1200" dirty="0">
                        <a:solidFill>
                          <a:schemeClr val="tx1"/>
                        </a:solidFill>
                        <a:latin typeface=""/>
                        <a:ea typeface="Calibri" charset="0"/>
                        <a:cs typeface="Calibri" charset="0"/>
                      </a:endParaRPr>
                    </a:p>
                  </a:txBody>
                  <a:tcPr marL="68580" marR="68580" marT="34290" marB="34290" anchor="ctr"/>
                </a:tc>
                <a:tc>
                  <a:txBody>
                    <a:bodyPr/>
                    <a:lstStyle/>
                    <a:p>
                      <a:pPr marL="0" indent="0" algn="ctr">
                        <a:buNone/>
                      </a:pPr>
                      <a:r>
                        <a:rPr lang="en-US" sz="1200" b="1" dirty="0">
                          <a:solidFill>
                            <a:schemeClr val="tx1"/>
                          </a:solidFill>
                          <a:latin typeface=""/>
                          <a:ea typeface="Calibri" charset="0"/>
                          <a:cs typeface="Calibri" charset="0"/>
                        </a:rPr>
                        <a:t>Question</a:t>
                      </a:r>
                      <a:endParaRPr lang="en-US" sz="1200" dirty="0">
                        <a:solidFill>
                          <a:schemeClr val="tx1"/>
                        </a:solidFill>
                        <a:latin typeface=""/>
                        <a:ea typeface="Calibri" charset="0"/>
                        <a:cs typeface="Calibri" charset="0"/>
                      </a:endParaRPr>
                    </a:p>
                  </a:txBody>
                  <a:tcPr marL="68580" marR="68580" marT="34290" marB="34290" anchor="ctr"/>
                </a:tc>
                <a:tc>
                  <a:txBody>
                    <a:bodyPr/>
                    <a:lstStyle/>
                    <a:p>
                      <a:pPr marL="0" indent="0" algn="ctr">
                        <a:buNone/>
                      </a:pPr>
                      <a:r>
                        <a:rPr lang="en-US" sz="1200" b="1" dirty="0">
                          <a:solidFill>
                            <a:schemeClr val="tx1"/>
                          </a:solidFill>
                          <a:latin typeface=""/>
                        </a:rPr>
                        <a:t>Findings</a:t>
                      </a:r>
                      <a:endParaRPr lang="en-US" sz="1200" dirty="0">
                        <a:solidFill>
                          <a:schemeClr val="tx1"/>
                        </a:solidFill>
                        <a:latin typeface=""/>
                        <a:ea typeface="Calibri" charset="0"/>
                        <a:cs typeface="Calibri" charset="0"/>
                      </a:endParaRPr>
                    </a:p>
                  </a:txBody>
                  <a:tcPr marL="68580" marR="68580" marT="34290" marB="34290" anchor="ctr"/>
                </a:tc>
                <a:extLst>
                  <a:ext uri="{0D108BD9-81ED-4DB2-BD59-A6C34878D82A}">
                    <a16:rowId xmlns:a16="http://schemas.microsoft.com/office/drawing/2014/main" val="10000"/>
                  </a:ext>
                </a:extLst>
              </a:tr>
              <a:tr h="828280">
                <a:tc>
                  <a:txBody>
                    <a:bodyPr/>
                    <a:lstStyle/>
                    <a:p>
                      <a:pPr marL="0" indent="0" algn="ctr">
                        <a:buNone/>
                      </a:pPr>
                      <a:r>
                        <a:rPr lang="en-US" sz="1200" dirty="0">
                          <a:solidFill>
                            <a:srgbClr val="6280FF"/>
                          </a:solidFill>
                          <a:latin typeface=""/>
                        </a:rPr>
                        <a:t>QN43</a:t>
                      </a:r>
                      <a:endParaRPr lang="en-US" sz="1200" dirty="0">
                        <a:solidFill>
                          <a:srgbClr val="6280FF"/>
                        </a:solidFill>
                        <a:latin typeface=""/>
                        <a:ea typeface="Calibri" charset="0"/>
                        <a:cs typeface="Calibri" charset="0"/>
                      </a:endParaRPr>
                    </a:p>
                  </a:txBody>
                  <a:tcPr marL="68580" marR="68580" marT="34290" marB="34290" anchor="ctr"/>
                </a:tc>
                <a:tc>
                  <a:txBody>
                    <a:bodyPr/>
                    <a:lstStyle/>
                    <a:p>
                      <a:pPr marL="0" indent="0" algn="ctr">
                        <a:buNone/>
                      </a:pPr>
                      <a:r>
                        <a:rPr lang="en-US" sz="1200" dirty="0">
                          <a:solidFill>
                            <a:schemeClr val="tx1"/>
                          </a:solidFill>
                          <a:latin typeface=""/>
                        </a:rPr>
                        <a:t>Had 4+ (female) or 5+ (male) drinks</a:t>
                      </a:r>
                    </a:p>
                    <a:p>
                      <a:pPr marL="0" indent="0" algn="ctr">
                        <a:buNone/>
                      </a:pPr>
                      <a:r>
                        <a:rPr lang="en-US" sz="1200" dirty="0">
                          <a:solidFill>
                            <a:schemeClr val="tx1"/>
                          </a:solidFill>
                          <a:latin typeface=""/>
                        </a:rPr>
                        <a:t>in a row, at least 1 day</a:t>
                      </a:r>
                    </a:p>
                    <a:p>
                      <a:pPr marL="0" indent="0" algn="ctr">
                        <a:buNone/>
                      </a:pPr>
                      <a:r>
                        <a:rPr lang="en-US" sz="1200" dirty="0">
                          <a:solidFill>
                            <a:schemeClr val="tx1"/>
                          </a:solidFill>
                          <a:latin typeface=""/>
                        </a:rPr>
                        <a:t>in the past 30 days</a:t>
                      </a:r>
                    </a:p>
                  </a:txBody>
                  <a:tcPr marL="68580" marR="68580" marT="34290" marB="34290" anchor="ctr"/>
                </a:tc>
                <a:tc>
                  <a:txBody>
                    <a:bodyPr/>
                    <a:lstStyle/>
                    <a:p>
                      <a:pPr marL="0" indent="0" algn="ctr">
                        <a:buNone/>
                      </a:pPr>
                      <a:r>
                        <a:rPr lang="en-US" sz="1200" dirty="0" err="1">
                          <a:solidFill>
                            <a:schemeClr val="tx1"/>
                          </a:solidFill>
                          <a:latin typeface=""/>
                        </a:rPr>
                        <a:t>Onoh</a:t>
                      </a:r>
                      <a:r>
                        <a:rPr lang="en-US" sz="1200" dirty="0">
                          <a:solidFill>
                            <a:schemeClr val="tx1"/>
                          </a:solidFill>
                          <a:latin typeface=""/>
                        </a:rPr>
                        <a:t> et al. (2008): weapon carrying independently associated with suicidal ideation (OR=1.64), depression (OR=1.44), and physical fighting (OR=2.02)</a:t>
                      </a:r>
                    </a:p>
                  </a:txBody>
                  <a:tcPr marL="68580" marR="68580" marT="34290" marB="34290" anchor="ctr"/>
                </a:tc>
                <a:extLst>
                  <a:ext uri="{0D108BD9-81ED-4DB2-BD59-A6C34878D82A}">
                    <a16:rowId xmlns:a16="http://schemas.microsoft.com/office/drawing/2014/main" val="10001"/>
                  </a:ext>
                </a:extLst>
              </a:tr>
              <a:tr h="432960">
                <a:tc>
                  <a:txBody>
                    <a:bodyPr/>
                    <a:lstStyle/>
                    <a:p>
                      <a:pPr marL="0" indent="0" algn="ctr">
                        <a:buNone/>
                      </a:pPr>
                      <a:r>
                        <a:rPr lang="en-US" sz="1200" dirty="0">
                          <a:solidFill>
                            <a:srgbClr val="6280FF"/>
                          </a:solidFill>
                          <a:latin typeface=""/>
                        </a:rPr>
                        <a:t>QN48</a:t>
                      </a:r>
                      <a:endParaRPr lang="en-US" sz="1200" dirty="0">
                        <a:solidFill>
                          <a:srgbClr val="6280FF"/>
                        </a:solidFill>
                        <a:latin typeface=""/>
                        <a:ea typeface="Calibri" charset="0"/>
                        <a:cs typeface="Calibri" charset="0"/>
                      </a:endParaRPr>
                    </a:p>
                  </a:txBody>
                  <a:tcPr marL="68580" marR="68580" marT="34290" marB="34290" anchor="ctr"/>
                </a:tc>
                <a:tc>
                  <a:txBody>
                    <a:bodyPr/>
                    <a:lstStyle/>
                    <a:p>
                      <a:pPr marL="0" indent="0" algn="ctr">
                        <a:buNone/>
                      </a:pPr>
                      <a:r>
                        <a:rPr lang="en-US" sz="1200" dirty="0">
                          <a:solidFill>
                            <a:schemeClr val="tx1"/>
                          </a:solidFill>
                          <a:latin typeface=""/>
                        </a:rPr>
                        <a:t>Used marijuana, past 30 days</a:t>
                      </a:r>
                    </a:p>
                  </a:txBody>
                  <a:tcPr marL="68580" marR="68580" marT="34290" marB="34290" anchor="ctr"/>
                </a:tc>
                <a:tc>
                  <a:txBody>
                    <a:bodyPr/>
                    <a:lstStyle/>
                    <a:p>
                      <a:pPr marL="0" indent="0" algn="ctr">
                        <a:buNone/>
                      </a:pPr>
                      <a:r>
                        <a:rPr lang="en-US" sz="1200" dirty="0">
                          <a:solidFill>
                            <a:schemeClr val="tx1"/>
                          </a:solidFill>
                          <a:latin typeface=""/>
                        </a:rPr>
                        <a:t>Evidence on marijuana's link to suicidal ideation is mixed:</a:t>
                      </a:r>
                    </a:p>
                    <a:p>
                      <a:pPr marL="0" indent="0" algn="ctr">
                        <a:buNone/>
                      </a:pPr>
                      <a:r>
                        <a:rPr lang="en-US" sz="1200" dirty="0">
                          <a:solidFill>
                            <a:schemeClr val="tx1"/>
                          </a:solidFill>
                          <a:latin typeface=""/>
                        </a:rPr>
                        <a:t>some studies report a 50-65% increase</a:t>
                      </a:r>
                    </a:p>
                    <a:p>
                      <a:pPr marL="0" indent="0" algn="ctr">
                        <a:buNone/>
                      </a:pPr>
                      <a:r>
                        <a:rPr lang="en-US" sz="1200" dirty="0">
                          <a:solidFill>
                            <a:schemeClr val="tx1"/>
                          </a:solidFill>
                          <a:latin typeface=""/>
                        </a:rPr>
                        <a:t>in risk during adolescence,</a:t>
                      </a:r>
                    </a:p>
                    <a:p>
                      <a:pPr marL="0" indent="0" algn="ctr">
                        <a:buNone/>
                      </a:pPr>
                      <a:r>
                        <a:rPr lang="en-US" sz="1200" dirty="0">
                          <a:solidFill>
                            <a:schemeClr val="tx1"/>
                          </a:solidFill>
                          <a:latin typeface=""/>
                        </a:rPr>
                        <a:t>while others find significance only among heavy users.</a:t>
                      </a:r>
                    </a:p>
                  </a:txBody>
                  <a:tcPr marL="68580" marR="68580" marT="34290" marB="34290" anchor="ctr"/>
                </a:tc>
                <a:extLst>
                  <a:ext uri="{0D108BD9-81ED-4DB2-BD59-A6C34878D82A}">
                    <a16:rowId xmlns:a16="http://schemas.microsoft.com/office/drawing/2014/main" val="10002"/>
                  </a:ext>
                </a:extLst>
              </a:tr>
              <a:tr h="432960">
                <a:tc>
                  <a:txBody>
                    <a:bodyPr/>
                    <a:lstStyle/>
                    <a:p>
                      <a:pPr marL="0" indent="0" algn="ctr">
                        <a:buNone/>
                      </a:pPr>
                      <a:r>
                        <a:rPr lang="en-US" sz="1200" dirty="0">
                          <a:solidFill>
                            <a:srgbClr val="6280FF"/>
                          </a:solidFill>
                          <a:latin typeface=""/>
                        </a:rPr>
                        <a:t>QNTB4</a:t>
                      </a:r>
                      <a:endParaRPr lang="en-US" sz="1200" dirty="0">
                        <a:solidFill>
                          <a:srgbClr val="6280FF"/>
                        </a:solidFill>
                        <a:latin typeface=""/>
                        <a:ea typeface="Calibri" charset="0"/>
                        <a:cs typeface="Calibri" charset="0"/>
                      </a:endParaRPr>
                    </a:p>
                  </a:txBody>
                  <a:tcPr marL="68580" marR="68580" marT="34290" marB="34290" anchor="ctr"/>
                </a:tc>
                <a:tc>
                  <a:txBody>
                    <a:bodyPr/>
                    <a:lstStyle/>
                    <a:p>
                      <a:pPr marL="0" indent="0" algn="ctr">
                        <a:buNone/>
                      </a:pPr>
                      <a:r>
                        <a:rPr lang="en-US" sz="1200" dirty="0">
                          <a:solidFill>
                            <a:schemeClr val="tx1"/>
                          </a:solidFill>
                          <a:latin typeface=""/>
                        </a:rPr>
                        <a:t>Number of physical fights,</a:t>
                      </a:r>
                    </a:p>
                    <a:p>
                      <a:pPr marL="0" indent="0" algn="ctr">
                        <a:buNone/>
                      </a:pPr>
                      <a:r>
                        <a:rPr lang="en-US" sz="1200" dirty="0">
                          <a:solidFill>
                            <a:schemeClr val="tx1"/>
                          </a:solidFill>
                          <a:latin typeface=""/>
                        </a:rPr>
                        <a:t>past 12 months </a:t>
                      </a:r>
                    </a:p>
                  </a:txBody>
                  <a:tcPr marL="68580" marR="68580" marT="34290" marB="34290" anchor="ctr"/>
                </a:tc>
                <a:tc>
                  <a:txBody>
                    <a:bodyPr/>
                    <a:lstStyle/>
                    <a:p>
                      <a:pPr marL="0" indent="0" algn="ctr">
                        <a:buNone/>
                      </a:pPr>
                      <a:r>
                        <a:rPr lang="en-GB" sz="1200" dirty="0"/>
                        <a:t>A 28-country adolescent study found a positive direct relationship between cigarette smoking and suicide attempts via moderated mediation analysis, motivating a check of whether this pattern holds in YRBS data.</a:t>
                      </a:r>
                      <a:endParaRPr lang="en-US" sz="1200" dirty="0">
                        <a:solidFill>
                          <a:schemeClr val="tx1"/>
                        </a:solidFill>
                        <a:latin typeface=""/>
                      </a:endParaRPr>
                    </a:p>
                  </a:txBody>
                  <a:tcPr marL="68580" marR="68580" marT="34290" marB="34290" anchor="ctr"/>
                </a:tc>
                <a:extLst>
                  <a:ext uri="{0D108BD9-81ED-4DB2-BD59-A6C34878D82A}">
                    <a16:rowId xmlns:a16="http://schemas.microsoft.com/office/drawing/2014/main" val="10003"/>
                  </a:ext>
                </a:extLst>
              </a:tr>
              <a:tr h="400860">
                <a:tc>
                  <a:txBody>
                    <a:bodyPr/>
                    <a:lstStyle/>
                    <a:p>
                      <a:pPr marL="0" indent="0" algn="ctr">
                        <a:buNone/>
                      </a:pPr>
                      <a:r>
                        <a:rPr lang="en-US" sz="1200" dirty="0">
                          <a:solidFill>
                            <a:srgbClr val="6280FF"/>
                          </a:solidFill>
                          <a:latin typeface=""/>
                          <a:ea typeface="Calibri" charset="0"/>
                          <a:cs typeface="Calibri" charset="0"/>
                        </a:rPr>
                        <a:t>QNILLICIT</a:t>
                      </a:r>
                    </a:p>
                  </a:txBody>
                  <a:tcPr marL="68580" marR="68580" marT="34290" marB="34290" anchor="ctr"/>
                </a:tc>
                <a:tc>
                  <a:txBody>
                    <a:bodyPr/>
                    <a:lstStyle/>
                    <a:p>
                      <a:pPr marL="0" indent="0" algn="ctr">
                        <a:buNone/>
                      </a:pPr>
                      <a:r>
                        <a:rPr lang="en-US" sz="1200" dirty="0">
                          <a:solidFill>
                            <a:schemeClr val="tx1"/>
                          </a:solidFill>
                          <a:latin typeface=""/>
                          <a:ea typeface="Calibri" charset="0"/>
                          <a:cs typeface="Calibri" charset="0"/>
                        </a:rPr>
                        <a:t>Used cocaine, inhalants, heroin, methamphetamines, ecstasy, or hallucinogens 1+ times, lifetime</a:t>
                      </a:r>
                    </a:p>
                  </a:txBody>
                  <a:tcPr marL="68580" marR="68580" marT="34290" marB="34290" anchor="ctr"/>
                </a:tc>
                <a:tc>
                  <a:txBody>
                    <a:bodyPr/>
                    <a:lstStyle/>
                    <a:p>
                      <a:pPr marL="0" indent="0" algn="ctr">
                        <a:buNone/>
                      </a:pPr>
                      <a:r>
                        <a:rPr lang="en-US" sz="1200" dirty="0" err="1">
                          <a:solidFill>
                            <a:schemeClr val="tx1"/>
                          </a:solidFill>
                          <a:latin typeface=""/>
                          <a:ea typeface="Calibri" charset="0"/>
                          <a:cs typeface="Calibri" charset="0"/>
                        </a:rPr>
                        <a:t>Tunagur's</a:t>
                      </a:r>
                      <a:r>
                        <a:rPr lang="en-US" sz="1200" dirty="0">
                          <a:solidFill>
                            <a:schemeClr val="tx1"/>
                          </a:solidFill>
                          <a:latin typeface=""/>
                          <a:ea typeface="Calibri" charset="0"/>
                          <a:cs typeface="Calibri" charset="0"/>
                        </a:rPr>
                        <a:t> research highlights a correlation between high suicide risk and frequent drug use. Because this variable captures only whether use occurred (not frequency), it's unclear whether that pattern will hold here</a:t>
                      </a:r>
                    </a:p>
                  </a:txBody>
                  <a:tcPr marL="68580" marR="68580" marT="34290" marB="34290" anchor="ctr"/>
                </a:tc>
                <a:extLst>
                  <a:ext uri="{0D108BD9-81ED-4DB2-BD59-A6C34878D82A}">
                    <a16:rowId xmlns:a16="http://schemas.microsoft.com/office/drawing/2014/main" val="3291679242"/>
                  </a:ext>
                </a:extLst>
              </a:tr>
              <a:tr h="432960">
                <a:tc>
                  <a:txBody>
                    <a:bodyPr/>
                    <a:lstStyle/>
                    <a:p>
                      <a:pPr marL="0" indent="0" algn="ctr">
                        <a:buNone/>
                      </a:pPr>
                      <a:r>
                        <a:rPr lang="en-US" sz="1200" dirty="0">
                          <a:solidFill>
                            <a:srgbClr val="6280FF"/>
                          </a:solidFill>
                          <a:latin typeface=""/>
                        </a:rPr>
                        <a:t>QNOWT, QNOBESE</a:t>
                      </a:r>
                      <a:endParaRPr lang="en-US" sz="1200" dirty="0">
                        <a:solidFill>
                          <a:srgbClr val="6280FF"/>
                        </a:solidFill>
                        <a:latin typeface=""/>
                        <a:ea typeface="Calibri" charset="0"/>
                        <a:cs typeface="Calibri" charset="0"/>
                      </a:endParaRPr>
                    </a:p>
                  </a:txBody>
                  <a:tcPr marL="68580" marR="68580" marT="34290" marB="34290" anchor="ctr"/>
                </a:tc>
                <a:tc>
                  <a:txBody>
                    <a:bodyPr/>
                    <a:lstStyle/>
                    <a:p>
                      <a:pPr marL="0" indent="0" algn="ctr">
                        <a:buNone/>
                      </a:pPr>
                      <a:r>
                        <a:rPr lang="en-US" sz="1200" dirty="0">
                          <a:solidFill>
                            <a:schemeClr val="tx1"/>
                          </a:solidFill>
                          <a:latin typeface=""/>
                        </a:rPr>
                        <a:t>Self-rated poor mental health,</a:t>
                      </a:r>
                    </a:p>
                    <a:p>
                      <a:pPr marL="0" indent="0" algn="ctr">
                        <a:buNone/>
                      </a:pPr>
                      <a:r>
                        <a:rPr lang="en-US" sz="1200" dirty="0">
                          <a:solidFill>
                            <a:schemeClr val="tx1"/>
                          </a:solidFill>
                          <a:latin typeface=""/>
                        </a:rPr>
                        <a:t>past 30 days</a:t>
                      </a:r>
                    </a:p>
                  </a:txBody>
                  <a:tcPr marL="68580" marR="68580" marT="34290" marB="34290" anchor="ctr"/>
                </a:tc>
                <a:tc>
                  <a:txBody>
                    <a:bodyPr/>
                    <a:lstStyle/>
                    <a:p>
                      <a:pPr marL="0" indent="0" algn="ctr">
                        <a:buNone/>
                      </a:pPr>
                      <a:r>
                        <a:rPr lang="en-US" sz="1200" dirty="0">
                          <a:solidFill>
                            <a:schemeClr val="tx1"/>
                          </a:solidFill>
                          <a:latin typeface=""/>
                        </a:rPr>
                        <a:t>In adults, overweight/obesity has been linked to suicidal ideation, particularly in female professionals under 35. </a:t>
                      </a:r>
                    </a:p>
                    <a:p>
                      <a:pPr marL="0" indent="0" algn="ctr">
                        <a:buNone/>
                      </a:pPr>
                      <a:r>
                        <a:rPr lang="en-US" sz="1200" dirty="0">
                          <a:solidFill>
                            <a:schemeClr val="tx1"/>
                          </a:solidFill>
                          <a:latin typeface=""/>
                        </a:rPr>
                        <a:t>Young adults specifically, studies show a strong correlation with suicidal ideation, particularly among young men</a:t>
                      </a:r>
                    </a:p>
                  </a:txBody>
                  <a:tcPr marL="68580" marR="68580" marT="34290" marB="34290" anchor="ct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5208166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789">
          <a:extLst>
            <a:ext uri="{FF2B5EF4-FFF2-40B4-BE49-F238E27FC236}">
              <a16:creationId xmlns:a16="http://schemas.microsoft.com/office/drawing/2014/main" id="{5479DD11-1A12-0EDD-4F13-62F159F5414D}"/>
            </a:ext>
          </a:extLst>
        </p:cNvPr>
        <p:cNvGrpSpPr/>
        <p:nvPr/>
      </p:nvGrpSpPr>
      <p:grpSpPr>
        <a:xfrm>
          <a:off x="0" y="0"/>
          <a:ext cx="0" cy="0"/>
          <a:chOff x="0" y="0"/>
          <a:chExt cx="0" cy="0"/>
        </a:xfrm>
      </p:grpSpPr>
      <p:sp>
        <p:nvSpPr>
          <p:cNvPr id="790" name="Google Shape;790;p45">
            <a:extLst>
              <a:ext uri="{FF2B5EF4-FFF2-40B4-BE49-F238E27FC236}">
                <a16:creationId xmlns:a16="http://schemas.microsoft.com/office/drawing/2014/main" id="{56A17075-5768-D601-8C5F-5A33F31901C0}"/>
              </a:ext>
            </a:extLst>
          </p:cNvPr>
          <p:cNvSpPr txBox="1">
            <a:spLocks noGrp="1"/>
          </p:cNvSpPr>
          <p:nvPr>
            <p:ph type="title"/>
          </p:nvPr>
        </p:nvSpPr>
        <p:spPr>
          <a:xfrm>
            <a:off x="583365" y="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Albert’s variables</a:t>
            </a:r>
            <a:endParaRPr dirty="0"/>
          </a:p>
        </p:txBody>
      </p:sp>
      <p:sp>
        <p:nvSpPr>
          <p:cNvPr id="4" name="TextBox 3">
            <a:extLst>
              <a:ext uri="{FF2B5EF4-FFF2-40B4-BE49-F238E27FC236}">
                <a16:creationId xmlns:a16="http://schemas.microsoft.com/office/drawing/2014/main" id="{2208A744-F838-BB58-9E8D-76EBD58A3CBE}"/>
              </a:ext>
            </a:extLst>
          </p:cNvPr>
          <p:cNvSpPr txBox="1"/>
          <p:nvPr/>
        </p:nvSpPr>
        <p:spPr>
          <a:xfrm>
            <a:off x="249771" y="572700"/>
            <a:ext cx="8221567" cy="415498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1" i="0" u="none" strike="noStrike" kern="0" cap="none" spc="0" normalizeH="0" baseline="0" noProof="0" dirty="0">
                <a:ln>
                  <a:noFill/>
                </a:ln>
                <a:solidFill>
                  <a:srgbClr val="000E3F"/>
                </a:solidFill>
                <a:effectLst/>
                <a:uLnTx/>
                <a:uFillTx/>
                <a:latin typeface=""/>
                <a:ea typeface="+mn-ea"/>
                <a:cs typeface="+mn-cs"/>
                <a:sym typeface="Arial"/>
              </a:rPr>
              <a:t>QN22 (physical dating violence) </a:t>
            </a:r>
            <a:r>
              <a:rPr kumimoji="0" lang="en-US" sz="1200" b="0" i="0" u="none" strike="noStrike" kern="0" cap="none" spc="0" normalizeH="0" baseline="0" noProof="0" dirty="0">
                <a:ln>
                  <a:noFill/>
                </a:ln>
                <a:solidFill>
                  <a:srgbClr val="000E3F"/>
                </a:solidFill>
                <a:effectLst/>
                <a:uLnTx/>
                <a:uFillTx/>
                <a:latin typeface=""/>
                <a:ea typeface="+mn-ea"/>
                <a:cs typeface="+mn-cs"/>
                <a:sym typeface="Arial"/>
              </a:rPr>
              <a:t>has a weighted prevalence of 10.4%. Baiden, Mengo and Small (2019), using 2015 national YRBS data, found students with a history of physical teen dating violence were 1.92x more likely to report suicidal ideation, 1.67x more likely to have made a plan, and 2.42x more likely to have attempted suicide than peers without this history.</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200" b="1" i="0" u="none" strike="noStrike" kern="0" cap="none" spc="0" normalizeH="0" baseline="0" dirty="0">
              <a:ln>
                <a:noFill/>
              </a:ln>
              <a:solidFill>
                <a:srgbClr val="000E3F"/>
              </a:solidFill>
              <a:effectLst/>
              <a:uLnTx/>
              <a:uFillTx/>
              <a:latin typeface=""/>
              <a:ea typeface="+mn-ea"/>
              <a:cs typeface="+mn-cs"/>
              <a:sym typeface="Arial"/>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200" b="1" noProof="0" dirty="0">
                <a:solidFill>
                  <a:srgbClr val="000E3F"/>
                </a:solidFill>
                <a:latin typeface=""/>
                <a:ea typeface="+mn-ea"/>
                <a:cs typeface="+mn-cs"/>
              </a:rPr>
              <a:t>QN23 (racial/ethnic discrimination in school)</a:t>
            </a:r>
            <a:r>
              <a:rPr lang="en-US" sz="1200" noProof="0" dirty="0">
                <a:solidFill>
                  <a:srgbClr val="000E3F"/>
                </a:solidFill>
                <a:latin typeface=""/>
                <a:ea typeface="+mn-ea"/>
                <a:cs typeface="+mn-cs"/>
              </a:rPr>
              <a:t> captures a distinct adversity dimension rooted in identity-based discrimination rather than interpersonal violence. Baiden and colleagues (2022) found perceived racial discrimination in school was significantly associated with suicidal ideation, planning, and attempts among racial and ethnic minority adolescents.</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200" b="0" i="0" u="none" strike="noStrike" kern="0" cap="none" spc="0" normalizeH="0" baseline="0" dirty="0">
              <a:ln>
                <a:noFill/>
              </a:ln>
              <a:solidFill>
                <a:srgbClr val="000E3F"/>
              </a:solidFill>
              <a:effectLst/>
              <a:uLnTx/>
              <a:uFillTx/>
              <a:latin typeface=""/>
              <a:ea typeface="+mn-ea"/>
              <a:cs typeface="+mn-cs"/>
              <a:sym typeface="Arial"/>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200" noProof="0" dirty="0">
              <a:solidFill>
                <a:srgbClr val="000E3F"/>
              </a:solidFill>
              <a:latin typeface=""/>
              <a:ea typeface="+mn-ea"/>
              <a:cs typeface="+mn-cs"/>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1" i="0" u="none" strike="noStrike" kern="0" cap="none" spc="0" normalizeH="0" baseline="0" noProof="0" dirty="0">
                <a:ln>
                  <a:noFill/>
                </a:ln>
                <a:solidFill>
                  <a:srgbClr val="000E3F"/>
                </a:solidFill>
                <a:effectLst/>
                <a:uLnTx/>
                <a:uFillTx/>
                <a:latin typeface=""/>
                <a:ea typeface="+mn-ea"/>
                <a:cs typeface="+mn-cs"/>
                <a:sym typeface="Arial"/>
              </a:rPr>
              <a:t>QN24</a:t>
            </a:r>
            <a:r>
              <a:rPr kumimoji="0" lang="en-US" sz="1200" b="0" i="0" u="none" strike="noStrike" kern="0" cap="none" spc="0" normalizeH="0" baseline="0" noProof="0" dirty="0">
                <a:ln>
                  <a:noFill/>
                </a:ln>
                <a:solidFill>
                  <a:srgbClr val="000E3F"/>
                </a:solidFill>
                <a:effectLst/>
                <a:uLnTx/>
                <a:uFillTx/>
                <a:latin typeface=""/>
                <a:ea typeface="+mn-ea"/>
                <a:cs typeface="+mn-cs"/>
                <a:sym typeface="Arial"/>
              </a:rPr>
              <a:t> </a:t>
            </a:r>
            <a:r>
              <a:rPr kumimoji="0" lang="en-US" sz="1200" b="1" i="0" u="none" strike="noStrike" kern="0" cap="none" spc="0" normalizeH="0" baseline="0" noProof="0" dirty="0">
                <a:ln>
                  <a:noFill/>
                </a:ln>
                <a:solidFill>
                  <a:srgbClr val="000E3F"/>
                </a:solidFill>
                <a:effectLst/>
                <a:uLnTx/>
                <a:uFillTx/>
                <a:latin typeface=""/>
                <a:ea typeface="+mn-ea"/>
                <a:cs typeface="+mn-cs"/>
                <a:sym typeface="Arial"/>
              </a:rPr>
              <a:t>and</a:t>
            </a:r>
            <a:r>
              <a:rPr kumimoji="0" lang="en-US" sz="1200" b="0" i="0" u="none" strike="noStrike" kern="0" cap="none" spc="0" normalizeH="0" baseline="0" noProof="0" dirty="0">
                <a:ln>
                  <a:noFill/>
                </a:ln>
                <a:solidFill>
                  <a:srgbClr val="000E3F"/>
                </a:solidFill>
                <a:effectLst/>
                <a:uLnTx/>
                <a:uFillTx/>
                <a:latin typeface=""/>
                <a:ea typeface="+mn-ea"/>
                <a:cs typeface="+mn-cs"/>
                <a:sym typeface="Arial"/>
              </a:rPr>
              <a:t> </a:t>
            </a:r>
            <a:r>
              <a:rPr kumimoji="0" lang="en-US" sz="1200" b="1" i="0" u="none" strike="noStrike" kern="0" cap="none" spc="0" normalizeH="0" baseline="0" noProof="0" dirty="0">
                <a:ln>
                  <a:noFill/>
                </a:ln>
                <a:solidFill>
                  <a:srgbClr val="000E3F"/>
                </a:solidFill>
                <a:effectLst/>
                <a:uLnTx/>
                <a:uFillTx/>
                <a:latin typeface=""/>
                <a:ea typeface="+mn-ea"/>
                <a:cs typeface="+mn-cs"/>
                <a:sym typeface="Arial"/>
              </a:rPr>
              <a:t>QN25 (school bullying and electronic bullying) </a:t>
            </a:r>
            <a:r>
              <a:rPr kumimoji="0" lang="en-US" sz="1200" b="0" i="0" u="none" strike="noStrike" kern="0" cap="none" spc="0" normalizeH="0" baseline="0" noProof="0" dirty="0" err="1">
                <a:ln>
                  <a:noFill/>
                </a:ln>
                <a:solidFill>
                  <a:srgbClr val="000E3F"/>
                </a:solidFill>
                <a:effectLst/>
                <a:uLnTx/>
                <a:uFillTx/>
                <a:latin typeface=""/>
                <a:ea typeface="+mn-ea"/>
                <a:cs typeface="+mn-cs"/>
                <a:sym typeface="Arial"/>
              </a:rPr>
              <a:t>analysed</a:t>
            </a:r>
            <a:r>
              <a:rPr kumimoji="0" lang="en-US" sz="1200" b="0" i="0" u="none" strike="noStrike" kern="0" cap="none" spc="0" normalizeH="0" baseline="0" noProof="0" dirty="0">
                <a:ln>
                  <a:noFill/>
                </a:ln>
                <a:solidFill>
                  <a:srgbClr val="000E3F"/>
                </a:solidFill>
                <a:effectLst/>
                <a:uLnTx/>
                <a:uFillTx/>
                <a:latin typeface=""/>
                <a:ea typeface="+mn-ea"/>
                <a:cs typeface="+mn-cs"/>
                <a:sym typeface="Arial"/>
              </a:rPr>
              <a:t> by Messias, Kindrick and Castro (2014) found bullying </a:t>
            </a:r>
            <a:r>
              <a:rPr kumimoji="0" lang="en-US" sz="1200" b="0" i="0" u="none" strike="noStrike" kern="0" cap="none" spc="0" normalizeH="0" baseline="0" noProof="0" dirty="0" err="1">
                <a:ln>
                  <a:noFill/>
                </a:ln>
                <a:solidFill>
                  <a:srgbClr val="000E3F"/>
                </a:solidFill>
                <a:effectLst/>
                <a:uLnTx/>
                <a:uFillTx/>
                <a:latin typeface=""/>
                <a:ea typeface="+mn-ea"/>
                <a:cs typeface="+mn-cs"/>
                <a:sym typeface="Arial"/>
              </a:rPr>
              <a:t>victimisation</a:t>
            </a:r>
            <a:r>
              <a:rPr kumimoji="0" lang="en-US" sz="1200" b="0" i="0" u="none" strike="noStrike" kern="0" cap="none" spc="0" normalizeH="0" baseline="0" noProof="0" dirty="0">
                <a:ln>
                  <a:noFill/>
                </a:ln>
                <a:solidFill>
                  <a:srgbClr val="000E3F"/>
                </a:solidFill>
                <a:effectLst/>
                <a:uLnTx/>
                <a:uFillTx/>
                <a:latin typeface=""/>
                <a:ea typeface="+mn-ea"/>
                <a:cs typeface="+mn-cs"/>
                <a:sym typeface="Arial"/>
              </a:rPr>
              <a:t> — school, electronic, or both — strongly associated with sadness and suicidality, with the highest odds among students experiencing both forms. A meta-analysis by Holt and colleagues (2015) confirmed bullying involvement is consistently associated with suicidal ideation and attempts across dozens of studies.</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E3F"/>
                </a:solidFill>
                <a:effectLst/>
                <a:uLnTx/>
                <a:uFillTx/>
                <a:latin typeface=""/>
                <a:ea typeface="+mn-ea"/>
                <a:cs typeface="+mn-cs"/>
                <a:sym typeface="Arial"/>
              </a:rPr>
              <a:t>interchangeable ones</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US" sz="1200" noProof="0" dirty="0">
              <a:solidFill>
                <a:srgbClr val="000E3F"/>
              </a:solidFill>
              <a:latin typeface=""/>
              <a:ea typeface="+mn-ea"/>
              <a:cs typeface="+mn-cs"/>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1" i="0" u="none" strike="noStrike" kern="0" cap="none" spc="0" normalizeH="0" baseline="0" noProof="0" dirty="0">
                <a:ln>
                  <a:noFill/>
                </a:ln>
                <a:solidFill>
                  <a:srgbClr val="000E3F"/>
                </a:solidFill>
                <a:effectLst/>
                <a:uLnTx/>
                <a:uFillTx/>
                <a:latin typeface=""/>
                <a:ea typeface="+mn-ea"/>
                <a:cs typeface="+mn-cs"/>
                <a:sym typeface="Arial"/>
              </a:rPr>
              <a:t>QN86 (unstable housing) </a:t>
            </a:r>
            <a:r>
              <a:rPr kumimoji="0" lang="en-US" sz="1200" b="0" i="0" u="none" strike="noStrike" kern="0" cap="none" spc="0" normalizeH="0" baseline="0" noProof="0" dirty="0">
                <a:ln>
                  <a:noFill/>
                </a:ln>
                <a:solidFill>
                  <a:srgbClr val="000E3F"/>
                </a:solidFill>
                <a:effectLst/>
                <a:uLnTx/>
                <a:uFillTx/>
                <a:latin typeface=""/>
                <a:ea typeface="+mn-ea"/>
                <a:cs typeface="+mn-cs"/>
                <a:sym typeface="Arial"/>
              </a:rPr>
              <a:t>is unlike the other four variables in this group in that it reflects a structural/socioeconomic circumstance rather than an interpersonal event. Added to the national YRBS for the first time in 2021, CDC's own analysis (McKinnon et al., 2023) found that although only 2.7% of US high school students experienced unstable housing nationally, these students reported substantially higher rates of suicidal ideation and attempts than stably housed peers.</a:t>
            </a:r>
          </a:p>
        </p:txBody>
      </p:sp>
    </p:spTree>
    <p:extLst>
      <p:ext uri="{BB962C8B-B14F-4D97-AF65-F5344CB8AC3E}">
        <p14:creationId xmlns:p14="http://schemas.microsoft.com/office/powerpoint/2010/main" val="42150501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789">
          <a:extLst>
            <a:ext uri="{FF2B5EF4-FFF2-40B4-BE49-F238E27FC236}">
              <a16:creationId xmlns:a16="http://schemas.microsoft.com/office/drawing/2014/main" id="{46184845-1405-BDB9-A1F4-B2F448D59B28}"/>
            </a:ext>
          </a:extLst>
        </p:cNvPr>
        <p:cNvGrpSpPr/>
        <p:nvPr/>
      </p:nvGrpSpPr>
      <p:grpSpPr>
        <a:xfrm>
          <a:off x="0" y="0"/>
          <a:ext cx="0" cy="0"/>
          <a:chOff x="0" y="0"/>
          <a:chExt cx="0" cy="0"/>
        </a:xfrm>
      </p:grpSpPr>
      <p:sp>
        <p:nvSpPr>
          <p:cNvPr id="4" name="Google Shape;790;p45">
            <a:extLst>
              <a:ext uri="{FF2B5EF4-FFF2-40B4-BE49-F238E27FC236}">
                <a16:creationId xmlns:a16="http://schemas.microsoft.com/office/drawing/2014/main" id="{BB624C3D-6B2F-B012-4FC1-56797D98F2BF}"/>
              </a:ext>
            </a:extLst>
          </p:cNvPr>
          <p:cNvSpPr txBox="1">
            <a:spLocks noGrp="1"/>
          </p:cNvSpPr>
          <p:nvPr>
            <p:ph type="title"/>
          </p:nvPr>
        </p:nvSpPr>
        <p:spPr>
          <a:xfrm>
            <a:off x="719999" y="-84487"/>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Jacinta’s variables</a:t>
            </a:r>
            <a:endParaRPr dirty="0"/>
          </a:p>
        </p:txBody>
      </p:sp>
      <p:sp>
        <p:nvSpPr>
          <p:cNvPr id="8" name="TextBox 7">
            <a:extLst>
              <a:ext uri="{FF2B5EF4-FFF2-40B4-BE49-F238E27FC236}">
                <a16:creationId xmlns:a16="http://schemas.microsoft.com/office/drawing/2014/main" id="{202D5D2F-D06B-83ED-21A0-824372A1277A}"/>
              </a:ext>
            </a:extLst>
          </p:cNvPr>
          <p:cNvSpPr txBox="1"/>
          <p:nvPr/>
        </p:nvSpPr>
        <p:spPr>
          <a:xfrm>
            <a:off x="4821771" y="731375"/>
            <a:ext cx="4059469" cy="397031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1" i="0" u="none" strike="noStrike" kern="0" cap="none" spc="0" normalizeH="0" baseline="0" noProof="0" dirty="0">
                <a:ln>
                  <a:noFill/>
                </a:ln>
                <a:solidFill>
                  <a:srgbClr val="000E3F"/>
                </a:solidFill>
                <a:effectLst/>
                <a:uLnTx/>
                <a:uFillTx/>
                <a:latin typeface=""/>
                <a:ea typeface="+mn-ea"/>
                <a:cs typeface="+mn-cs"/>
                <a:sym typeface="Arial"/>
              </a:rPr>
              <a:t>Overall</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E3F"/>
                </a:solidFill>
                <a:effectLst/>
                <a:uLnTx/>
                <a:uFillTx/>
                <a:latin typeface=""/>
                <a:ea typeface="+mn-ea"/>
                <a:cs typeface="+mn-cs"/>
                <a:sym typeface="Arial"/>
              </a:rPr>
              <a:t>Sex shows the strongest and most consistent demographic pattern in this dataset.</a:t>
            </a:r>
            <a:endParaRPr lang="en-US" sz="1200" dirty="0">
              <a:solidFill>
                <a:srgbClr val="000E3F"/>
              </a:solidFill>
              <a:latin typeface=""/>
              <a:ea typeface="+mn-ea"/>
              <a:cs typeface="+mn-cs"/>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E3F"/>
                </a:solidFill>
                <a:effectLst/>
                <a:uLnTx/>
                <a:uFillTx/>
                <a:latin typeface=""/>
                <a:ea typeface="+mn-ea"/>
                <a:cs typeface="+mn-cs"/>
                <a:sym typeface="Arial"/>
              </a:rPr>
              <a:t>Female students report significantly higher prevalence than male students across all four outcomes</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200" b="1" i="0" u="none" strike="noStrike" kern="0" cap="none" spc="0" normalizeH="0" baseline="0" dirty="0">
              <a:ln>
                <a:noFill/>
              </a:ln>
              <a:solidFill>
                <a:srgbClr val="000E3F"/>
              </a:solidFill>
              <a:effectLst/>
              <a:uLnTx/>
              <a:uFillTx/>
              <a:latin typeface=""/>
              <a:ea typeface="+mn-ea"/>
              <a:cs typeface="+mn-cs"/>
              <a:sym typeface="Arial"/>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200" b="1" noProof="0" dirty="0">
                <a:solidFill>
                  <a:srgbClr val="000E3F"/>
                </a:solidFill>
                <a:latin typeface=""/>
                <a:ea typeface="+mn-ea"/>
                <a:cs typeface="+mn-cs"/>
              </a:rPr>
              <a:t>Composition</a:t>
            </a:r>
            <a:endParaRPr kumimoji="0" lang="en-US" sz="1200" b="1" i="0" u="none" strike="noStrike" kern="0" cap="none" spc="0" normalizeH="0" baseline="0" noProof="0" dirty="0">
              <a:ln>
                <a:noFill/>
              </a:ln>
              <a:solidFill>
                <a:srgbClr val="000E3F"/>
              </a:solidFill>
              <a:effectLst/>
              <a:uLnTx/>
              <a:uFillTx/>
              <a:latin typeface=""/>
              <a:ea typeface="+mn-ea"/>
              <a:cs typeface="+mn-cs"/>
              <a:sym typeface="Arial"/>
            </a:endParaRPr>
          </a:p>
          <a:p>
            <a:pPr marL="171450" marR="0" lvl="0" indent="-171450"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0E3F"/>
                </a:solidFill>
                <a:effectLst/>
                <a:uLnTx/>
                <a:uFillTx/>
                <a:latin typeface=""/>
                <a:ea typeface="+mn-ea"/>
                <a:cs typeface="+mn-cs"/>
                <a:sym typeface="Arial"/>
              </a:rPr>
              <a:t>White 48.1%</a:t>
            </a:r>
          </a:p>
          <a:p>
            <a:pPr marL="171450" marR="0" lvl="0" indent="-171450"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0E3F"/>
                </a:solidFill>
                <a:effectLst/>
                <a:uLnTx/>
                <a:uFillTx/>
                <a:latin typeface=""/>
                <a:ea typeface="+mn-ea"/>
                <a:cs typeface="+mn-cs"/>
                <a:sym typeface="Arial"/>
              </a:rPr>
              <a:t>Multi-Hispanic/Latino 19.8%</a:t>
            </a:r>
          </a:p>
          <a:p>
            <a:pPr marL="171450" marR="0" lvl="0" indent="-171450"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0E3F"/>
                </a:solidFill>
                <a:effectLst/>
                <a:uLnTx/>
                <a:uFillTx/>
                <a:latin typeface=""/>
                <a:ea typeface="+mn-ea"/>
                <a:cs typeface="+mn-cs"/>
                <a:sym typeface="Arial"/>
              </a:rPr>
              <a:t>Black 13.3%</a:t>
            </a:r>
          </a:p>
          <a:p>
            <a:pPr marL="171450" marR="0" lvl="0" indent="-171450"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0E3F"/>
                </a:solidFill>
                <a:effectLst/>
                <a:uLnTx/>
                <a:uFillTx/>
                <a:latin typeface=""/>
                <a:ea typeface="+mn-ea"/>
                <a:cs typeface="+mn-cs"/>
                <a:sym typeface="Arial"/>
              </a:rPr>
              <a:t>Hispanic 7.7%</a:t>
            </a:r>
          </a:p>
          <a:p>
            <a:pPr marL="171450" marR="0" lvl="0" indent="-171450"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0E3F"/>
                </a:solidFill>
                <a:effectLst/>
                <a:uLnTx/>
                <a:uFillTx/>
                <a:latin typeface=""/>
                <a:ea typeface="+mn-ea"/>
                <a:cs typeface="+mn-cs"/>
                <a:sym typeface="Arial"/>
              </a:rPr>
              <a:t>Multi-non-Hispanic</a:t>
            </a:r>
          </a:p>
          <a:p>
            <a:pPr marL="171450" marR="0" lvl="0" indent="-171450"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0E3F"/>
                </a:solidFill>
                <a:effectLst/>
                <a:uLnTx/>
                <a:uFillTx/>
                <a:latin typeface=""/>
                <a:ea typeface="+mn-ea"/>
                <a:cs typeface="+mn-cs"/>
                <a:sym typeface="Arial"/>
              </a:rPr>
              <a:t>6.1%</a:t>
            </a:r>
          </a:p>
          <a:p>
            <a:pPr marL="171450" marR="0" lvl="0" indent="-171450"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200" b="0" i="0" u="none" strike="noStrike" kern="0" cap="none" spc="0" normalizeH="0" baseline="0" noProof="0" dirty="0">
                <a:ln>
                  <a:noFill/>
                </a:ln>
                <a:solidFill>
                  <a:srgbClr val="000E3F"/>
                </a:solidFill>
                <a:effectLst/>
                <a:uLnTx/>
                <a:uFillTx/>
                <a:latin typeface=""/>
                <a:ea typeface="+mn-ea"/>
                <a:cs typeface="+mn-cs"/>
                <a:sym typeface="Arial"/>
              </a:rPr>
              <a:t>Asian 4.3%</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200" b="0" i="0" u="none" strike="noStrike" kern="0" cap="none" spc="0" normalizeH="0" baseline="0" noProof="0" dirty="0">
              <a:ln>
                <a:noFill/>
              </a:ln>
              <a:solidFill>
                <a:srgbClr val="000E3F"/>
              </a:solidFill>
              <a:effectLst/>
              <a:uLnTx/>
              <a:uFillTx/>
              <a:latin typeface=""/>
              <a:ea typeface="+mn-ea"/>
              <a:cs typeface="+mn-cs"/>
              <a:sym typeface="Arial"/>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1" i="0" u="none" strike="noStrike" kern="0" cap="none" spc="0" normalizeH="0" baseline="0" noProof="0" dirty="0">
                <a:ln>
                  <a:noFill/>
                </a:ln>
                <a:solidFill>
                  <a:srgbClr val="000E3F"/>
                </a:solidFill>
                <a:effectLst/>
                <a:uLnTx/>
                <a:uFillTx/>
                <a:latin typeface=""/>
                <a:ea typeface="+mn-ea"/>
                <a:cs typeface="+mn-cs"/>
                <a:sym typeface="Arial"/>
              </a:rPr>
              <a:t>Key findings</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000E3F"/>
                </a:solidFill>
                <a:effectLst/>
                <a:uLnTx/>
                <a:uFillTx/>
                <a:latin typeface=""/>
                <a:ea typeface="+mn-ea"/>
                <a:cs typeface="+mn-cs"/>
                <a:sym typeface="Arial"/>
              </a:rPr>
              <a:t>Race/ethnicity's relationship with suicidality is inconsistent across the four outcomes — statistically significant for considered suicide (p=0.003) and attempted suicide (p=0.008), but not significant for made a plan (p=0.100) or injurious attempt (p=0.082).</a:t>
            </a:r>
          </a:p>
        </p:txBody>
      </p:sp>
      <p:pic>
        <p:nvPicPr>
          <p:cNvPr id="9" name="Picture 8">
            <a:extLst>
              <a:ext uri="{FF2B5EF4-FFF2-40B4-BE49-F238E27FC236}">
                <a16:creationId xmlns:a16="http://schemas.microsoft.com/office/drawing/2014/main" id="{D4709778-97E1-E9CE-9F6B-5779C2745B0B}"/>
              </a:ext>
            </a:extLst>
          </p:cNvPr>
          <p:cNvPicPr>
            <a:picLocks noChangeAspect="1"/>
          </p:cNvPicPr>
          <p:nvPr/>
        </p:nvPicPr>
        <p:blipFill>
          <a:blip r:embed="rId3"/>
          <a:stretch>
            <a:fillRect/>
          </a:stretch>
        </p:blipFill>
        <p:spPr>
          <a:xfrm>
            <a:off x="89379" y="731375"/>
            <a:ext cx="4732393" cy="3680750"/>
          </a:xfrm>
          <a:prstGeom prst="rect">
            <a:avLst/>
          </a:prstGeom>
        </p:spPr>
      </p:pic>
    </p:spTree>
    <p:extLst>
      <p:ext uri="{BB962C8B-B14F-4D97-AF65-F5344CB8AC3E}">
        <p14:creationId xmlns:p14="http://schemas.microsoft.com/office/powerpoint/2010/main" val="3101346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85">
          <a:extLst>
            <a:ext uri="{FF2B5EF4-FFF2-40B4-BE49-F238E27FC236}">
              <a16:creationId xmlns:a16="http://schemas.microsoft.com/office/drawing/2014/main" id="{1B43C267-AE3F-F1CB-438E-FC94EE6656A5}"/>
            </a:ext>
          </a:extLst>
        </p:cNvPr>
        <p:cNvGrpSpPr/>
        <p:nvPr/>
      </p:nvGrpSpPr>
      <p:grpSpPr>
        <a:xfrm>
          <a:off x="0" y="0"/>
          <a:ext cx="0" cy="0"/>
          <a:chOff x="0" y="0"/>
          <a:chExt cx="0" cy="0"/>
        </a:xfrm>
      </p:grpSpPr>
      <p:sp>
        <p:nvSpPr>
          <p:cNvPr id="487" name="Google Shape;487;p39">
            <a:extLst>
              <a:ext uri="{FF2B5EF4-FFF2-40B4-BE49-F238E27FC236}">
                <a16:creationId xmlns:a16="http://schemas.microsoft.com/office/drawing/2014/main" id="{706D86E4-A67E-9377-C634-7D8BF9B00761}"/>
              </a:ext>
            </a:extLst>
          </p:cNvPr>
          <p:cNvSpPr txBox="1">
            <a:spLocks noGrp="1"/>
          </p:cNvSpPr>
          <p:nvPr>
            <p:ph type="title"/>
          </p:nvPr>
        </p:nvSpPr>
        <p:spPr>
          <a:xfrm>
            <a:off x="2123955" y="2389600"/>
            <a:ext cx="4890188" cy="877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4000" dirty="0"/>
              <a:t>Recommendations</a:t>
            </a:r>
            <a:endParaRPr dirty="0"/>
          </a:p>
        </p:txBody>
      </p:sp>
      <p:sp>
        <p:nvSpPr>
          <p:cNvPr id="488" name="Google Shape;488;p39">
            <a:extLst>
              <a:ext uri="{FF2B5EF4-FFF2-40B4-BE49-F238E27FC236}">
                <a16:creationId xmlns:a16="http://schemas.microsoft.com/office/drawing/2014/main" id="{77660DA5-496B-FBB3-0D46-A655A3EB5A60}"/>
              </a:ext>
            </a:extLst>
          </p:cNvPr>
          <p:cNvSpPr txBox="1">
            <a:spLocks noGrp="1"/>
          </p:cNvSpPr>
          <p:nvPr>
            <p:ph type="title" idx="2"/>
          </p:nvPr>
        </p:nvSpPr>
        <p:spPr>
          <a:xfrm>
            <a:off x="4043550" y="1263975"/>
            <a:ext cx="1056900" cy="1061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04</a:t>
            </a:r>
            <a:endParaRPr dirty="0"/>
          </a:p>
        </p:txBody>
      </p:sp>
      <p:sp>
        <p:nvSpPr>
          <p:cNvPr id="489" name="Google Shape;489;p39">
            <a:extLst>
              <a:ext uri="{FF2B5EF4-FFF2-40B4-BE49-F238E27FC236}">
                <a16:creationId xmlns:a16="http://schemas.microsoft.com/office/drawing/2014/main" id="{66973F97-DFBA-22E7-6E59-9B9466A57D50}"/>
              </a:ext>
            </a:extLst>
          </p:cNvPr>
          <p:cNvSpPr txBox="1">
            <a:spLocks noGrp="1"/>
          </p:cNvSpPr>
          <p:nvPr>
            <p:ph type="subTitle" idx="1"/>
          </p:nvPr>
        </p:nvSpPr>
        <p:spPr>
          <a:xfrm>
            <a:off x="3005695" y="3564238"/>
            <a:ext cx="3416126" cy="713400"/>
          </a:xfrm>
          <a:prstGeom prst="rect">
            <a:avLst/>
          </a:prstGeom>
        </p:spPr>
        <p:txBody>
          <a:bodyPr spcFirstLastPara="1" wrap="square" lIns="91425" tIns="91425" rIns="91425" bIns="91425" anchor="t" anchorCtr="0">
            <a:noAutofit/>
          </a:bodyPr>
          <a:lstStyle/>
          <a:p>
            <a:pPr marL="0" indent="0"/>
            <a:r>
              <a:rPr lang="en-GB" dirty="0"/>
              <a:t>A closer look at our dataset refinements and further analysis</a:t>
            </a:r>
          </a:p>
        </p:txBody>
      </p:sp>
      <p:grpSp>
        <p:nvGrpSpPr>
          <p:cNvPr id="490" name="Google Shape;490;p39">
            <a:extLst>
              <a:ext uri="{FF2B5EF4-FFF2-40B4-BE49-F238E27FC236}">
                <a16:creationId xmlns:a16="http://schemas.microsoft.com/office/drawing/2014/main" id="{F51A18ED-3C37-DB25-1518-C91FA2FB7350}"/>
              </a:ext>
            </a:extLst>
          </p:cNvPr>
          <p:cNvGrpSpPr/>
          <p:nvPr/>
        </p:nvGrpSpPr>
        <p:grpSpPr>
          <a:xfrm>
            <a:off x="6315245" y="1351843"/>
            <a:ext cx="383377" cy="247104"/>
            <a:chOff x="1087650" y="1031275"/>
            <a:chExt cx="298000" cy="192075"/>
          </a:xfrm>
        </p:grpSpPr>
        <p:sp>
          <p:nvSpPr>
            <p:cNvPr id="491" name="Google Shape;491;p39">
              <a:extLst>
                <a:ext uri="{FF2B5EF4-FFF2-40B4-BE49-F238E27FC236}">
                  <a16:creationId xmlns:a16="http://schemas.microsoft.com/office/drawing/2014/main" id="{9D5F0FF2-96A8-EACA-C101-5CB371F79130}"/>
                </a:ext>
              </a:extLst>
            </p:cNvPr>
            <p:cNvSpPr/>
            <p:nvPr/>
          </p:nvSpPr>
          <p:spPr>
            <a:xfrm>
              <a:off x="1094350" y="1037650"/>
              <a:ext cx="284275" cy="179975"/>
            </a:xfrm>
            <a:custGeom>
              <a:avLst/>
              <a:gdLst/>
              <a:ahLst/>
              <a:cxnLst/>
              <a:rect l="l" t="t" r="r" b="b"/>
              <a:pathLst>
                <a:path w="11371" h="7199" extrusionOk="0">
                  <a:moveTo>
                    <a:pt x="5615" y="0"/>
                  </a:moveTo>
                  <a:cubicBezTo>
                    <a:pt x="4518" y="0"/>
                    <a:pt x="3574" y="664"/>
                    <a:pt x="2885" y="1902"/>
                  </a:cubicBezTo>
                  <a:cubicBezTo>
                    <a:pt x="2655" y="2297"/>
                    <a:pt x="2476" y="2603"/>
                    <a:pt x="2106" y="2795"/>
                  </a:cubicBezTo>
                  <a:cubicBezTo>
                    <a:pt x="1979" y="2871"/>
                    <a:pt x="1838" y="2935"/>
                    <a:pt x="1698" y="2999"/>
                  </a:cubicBezTo>
                  <a:cubicBezTo>
                    <a:pt x="1404" y="3114"/>
                    <a:pt x="1124" y="3267"/>
                    <a:pt x="868" y="3458"/>
                  </a:cubicBezTo>
                  <a:cubicBezTo>
                    <a:pt x="256" y="3918"/>
                    <a:pt x="1" y="4734"/>
                    <a:pt x="230" y="5475"/>
                  </a:cubicBezTo>
                  <a:cubicBezTo>
                    <a:pt x="447" y="6074"/>
                    <a:pt x="983" y="6495"/>
                    <a:pt x="1621" y="6559"/>
                  </a:cubicBezTo>
                  <a:lnTo>
                    <a:pt x="1749" y="6559"/>
                  </a:lnTo>
                  <a:cubicBezTo>
                    <a:pt x="2017" y="6546"/>
                    <a:pt x="2272" y="6508"/>
                    <a:pt x="2527" y="6432"/>
                  </a:cubicBezTo>
                  <a:cubicBezTo>
                    <a:pt x="2731" y="6381"/>
                    <a:pt x="2948" y="6342"/>
                    <a:pt x="3178" y="6330"/>
                  </a:cubicBezTo>
                  <a:cubicBezTo>
                    <a:pt x="3255" y="6330"/>
                    <a:pt x="3344" y="6342"/>
                    <a:pt x="3421" y="6355"/>
                  </a:cubicBezTo>
                  <a:cubicBezTo>
                    <a:pt x="3625" y="6432"/>
                    <a:pt x="3803" y="6521"/>
                    <a:pt x="3969" y="6649"/>
                  </a:cubicBezTo>
                  <a:cubicBezTo>
                    <a:pt x="4059" y="6712"/>
                    <a:pt x="4148" y="6763"/>
                    <a:pt x="4224" y="6814"/>
                  </a:cubicBezTo>
                  <a:cubicBezTo>
                    <a:pt x="4652" y="7059"/>
                    <a:pt x="5127" y="7198"/>
                    <a:pt x="5615" y="7198"/>
                  </a:cubicBezTo>
                  <a:cubicBezTo>
                    <a:pt x="5636" y="7198"/>
                    <a:pt x="5658" y="7198"/>
                    <a:pt x="5679" y="7197"/>
                  </a:cubicBezTo>
                  <a:cubicBezTo>
                    <a:pt x="5704" y="7198"/>
                    <a:pt x="5729" y="7198"/>
                    <a:pt x="5754" y="7198"/>
                  </a:cubicBezTo>
                  <a:cubicBezTo>
                    <a:pt x="6174" y="7198"/>
                    <a:pt x="6582" y="7097"/>
                    <a:pt x="6955" y="6917"/>
                  </a:cubicBezTo>
                  <a:cubicBezTo>
                    <a:pt x="7032" y="6878"/>
                    <a:pt x="7096" y="6840"/>
                    <a:pt x="7159" y="6802"/>
                  </a:cubicBezTo>
                  <a:cubicBezTo>
                    <a:pt x="7274" y="6738"/>
                    <a:pt x="7389" y="6674"/>
                    <a:pt x="7504" y="6636"/>
                  </a:cubicBezTo>
                  <a:cubicBezTo>
                    <a:pt x="7642" y="6583"/>
                    <a:pt x="7789" y="6556"/>
                    <a:pt x="7938" y="6556"/>
                  </a:cubicBezTo>
                  <a:cubicBezTo>
                    <a:pt x="7968" y="6556"/>
                    <a:pt x="7997" y="6557"/>
                    <a:pt x="8027" y="6559"/>
                  </a:cubicBezTo>
                  <a:cubicBezTo>
                    <a:pt x="8180" y="6559"/>
                    <a:pt x="8346" y="6572"/>
                    <a:pt x="8525" y="6585"/>
                  </a:cubicBezTo>
                  <a:cubicBezTo>
                    <a:pt x="8703" y="6598"/>
                    <a:pt x="8895" y="6623"/>
                    <a:pt x="9074" y="6623"/>
                  </a:cubicBezTo>
                  <a:cubicBezTo>
                    <a:pt x="9176" y="6623"/>
                    <a:pt x="9278" y="6610"/>
                    <a:pt x="9367" y="6598"/>
                  </a:cubicBezTo>
                  <a:cubicBezTo>
                    <a:pt x="10324" y="6495"/>
                    <a:pt x="11090" y="5755"/>
                    <a:pt x="11230" y="4798"/>
                  </a:cubicBezTo>
                  <a:cubicBezTo>
                    <a:pt x="11370" y="3841"/>
                    <a:pt x="10847" y="2910"/>
                    <a:pt x="9967" y="2527"/>
                  </a:cubicBezTo>
                  <a:cubicBezTo>
                    <a:pt x="9737" y="2438"/>
                    <a:pt x="9507" y="2361"/>
                    <a:pt x="9265" y="2323"/>
                  </a:cubicBezTo>
                  <a:cubicBezTo>
                    <a:pt x="8984" y="2272"/>
                    <a:pt x="8703" y="2170"/>
                    <a:pt x="8448" y="2029"/>
                  </a:cubicBezTo>
                  <a:cubicBezTo>
                    <a:pt x="8193" y="1825"/>
                    <a:pt x="7976" y="1583"/>
                    <a:pt x="7810" y="1289"/>
                  </a:cubicBezTo>
                  <a:cubicBezTo>
                    <a:pt x="7644" y="1021"/>
                    <a:pt x="7453" y="779"/>
                    <a:pt x="7223" y="562"/>
                  </a:cubicBezTo>
                  <a:cubicBezTo>
                    <a:pt x="6891" y="281"/>
                    <a:pt x="6483" y="102"/>
                    <a:pt x="6049" y="39"/>
                  </a:cubicBezTo>
                  <a:cubicBezTo>
                    <a:pt x="5909" y="13"/>
                    <a:pt x="5756" y="0"/>
                    <a:pt x="561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39">
              <a:extLst>
                <a:ext uri="{FF2B5EF4-FFF2-40B4-BE49-F238E27FC236}">
                  <a16:creationId xmlns:a16="http://schemas.microsoft.com/office/drawing/2014/main" id="{C9854814-3517-D04E-B348-7F4D9F321CFB}"/>
                </a:ext>
              </a:extLst>
            </p:cNvPr>
            <p:cNvSpPr/>
            <p:nvPr/>
          </p:nvSpPr>
          <p:spPr>
            <a:xfrm>
              <a:off x="1087650" y="1031275"/>
              <a:ext cx="298000" cy="192075"/>
            </a:xfrm>
            <a:custGeom>
              <a:avLst/>
              <a:gdLst/>
              <a:ahLst/>
              <a:cxnLst/>
              <a:rect l="l" t="t" r="r" b="b"/>
              <a:pathLst>
                <a:path w="11920" h="7683" extrusionOk="0">
                  <a:moveTo>
                    <a:pt x="5883" y="485"/>
                  </a:moveTo>
                  <a:lnTo>
                    <a:pt x="5883" y="498"/>
                  </a:lnTo>
                  <a:cubicBezTo>
                    <a:pt x="5921" y="494"/>
                    <a:pt x="5958" y="493"/>
                    <a:pt x="5994" y="493"/>
                  </a:cubicBezTo>
                  <a:cubicBezTo>
                    <a:pt x="6093" y="493"/>
                    <a:pt x="6189" y="505"/>
                    <a:pt x="6292" y="523"/>
                  </a:cubicBezTo>
                  <a:cubicBezTo>
                    <a:pt x="6675" y="574"/>
                    <a:pt x="7045" y="740"/>
                    <a:pt x="7338" y="995"/>
                  </a:cubicBezTo>
                  <a:cubicBezTo>
                    <a:pt x="7823" y="1416"/>
                    <a:pt x="8040" y="2118"/>
                    <a:pt x="8576" y="2476"/>
                  </a:cubicBezTo>
                  <a:cubicBezTo>
                    <a:pt x="9035" y="2782"/>
                    <a:pt x="9635" y="2782"/>
                    <a:pt x="10133" y="2986"/>
                  </a:cubicBezTo>
                  <a:cubicBezTo>
                    <a:pt x="11919" y="3752"/>
                    <a:pt x="11536" y="6393"/>
                    <a:pt x="9609" y="6610"/>
                  </a:cubicBezTo>
                  <a:cubicBezTo>
                    <a:pt x="9520" y="6623"/>
                    <a:pt x="9431" y="6623"/>
                    <a:pt x="9342" y="6623"/>
                  </a:cubicBezTo>
                  <a:cubicBezTo>
                    <a:pt x="8984" y="6623"/>
                    <a:pt x="8627" y="6559"/>
                    <a:pt x="8282" y="6559"/>
                  </a:cubicBezTo>
                  <a:cubicBezTo>
                    <a:pt x="8078" y="6559"/>
                    <a:pt x="7887" y="6585"/>
                    <a:pt x="7695" y="6648"/>
                  </a:cubicBezTo>
                  <a:cubicBezTo>
                    <a:pt x="7491" y="6738"/>
                    <a:pt x="7300" y="6840"/>
                    <a:pt x="7108" y="6942"/>
                  </a:cubicBezTo>
                  <a:cubicBezTo>
                    <a:pt x="6740" y="7126"/>
                    <a:pt x="6342" y="7216"/>
                    <a:pt x="5943" y="7216"/>
                  </a:cubicBezTo>
                  <a:cubicBezTo>
                    <a:pt x="5486" y="7216"/>
                    <a:pt x="5029" y="7097"/>
                    <a:pt x="4620" y="6865"/>
                  </a:cubicBezTo>
                  <a:cubicBezTo>
                    <a:pt x="4327" y="6687"/>
                    <a:pt x="4071" y="6470"/>
                    <a:pt x="3752" y="6380"/>
                  </a:cubicBezTo>
                  <a:cubicBezTo>
                    <a:pt x="3650" y="6355"/>
                    <a:pt x="3548" y="6342"/>
                    <a:pt x="3446" y="6342"/>
                  </a:cubicBezTo>
                  <a:cubicBezTo>
                    <a:pt x="2974" y="6342"/>
                    <a:pt x="2502" y="6572"/>
                    <a:pt x="2017" y="6572"/>
                  </a:cubicBezTo>
                  <a:lnTo>
                    <a:pt x="1902" y="6572"/>
                  </a:lnTo>
                  <a:cubicBezTo>
                    <a:pt x="1366" y="6508"/>
                    <a:pt x="907" y="6151"/>
                    <a:pt x="728" y="5640"/>
                  </a:cubicBezTo>
                  <a:cubicBezTo>
                    <a:pt x="524" y="5002"/>
                    <a:pt x="741" y="4288"/>
                    <a:pt x="1290" y="3892"/>
                  </a:cubicBezTo>
                  <a:cubicBezTo>
                    <a:pt x="1660" y="3599"/>
                    <a:pt x="2093" y="3471"/>
                    <a:pt x="2489" y="3254"/>
                  </a:cubicBezTo>
                  <a:cubicBezTo>
                    <a:pt x="2897" y="3024"/>
                    <a:pt x="3127" y="2667"/>
                    <a:pt x="3357" y="2259"/>
                  </a:cubicBezTo>
                  <a:cubicBezTo>
                    <a:pt x="3918" y="1263"/>
                    <a:pt x="4748" y="485"/>
                    <a:pt x="5883" y="485"/>
                  </a:cubicBezTo>
                  <a:close/>
                  <a:moveTo>
                    <a:pt x="5896" y="0"/>
                  </a:moveTo>
                  <a:lnTo>
                    <a:pt x="5883" y="13"/>
                  </a:lnTo>
                  <a:cubicBezTo>
                    <a:pt x="4697" y="13"/>
                    <a:pt x="3676" y="702"/>
                    <a:pt x="2948" y="2029"/>
                  </a:cubicBezTo>
                  <a:cubicBezTo>
                    <a:pt x="2731" y="2399"/>
                    <a:pt x="2566" y="2667"/>
                    <a:pt x="2272" y="2833"/>
                  </a:cubicBezTo>
                  <a:cubicBezTo>
                    <a:pt x="2144" y="2897"/>
                    <a:pt x="2004" y="2960"/>
                    <a:pt x="1864" y="3024"/>
                  </a:cubicBezTo>
                  <a:cubicBezTo>
                    <a:pt x="1558" y="3139"/>
                    <a:pt x="1264" y="3305"/>
                    <a:pt x="996" y="3509"/>
                  </a:cubicBezTo>
                  <a:cubicBezTo>
                    <a:pt x="294" y="4032"/>
                    <a:pt x="1" y="4951"/>
                    <a:pt x="269" y="5793"/>
                  </a:cubicBezTo>
                  <a:cubicBezTo>
                    <a:pt x="524" y="6482"/>
                    <a:pt x="1136" y="6967"/>
                    <a:pt x="1864" y="7031"/>
                  </a:cubicBezTo>
                  <a:lnTo>
                    <a:pt x="2030" y="7031"/>
                  </a:lnTo>
                  <a:cubicBezTo>
                    <a:pt x="2310" y="7031"/>
                    <a:pt x="2591" y="6980"/>
                    <a:pt x="2859" y="6916"/>
                  </a:cubicBezTo>
                  <a:cubicBezTo>
                    <a:pt x="3051" y="6853"/>
                    <a:pt x="3255" y="6827"/>
                    <a:pt x="3446" y="6814"/>
                  </a:cubicBezTo>
                  <a:cubicBezTo>
                    <a:pt x="3510" y="6814"/>
                    <a:pt x="3574" y="6814"/>
                    <a:pt x="3637" y="6840"/>
                  </a:cubicBezTo>
                  <a:cubicBezTo>
                    <a:pt x="3816" y="6891"/>
                    <a:pt x="3969" y="6980"/>
                    <a:pt x="4122" y="7095"/>
                  </a:cubicBezTo>
                  <a:cubicBezTo>
                    <a:pt x="4199" y="7146"/>
                    <a:pt x="4288" y="7210"/>
                    <a:pt x="4378" y="7261"/>
                  </a:cubicBezTo>
                  <a:cubicBezTo>
                    <a:pt x="4863" y="7541"/>
                    <a:pt x="5407" y="7682"/>
                    <a:pt x="5953" y="7682"/>
                  </a:cubicBezTo>
                  <a:cubicBezTo>
                    <a:pt x="6425" y="7682"/>
                    <a:pt x="6900" y="7576"/>
                    <a:pt x="7338" y="7363"/>
                  </a:cubicBezTo>
                  <a:cubicBezTo>
                    <a:pt x="7415" y="7325"/>
                    <a:pt x="7478" y="7286"/>
                    <a:pt x="7542" y="7248"/>
                  </a:cubicBezTo>
                  <a:cubicBezTo>
                    <a:pt x="7644" y="7184"/>
                    <a:pt x="7759" y="7133"/>
                    <a:pt x="7861" y="7095"/>
                  </a:cubicBezTo>
                  <a:cubicBezTo>
                    <a:pt x="7978" y="7053"/>
                    <a:pt x="8103" y="7028"/>
                    <a:pt x="8222" y="7028"/>
                  </a:cubicBezTo>
                  <a:cubicBezTo>
                    <a:pt x="8247" y="7028"/>
                    <a:pt x="8271" y="7029"/>
                    <a:pt x="8295" y="7031"/>
                  </a:cubicBezTo>
                  <a:cubicBezTo>
                    <a:pt x="8448" y="7031"/>
                    <a:pt x="8614" y="7044"/>
                    <a:pt x="8780" y="7057"/>
                  </a:cubicBezTo>
                  <a:cubicBezTo>
                    <a:pt x="8946" y="7069"/>
                    <a:pt x="9150" y="7095"/>
                    <a:pt x="9354" y="7095"/>
                  </a:cubicBezTo>
                  <a:cubicBezTo>
                    <a:pt x="9456" y="7095"/>
                    <a:pt x="9571" y="7082"/>
                    <a:pt x="9673" y="7069"/>
                  </a:cubicBezTo>
                  <a:cubicBezTo>
                    <a:pt x="10745" y="6955"/>
                    <a:pt x="11587" y="6125"/>
                    <a:pt x="11741" y="5066"/>
                  </a:cubicBezTo>
                  <a:cubicBezTo>
                    <a:pt x="11906" y="3994"/>
                    <a:pt x="11319" y="2960"/>
                    <a:pt x="10337" y="2539"/>
                  </a:cubicBezTo>
                  <a:cubicBezTo>
                    <a:pt x="10094" y="2437"/>
                    <a:pt x="9852" y="2374"/>
                    <a:pt x="9597" y="2322"/>
                  </a:cubicBezTo>
                  <a:cubicBezTo>
                    <a:pt x="9342" y="2271"/>
                    <a:pt x="9086" y="2195"/>
                    <a:pt x="8857" y="2067"/>
                  </a:cubicBezTo>
                  <a:cubicBezTo>
                    <a:pt x="8627" y="1876"/>
                    <a:pt x="8436" y="1646"/>
                    <a:pt x="8295" y="1391"/>
                  </a:cubicBezTo>
                  <a:cubicBezTo>
                    <a:pt x="8116" y="1110"/>
                    <a:pt x="7912" y="842"/>
                    <a:pt x="7670" y="613"/>
                  </a:cubicBezTo>
                  <a:cubicBezTo>
                    <a:pt x="7300" y="306"/>
                    <a:pt x="6853" y="102"/>
                    <a:pt x="6368" y="38"/>
                  </a:cubicBezTo>
                  <a:cubicBezTo>
                    <a:pt x="6215" y="13"/>
                    <a:pt x="6049" y="0"/>
                    <a:pt x="58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93" name="Google Shape;493;p39">
            <a:extLst>
              <a:ext uri="{FF2B5EF4-FFF2-40B4-BE49-F238E27FC236}">
                <a16:creationId xmlns:a16="http://schemas.microsoft.com/office/drawing/2014/main" id="{AFD33490-14BB-F7D3-9B30-C33C954747B9}"/>
              </a:ext>
            </a:extLst>
          </p:cNvPr>
          <p:cNvSpPr/>
          <p:nvPr/>
        </p:nvSpPr>
        <p:spPr>
          <a:xfrm>
            <a:off x="7577906" y="1061448"/>
            <a:ext cx="485272" cy="326060"/>
          </a:xfrm>
          <a:custGeom>
            <a:avLst/>
            <a:gdLst/>
            <a:ahLst/>
            <a:cxnLst/>
            <a:rect l="l" t="t" r="r" b="b"/>
            <a:pathLst>
              <a:path w="15441" h="10375" extrusionOk="0">
                <a:moveTo>
                  <a:pt x="8416" y="485"/>
                </a:moveTo>
                <a:lnTo>
                  <a:pt x="8416" y="485"/>
                </a:lnTo>
                <a:cubicBezTo>
                  <a:pt x="9128" y="487"/>
                  <a:pt x="9827" y="844"/>
                  <a:pt x="10145" y="1468"/>
                </a:cubicBezTo>
                <a:cubicBezTo>
                  <a:pt x="10209" y="1608"/>
                  <a:pt x="10272" y="1735"/>
                  <a:pt x="10349" y="1863"/>
                </a:cubicBezTo>
                <a:cubicBezTo>
                  <a:pt x="10732" y="2399"/>
                  <a:pt x="11561" y="2259"/>
                  <a:pt x="12161" y="2501"/>
                </a:cubicBezTo>
                <a:cubicBezTo>
                  <a:pt x="12773" y="2756"/>
                  <a:pt x="13118" y="3407"/>
                  <a:pt x="13246" y="4058"/>
                </a:cubicBezTo>
                <a:cubicBezTo>
                  <a:pt x="13271" y="4326"/>
                  <a:pt x="13322" y="4581"/>
                  <a:pt x="13386" y="4849"/>
                </a:cubicBezTo>
                <a:cubicBezTo>
                  <a:pt x="13654" y="5717"/>
                  <a:pt x="14586" y="6304"/>
                  <a:pt x="14739" y="7197"/>
                </a:cubicBezTo>
                <a:cubicBezTo>
                  <a:pt x="14892" y="8001"/>
                  <a:pt x="14611" y="8843"/>
                  <a:pt x="13731" y="9277"/>
                </a:cubicBezTo>
                <a:cubicBezTo>
                  <a:pt x="13003" y="9647"/>
                  <a:pt x="12072" y="9736"/>
                  <a:pt x="11255" y="9787"/>
                </a:cubicBezTo>
                <a:cubicBezTo>
                  <a:pt x="10285" y="9864"/>
                  <a:pt x="9443" y="9877"/>
                  <a:pt x="8460" y="9877"/>
                </a:cubicBezTo>
                <a:lnTo>
                  <a:pt x="8422" y="9877"/>
                </a:lnTo>
                <a:cubicBezTo>
                  <a:pt x="8097" y="9881"/>
                  <a:pt x="7773" y="9882"/>
                  <a:pt x="7449" y="9882"/>
                </a:cubicBezTo>
                <a:cubicBezTo>
                  <a:pt x="6668" y="9882"/>
                  <a:pt x="5889" y="9873"/>
                  <a:pt x="5104" y="9864"/>
                </a:cubicBezTo>
                <a:cubicBezTo>
                  <a:pt x="4959" y="9868"/>
                  <a:pt x="4814" y="9870"/>
                  <a:pt x="4669" y="9870"/>
                </a:cubicBezTo>
                <a:cubicBezTo>
                  <a:pt x="3822" y="9870"/>
                  <a:pt x="2983" y="9807"/>
                  <a:pt x="2144" y="9698"/>
                </a:cubicBezTo>
                <a:cubicBezTo>
                  <a:pt x="1761" y="9660"/>
                  <a:pt x="1404" y="9545"/>
                  <a:pt x="1072" y="9366"/>
                </a:cubicBezTo>
                <a:cubicBezTo>
                  <a:pt x="740" y="9175"/>
                  <a:pt x="523" y="8843"/>
                  <a:pt x="498" y="8460"/>
                </a:cubicBezTo>
                <a:cubicBezTo>
                  <a:pt x="498" y="8001"/>
                  <a:pt x="932" y="7618"/>
                  <a:pt x="1289" y="7337"/>
                </a:cubicBezTo>
                <a:cubicBezTo>
                  <a:pt x="1557" y="7133"/>
                  <a:pt x="1850" y="6929"/>
                  <a:pt x="2042" y="6636"/>
                </a:cubicBezTo>
                <a:cubicBezTo>
                  <a:pt x="2374" y="6151"/>
                  <a:pt x="2348" y="5474"/>
                  <a:pt x="2731" y="5015"/>
                </a:cubicBezTo>
                <a:cubicBezTo>
                  <a:pt x="3165" y="4492"/>
                  <a:pt x="3943" y="4454"/>
                  <a:pt x="4568" y="4186"/>
                </a:cubicBezTo>
                <a:cubicBezTo>
                  <a:pt x="4964" y="3994"/>
                  <a:pt x="5296" y="3713"/>
                  <a:pt x="5538" y="3343"/>
                </a:cubicBezTo>
                <a:cubicBezTo>
                  <a:pt x="5806" y="2935"/>
                  <a:pt x="5947" y="2463"/>
                  <a:pt x="6163" y="2029"/>
                </a:cubicBezTo>
                <a:cubicBezTo>
                  <a:pt x="6546" y="1289"/>
                  <a:pt x="7223" y="676"/>
                  <a:pt x="8039" y="523"/>
                </a:cubicBezTo>
                <a:cubicBezTo>
                  <a:pt x="8165" y="498"/>
                  <a:pt x="8290" y="485"/>
                  <a:pt x="8416" y="485"/>
                </a:cubicBezTo>
                <a:close/>
                <a:moveTo>
                  <a:pt x="8409" y="0"/>
                </a:moveTo>
                <a:lnTo>
                  <a:pt x="8422" y="13"/>
                </a:lnTo>
                <a:cubicBezTo>
                  <a:pt x="8392" y="10"/>
                  <a:pt x="8362" y="9"/>
                  <a:pt x="8332" y="9"/>
                </a:cubicBezTo>
                <a:cubicBezTo>
                  <a:pt x="8200" y="9"/>
                  <a:pt x="8073" y="30"/>
                  <a:pt x="7937" y="51"/>
                </a:cubicBezTo>
                <a:cubicBezTo>
                  <a:pt x="7031" y="230"/>
                  <a:pt x="6202" y="881"/>
                  <a:pt x="5730" y="1812"/>
                </a:cubicBezTo>
                <a:cubicBezTo>
                  <a:pt x="5628" y="1991"/>
                  <a:pt x="5551" y="2195"/>
                  <a:pt x="5474" y="2374"/>
                </a:cubicBezTo>
                <a:cubicBezTo>
                  <a:pt x="5385" y="2616"/>
                  <a:pt x="5270" y="2858"/>
                  <a:pt x="5130" y="3088"/>
                </a:cubicBezTo>
                <a:cubicBezTo>
                  <a:pt x="4938" y="3369"/>
                  <a:pt x="4670" y="3599"/>
                  <a:pt x="4351" y="3739"/>
                </a:cubicBezTo>
                <a:cubicBezTo>
                  <a:pt x="4160" y="3828"/>
                  <a:pt x="3969" y="3892"/>
                  <a:pt x="3764" y="3943"/>
                </a:cubicBezTo>
                <a:cubicBezTo>
                  <a:pt x="3292" y="4083"/>
                  <a:pt x="2744" y="4249"/>
                  <a:pt x="2361" y="4709"/>
                </a:cubicBezTo>
                <a:cubicBezTo>
                  <a:pt x="2131" y="5015"/>
                  <a:pt x="1965" y="5372"/>
                  <a:pt x="1876" y="5742"/>
                </a:cubicBezTo>
                <a:cubicBezTo>
                  <a:pt x="1825" y="5959"/>
                  <a:pt x="1748" y="6176"/>
                  <a:pt x="1633" y="6380"/>
                </a:cubicBezTo>
                <a:cubicBezTo>
                  <a:pt x="1493" y="6559"/>
                  <a:pt x="1314" y="6725"/>
                  <a:pt x="1123" y="6853"/>
                </a:cubicBezTo>
                <a:cubicBezTo>
                  <a:pt x="1072" y="6891"/>
                  <a:pt x="1021" y="6929"/>
                  <a:pt x="970" y="6980"/>
                </a:cubicBezTo>
                <a:cubicBezTo>
                  <a:pt x="651" y="7223"/>
                  <a:pt x="0" y="7746"/>
                  <a:pt x="13" y="8473"/>
                </a:cubicBezTo>
                <a:cubicBezTo>
                  <a:pt x="38" y="9022"/>
                  <a:pt x="345" y="9507"/>
                  <a:pt x="817" y="9787"/>
                </a:cubicBezTo>
                <a:cubicBezTo>
                  <a:pt x="1200" y="10004"/>
                  <a:pt x="1621" y="10145"/>
                  <a:pt x="2055" y="10183"/>
                </a:cubicBezTo>
                <a:cubicBezTo>
                  <a:pt x="2964" y="10310"/>
                  <a:pt x="3883" y="10364"/>
                  <a:pt x="4804" y="10364"/>
                </a:cubicBezTo>
                <a:cubicBezTo>
                  <a:pt x="4904" y="10364"/>
                  <a:pt x="5004" y="10363"/>
                  <a:pt x="5104" y="10362"/>
                </a:cubicBezTo>
                <a:cubicBezTo>
                  <a:pt x="6202" y="10374"/>
                  <a:pt x="7325" y="10374"/>
                  <a:pt x="8422" y="10374"/>
                </a:cubicBezTo>
                <a:lnTo>
                  <a:pt x="8460" y="10374"/>
                </a:lnTo>
                <a:cubicBezTo>
                  <a:pt x="9417" y="10374"/>
                  <a:pt x="10272" y="10362"/>
                  <a:pt x="11293" y="10285"/>
                </a:cubicBezTo>
                <a:cubicBezTo>
                  <a:pt x="12059" y="10234"/>
                  <a:pt x="13105" y="10145"/>
                  <a:pt x="13947" y="9724"/>
                </a:cubicBezTo>
                <a:cubicBezTo>
                  <a:pt x="14917" y="9252"/>
                  <a:pt x="15440" y="8167"/>
                  <a:pt x="15224" y="7120"/>
                </a:cubicBezTo>
                <a:cubicBezTo>
                  <a:pt x="15109" y="6521"/>
                  <a:pt x="14739" y="6049"/>
                  <a:pt x="14420" y="5653"/>
                </a:cubicBezTo>
                <a:cubicBezTo>
                  <a:pt x="14177" y="5372"/>
                  <a:pt x="13973" y="5053"/>
                  <a:pt x="13833" y="4709"/>
                </a:cubicBezTo>
                <a:cubicBezTo>
                  <a:pt x="13794" y="4568"/>
                  <a:pt x="13769" y="4415"/>
                  <a:pt x="13756" y="4262"/>
                </a:cubicBezTo>
                <a:cubicBezTo>
                  <a:pt x="13743" y="4160"/>
                  <a:pt x="13731" y="4071"/>
                  <a:pt x="13705" y="3969"/>
                </a:cubicBezTo>
                <a:cubicBezTo>
                  <a:pt x="13552" y="3063"/>
                  <a:pt x="13041" y="2348"/>
                  <a:pt x="12352" y="2067"/>
                </a:cubicBezTo>
                <a:cubicBezTo>
                  <a:pt x="12084" y="1965"/>
                  <a:pt x="11804" y="1901"/>
                  <a:pt x="11523" y="1863"/>
                </a:cubicBezTo>
                <a:cubicBezTo>
                  <a:pt x="11115" y="1799"/>
                  <a:pt x="10859" y="1748"/>
                  <a:pt x="10745" y="1595"/>
                </a:cubicBezTo>
                <a:cubicBezTo>
                  <a:pt x="10706" y="1531"/>
                  <a:pt x="10668" y="1468"/>
                  <a:pt x="10642" y="1404"/>
                </a:cubicBezTo>
                <a:cubicBezTo>
                  <a:pt x="10617" y="1353"/>
                  <a:pt x="10591" y="1302"/>
                  <a:pt x="10566" y="1251"/>
                </a:cubicBezTo>
                <a:cubicBezTo>
                  <a:pt x="10183" y="485"/>
                  <a:pt x="9341" y="0"/>
                  <a:pt x="840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39">
            <a:extLst>
              <a:ext uri="{FF2B5EF4-FFF2-40B4-BE49-F238E27FC236}">
                <a16:creationId xmlns:a16="http://schemas.microsoft.com/office/drawing/2014/main" id="{3E18A783-AAF3-ACDC-680A-F86DBB8A33CA}"/>
              </a:ext>
            </a:extLst>
          </p:cNvPr>
          <p:cNvSpPr/>
          <p:nvPr/>
        </p:nvSpPr>
        <p:spPr>
          <a:xfrm>
            <a:off x="1651325" y="905499"/>
            <a:ext cx="374616" cy="241457"/>
          </a:xfrm>
          <a:custGeom>
            <a:avLst/>
            <a:gdLst/>
            <a:ahLst/>
            <a:cxnLst/>
            <a:rect l="l" t="t" r="r" b="b"/>
            <a:pathLst>
              <a:path w="11920" h="7683" extrusionOk="0">
                <a:moveTo>
                  <a:pt x="5883" y="485"/>
                </a:moveTo>
                <a:lnTo>
                  <a:pt x="5883" y="498"/>
                </a:lnTo>
                <a:cubicBezTo>
                  <a:pt x="5921" y="494"/>
                  <a:pt x="5958" y="493"/>
                  <a:pt x="5994" y="493"/>
                </a:cubicBezTo>
                <a:cubicBezTo>
                  <a:pt x="6093" y="493"/>
                  <a:pt x="6189" y="505"/>
                  <a:pt x="6292" y="523"/>
                </a:cubicBezTo>
                <a:cubicBezTo>
                  <a:pt x="6675" y="574"/>
                  <a:pt x="7045" y="740"/>
                  <a:pt x="7338" y="995"/>
                </a:cubicBezTo>
                <a:cubicBezTo>
                  <a:pt x="7823" y="1416"/>
                  <a:pt x="8040" y="2118"/>
                  <a:pt x="8576" y="2476"/>
                </a:cubicBezTo>
                <a:cubicBezTo>
                  <a:pt x="9035" y="2782"/>
                  <a:pt x="9635" y="2782"/>
                  <a:pt x="10133" y="2986"/>
                </a:cubicBezTo>
                <a:cubicBezTo>
                  <a:pt x="11919" y="3752"/>
                  <a:pt x="11536" y="6393"/>
                  <a:pt x="9609" y="6610"/>
                </a:cubicBezTo>
                <a:cubicBezTo>
                  <a:pt x="9520" y="6623"/>
                  <a:pt x="9431" y="6623"/>
                  <a:pt x="9342" y="6623"/>
                </a:cubicBezTo>
                <a:cubicBezTo>
                  <a:pt x="8984" y="6623"/>
                  <a:pt x="8627" y="6559"/>
                  <a:pt x="8282" y="6559"/>
                </a:cubicBezTo>
                <a:cubicBezTo>
                  <a:pt x="8078" y="6559"/>
                  <a:pt x="7887" y="6585"/>
                  <a:pt x="7695" y="6648"/>
                </a:cubicBezTo>
                <a:cubicBezTo>
                  <a:pt x="7491" y="6738"/>
                  <a:pt x="7300" y="6840"/>
                  <a:pt x="7108" y="6942"/>
                </a:cubicBezTo>
                <a:cubicBezTo>
                  <a:pt x="6740" y="7126"/>
                  <a:pt x="6342" y="7216"/>
                  <a:pt x="5943" y="7216"/>
                </a:cubicBezTo>
                <a:cubicBezTo>
                  <a:pt x="5486" y="7216"/>
                  <a:pt x="5029" y="7097"/>
                  <a:pt x="4620" y="6865"/>
                </a:cubicBezTo>
                <a:cubicBezTo>
                  <a:pt x="4327" y="6687"/>
                  <a:pt x="4071" y="6470"/>
                  <a:pt x="3752" y="6380"/>
                </a:cubicBezTo>
                <a:cubicBezTo>
                  <a:pt x="3650" y="6355"/>
                  <a:pt x="3548" y="6342"/>
                  <a:pt x="3446" y="6342"/>
                </a:cubicBezTo>
                <a:cubicBezTo>
                  <a:pt x="2974" y="6342"/>
                  <a:pt x="2502" y="6572"/>
                  <a:pt x="2017" y="6572"/>
                </a:cubicBezTo>
                <a:lnTo>
                  <a:pt x="1902" y="6572"/>
                </a:lnTo>
                <a:cubicBezTo>
                  <a:pt x="1366" y="6508"/>
                  <a:pt x="907" y="6151"/>
                  <a:pt x="728" y="5640"/>
                </a:cubicBezTo>
                <a:cubicBezTo>
                  <a:pt x="524" y="5002"/>
                  <a:pt x="741" y="4288"/>
                  <a:pt x="1290" y="3892"/>
                </a:cubicBezTo>
                <a:cubicBezTo>
                  <a:pt x="1660" y="3599"/>
                  <a:pt x="2093" y="3471"/>
                  <a:pt x="2489" y="3254"/>
                </a:cubicBezTo>
                <a:cubicBezTo>
                  <a:pt x="2897" y="3024"/>
                  <a:pt x="3127" y="2667"/>
                  <a:pt x="3357" y="2259"/>
                </a:cubicBezTo>
                <a:cubicBezTo>
                  <a:pt x="3918" y="1263"/>
                  <a:pt x="4748" y="485"/>
                  <a:pt x="5883" y="485"/>
                </a:cubicBezTo>
                <a:close/>
                <a:moveTo>
                  <a:pt x="5896" y="0"/>
                </a:moveTo>
                <a:lnTo>
                  <a:pt x="5883" y="13"/>
                </a:lnTo>
                <a:cubicBezTo>
                  <a:pt x="4697" y="13"/>
                  <a:pt x="3676" y="702"/>
                  <a:pt x="2948" y="2029"/>
                </a:cubicBezTo>
                <a:cubicBezTo>
                  <a:pt x="2731" y="2399"/>
                  <a:pt x="2566" y="2667"/>
                  <a:pt x="2272" y="2833"/>
                </a:cubicBezTo>
                <a:cubicBezTo>
                  <a:pt x="2144" y="2897"/>
                  <a:pt x="2004" y="2960"/>
                  <a:pt x="1864" y="3024"/>
                </a:cubicBezTo>
                <a:cubicBezTo>
                  <a:pt x="1558" y="3139"/>
                  <a:pt x="1264" y="3305"/>
                  <a:pt x="996" y="3509"/>
                </a:cubicBezTo>
                <a:cubicBezTo>
                  <a:pt x="294" y="4032"/>
                  <a:pt x="1" y="4951"/>
                  <a:pt x="269" y="5793"/>
                </a:cubicBezTo>
                <a:cubicBezTo>
                  <a:pt x="524" y="6482"/>
                  <a:pt x="1136" y="6967"/>
                  <a:pt x="1864" y="7031"/>
                </a:cubicBezTo>
                <a:lnTo>
                  <a:pt x="2030" y="7031"/>
                </a:lnTo>
                <a:cubicBezTo>
                  <a:pt x="2310" y="7031"/>
                  <a:pt x="2591" y="6980"/>
                  <a:pt x="2859" y="6916"/>
                </a:cubicBezTo>
                <a:cubicBezTo>
                  <a:pt x="3051" y="6853"/>
                  <a:pt x="3255" y="6827"/>
                  <a:pt x="3446" y="6814"/>
                </a:cubicBezTo>
                <a:cubicBezTo>
                  <a:pt x="3510" y="6814"/>
                  <a:pt x="3574" y="6814"/>
                  <a:pt x="3637" y="6840"/>
                </a:cubicBezTo>
                <a:cubicBezTo>
                  <a:pt x="3816" y="6891"/>
                  <a:pt x="3969" y="6980"/>
                  <a:pt x="4122" y="7095"/>
                </a:cubicBezTo>
                <a:cubicBezTo>
                  <a:pt x="4199" y="7146"/>
                  <a:pt x="4288" y="7210"/>
                  <a:pt x="4378" y="7261"/>
                </a:cubicBezTo>
                <a:cubicBezTo>
                  <a:pt x="4863" y="7541"/>
                  <a:pt x="5407" y="7682"/>
                  <a:pt x="5953" y="7682"/>
                </a:cubicBezTo>
                <a:cubicBezTo>
                  <a:pt x="6425" y="7682"/>
                  <a:pt x="6900" y="7576"/>
                  <a:pt x="7338" y="7363"/>
                </a:cubicBezTo>
                <a:cubicBezTo>
                  <a:pt x="7415" y="7325"/>
                  <a:pt x="7478" y="7286"/>
                  <a:pt x="7542" y="7248"/>
                </a:cubicBezTo>
                <a:cubicBezTo>
                  <a:pt x="7644" y="7184"/>
                  <a:pt x="7759" y="7133"/>
                  <a:pt x="7861" y="7095"/>
                </a:cubicBezTo>
                <a:cubicBezTo>
                  <a:pt x="7978" y="7053"/>
                  <a:pt x="8103" y="7028"/>
                  <a:pt x="8222" y="7028"/>
                </a:cubicBezTo>
                <a:cubicBezTo>
                  <a:pt x="8247" y="7028"/>
                  <a:pt x="8271" y="7029"/>
                  <a:pt x="8295" y="7031"/>
                </a:cubicBezTo>
                <a:cubicBezTo>
                  <a:pt x="8448" y="7031"/>
                  <a:pt x="8614" y="7044"/>
                  <a:pt x="8780" y="7057"/>
                </a:cubicBezTo>
                <a:cubicBezTo>
                  <a:pt x="8946" y="7069"/>
                  <a:pt x="9150" y="7095"/>
                  <a:pt x="9354" y="7095"/>
                </a:cubicBezTo>
                <a:cubicBezTo>
                  <a:pt x="9456" y="7095"/>
                  <a:pt x="9571" y="7082"/>
                  <a:pt x="9673" y="7069"/>
                </a:cubicBezTo>
                <a:cubicBezTo>
                  <a:pt x="10745" y="6955"/>
                  <a:pt x="11587" y="6125"/>
                  <a:pt x="11741" y="5066"/>
                </a:cubicBezTo>
                <a:cubicBezTo>
                  <a:pt x="11906" y="3994"/>
                  <a:pt x="11319" y="2960"/>
                  <a:pt x="10337" y="2539"/>
                </a:cubicBezTo>
                <a:cubicBezTo>
                  <a:pt x="10094" y="2437"/>
                  <a:pt x="9852" y="2374"/>
                  <a:pt x="9597" y="2322"/>
                </a:cubicBezTo>
                <a:cubicBezTo>
                  <a:pt x="9342" y="2271"/>
                  <a:pt x="9086" y="2195"/>
                  <a:pt x="8857" y="2067"/>
                </a:cubicBezTo>
                <a:cubicBezTo>
                  <a:pt x="8627" y="1876"/>
                  <a:pt x="8436" y="1646"/>
                  <a:pt x="8295" y="1391"/>
                </a:cubicBezTo>
                <a:cubicBezTo>
                  <a:pt x="8116" y="1110"/>
                  <a:pt x="7912" y="842"/>
                  <a:pt x="7670" y="613"/>
                </a:cubicBezTo>
                <a:cubicBezTo>
                  <a:pt x="7300" y="306"/>
                  <a:pt x="6853" y="102"/>
                  <a:pt x="6368" y="38"/>
                </a:cubicBezTo>
                <a:cubicBezTo>
                  <a:pt x="6215" y="13"/>
                  <a:pt x="6049" y="0"/>
                  <a:pt x="58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5" name="Google Shape;495;p39">
            <a:extLst>
              <a:ext uri="{FF2B5EF4-FFF2-40B4-BE49-F238E27FC236}">
                <a16:creationId xmlns:a16="http://schemas.microsoft.com/office/drawing/2014/main" id="{B77DAA89-D17B-7FCC-C32D-B2C38171711E}"/>
              </a:ext>
            </a:extLst>
          </p:cNvPr>
          <p:cNvGrpSpPr/>
          <p:nvPr/>
        </p:nvGrpSpPr>
        <p:grpSpPr>
          <a:xfrm>
            <a:off x="2187622" y="1538425"/>
            <a:ext cx="485272" cy="326060"/>
            <a:chOff x="2493575" y="1248525"/>
            <a:chExt cx="386025" cy="259375"/>
          </a:xfrm>
        </p:grpSpPr>
        <p:sp>
          <p:nvSpPr>
            <p:cNvPr id="496" name="Google Shape;496;p39">
              <a:extLst>
                <a:ext uri="{FF2B5EF4-FFF2-40B4-BE49-F238E27FC236}">
                  <a16:creationId xmlns:a16="http://schemas.microsoft.com/office/drawing/2014/main" id="{46E0091D-90B8-BD80-6BFC-68CD09747E96}"/>
                </a:ext>
              </a:extLst>
            </p:cNvPr>
            <p:cNvSpPr/>
            <p:nvPr/>
          </p:nvSpPr>
          <p:spPr>
            <a:xfrm>
              <a:off x="2499950" y="1254550"/>
              <a:ext cx="372625" cy="246975"/>
            </a:xfrm>
            <a:custGeom>
              <a:avLst/>
              <a:gdLst/>
              <a:ahLst/>
              <a:cxnLst/>
              <a:rect l="l" t="t" r="r" b="b"/>
              <a:pathLst>
                <a:path w="14905" h="9879" extrusionOk="0">
                  <a:moveTo>
                    <a:pt x="8222" y="0"/>
                  </a:moveTo>
                  <a:cubicBezTo>
                    <a:pt x="8199" y="0"/>
                    <a:pt x="8177" y="1"/>
                    <a:pt x="8154" y="1"/>
                  </a:cubicBezTo>
                  <a:cubicBezTo>
                    <a:pt x="8014" y="1"/>
                    <a:pt x="7874" y="14"/>
                    <a:pt x="7733" y="40"/>
                  </a:cubicBezTo>
                  <a:cubicBezTo>
                    <a:pt x="6891" y="206"/>
                    <a:pt x="6125" y="805"/>
                    <a:pt x="5692" y="1673"/>
                  </a:cubicBezTo>
                  <a:cubicBezTo>
                    <a:pt x="5602" y="1852"/>
                    <a:pt x="5513" y="2043"/>
                    <a:pt x="5436" y="2222"/>
                  </a:cubicBezTo>
                  <a:cubicBezTo>
                    <a:pt x="5347" y="2477"/>
                    <a:pt x="5219" y="2732"/>
                    <a:pt x="5079" y="2962"/>
                  </a:cubicBezTo>
                  <a:cubicBezTo>
                    <a:pt x="4862" y="3294"/>
                    <a:pt x="4556" y="3549"/>
                    <a:pt x="4199" y="3715"/>
                  </a:cubicBezTo>
                  <a:cubicBezTo>
                    <a:pt x="3994" y="3804"/>
                    <a:pt x="3790" y="3868"/>
                    <a:pt x="3586" y="3932"/>
                  </a:cubicBezTo>
                  <a:cubicBezTo>
                    <a:pt x="3114" y="4059"/>
                    <a:pt x="2616" y="4213"/>
                    <a:pt x="2284" y="4608"/>
                  </a:cubicBezTo>
                  <a:cubicBezTo>
                    <a:pt x="2080" y="4889"/>
                    <a:pt x="1927" y="5221"/>
                    <a:pt x="1863" y="5565"/>
                  </a:cubicBezTo>
                  <a:cubicBezTo>
                    <a:pt x="1800" y="5808"/>
                    <a:pt x="1710" y="6037"/>
                    <a:pt x="1583" y="6267"/>
                  </a:cubicBezTo>
                  <a:cubicBezTo>
                    <a:pt x="1429" y="6471"/>
                    <a:pt x="1238" y="6650"/>
                    <a:pt x="1021" y="6790"/>
                  </a:cubicBezTo>
                  <a:lnTo>
                    <a:pt x="868" y="6905"/>
                  </a:lnTo>
                  <a:cubicBezTo>
                    <a:pt x="421" y="7262"/>
                    <a:pt x="0" y="7683"/>
                    <a:pt x="0" y="8219"/>
                  </a:cubicBezTo>
                  <a:cubicBezTo>
                    <a:pt x="26" y="8679"/>
                    <a:pt x="281" y="9100"/>
                    <a:pt x="689" y="9330"/>
                  </a:cubicBezTo>
                  <a:cubicBezTo>
                    <a:pt x="1047" y="9534"/>
                    <a:pt x="1429" y="9649"/>
                    <a:pt x="1838" y="9700"/>
                  </a:cubicBezTo>
                  <a:cubicBezTo>
                    <a:pt x="2735" y="9815"/>
                    <a:pt x="3642" y="9867"/>
                    <a:pt x="4550" y="9867"/>
                  </a:cubicBezTo>
                  <a:cubicBezTo>
                    <a:pt x="4650" y="9867"/>
                    <a:pt x="4749" y="9867"/>
                    <a:pt x="4849" y="9865"/>
                  </a:cubicBezTo>
                  <a:cubicBezTo>
                    <a:pt x="5959" y="9878"/>
                    <a:pt x="7070" y="9878"/>
                    <a:pt x="8167" y="9878"/>
                  </a:cubicBezTo>
                  <a:lnTo>
                    <a:pt x="8205" y="9878"/>
                  </a:lnTo>
                  <a:cubicBezTo>
                    <a:pt x="9162" y="9878"/>
                    <a:pt x="10017" y="9865"/>
                    <a:pt x="11013" y="9789"/>
                  </a:cubicBezTo>
                  <a:cubicBezTo>
                    <a:pt x="11766" y="9738"/>
                    <a:pt x="12786" y="9661"/>
                    <a:pt x="13590" y="9253"/>
                  </a:cubicBezTo>
                  <a:cubicBezTo>
                    <a:pt x="14471" y="8806"/>
                    <a:pt x="14905" y="7926"/>
                    <a:pt x="14726" y="6918"/>
                  </a:cubicBezTo>
                  <a:cubicBezTo>
                    <a:pt x="14624" y="6382"/>
                    <a:pt x="14292" y="5961"/>
                    <a:pt x="13973" y="5552"/>
                  </a:cubicBezTo>
                  <a:cubicBezTo>
                    <a:pt x="13718" y="5221"/>
                    <a:pt x="13463" y="4902"/>
                    <a:pt x="13361" y="4544"/>
                  </a:cubicBezTo>
                  <a:cubicBezTo>
                    <a:pt x="13310" y="4378"/>
                    <a:pt x="13284" y="4213"/>
                    <a:pt x="13259" y="4047"/>
                  </a:cubicBezTo>
                  <a:cubicBezTo>
                    <a:pt x="13246" y="3957"/>
                    <a:pt x="13233" y="3868"/>
                    <a:pt x="13220" y="3766"/>
                  </a:cubicBezTo>
                  <a:cubicBezTo>
                    <a:pt x="13067" y="2949"/>
                    <a:pt x="12621" y="2298"/>
                    <a:pt x="12008" y="2043"/>
                  </a:cubicBezTo>
                  <a:cubicBezTo>
                    <a:pt x="11753" y="1954"/>
                    <a:pt x="11498" y="1890"/>
                    <a:pt x="11230" y="1865"/>
                  </a:cubicBezTo>
                  <a:cubicBezTo>
                    <a:pt x="10821" y="1801"/>
                    <a:pt x="10477" y="1737"/>
                    <a:pt x="10298" y="1482"/>
                  </a:cubicBezTo>
                  <a:cubicBezTo>
                    <a:pt x="10247" y="1418"/>
                    <a:pt x="10209" y="1329"/>
                    <a:pt x="10171" y="1252"/>
                  </a:cubicBezTo>
                  <a:cubicBezTo>
                    <a:pt x="10145" y="1214"/>
                    <a:pt x="10132" y="1163"/>
                    <a:pt x="10107" y="1112"/>
                  </a:cubicBezTo>
                  <a:cubicBezTo>
                    <a:pt x="9722" y="429"/>
                    <a:pt x="9000" y="0"/>
                    <a:pt x="82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39">
              <a:extLst>
                <a:ext uri="{FF2B5EF4-FFF2-40B4-BE49-F238E27FC236}">
                  <a16:creationId xmlns:a16="http://schemas.microsoft.com/office/drawing/2014/main" id="{15378953-EFB0-8EC5-F68F-77F3AA7E5505}"/>
                </a:ext>
              </a:extLst>
            </p:cNvPr>
            <p:cNvSpPr/>
            <p:nvPr/>
          </p:nvSpPr>
          <p:spPr>
            <a:xfrm>
              <a:off x="2493575" y="1248525"/>
              <a:ext cx="386025" cy="259375"/>
            </a:xfrm>
            <a:custGeom>
              <a:avLst/>
              <a:gdLst/>
              <a:ahLst/>
              <a:cxnLst/>
              <a:rect l="l" t="t" r="r" b="b"/>
              <a:pathLst>
                <a:path w="15441" h="10375" extrusionOk="0">
                  <a:moveTo>
                    <a:pt x="8416" y="485"/>
                  </a:moveTo>
                  <a:lnTo>
                    <a:pt x="8416" y="485"/>
                  </a:lnTo>
                  <a:cubicBezTo>
                    <a:pt x="9128" y="487"/>
                    <a:pt x="9827" y="844"/>
                    <a:pt x="10145" y="1468"/>
                  </a:cubicBezTo>
                  <a:cubicBezTo>
                    <a:pt x="10209" y="1608"/>
                    <a:pt x="10272" y="1735"/>
                    <a:pt x="10349" y="1863"/>
                  </a:cubicBezTo>
                  <a:cubicBezTo>
                    <a:pt x="10732" y="2399"/>
                    <a:pt x="11561" y="2259"/>
                    <a:pt x="12161" y="2501"/>
                  </a:cubicBezTo>
                  <a:cubicBezTo>
                    <a:pt x="12773" y="2756"/>
                    <a:pt x="13118" y="3407"/>
                    <a:pt x="13246" y="4058"/>
                  </a:cubicBezTo>
                  <a:cubicBezTo>
                    <a:pt x="13271" y="4326"/>
                    <a:pt x="13322" y="4581"/>
                    <a:pt x="13386" y="4849"/>
                  </a:cubicBezTo>
                  <a:cubicBezTo>
                    <a:pt x="13654" y="5717"/>
                    <a:pt x="14586" y="6304"/>
                    <a:pt x="14739" y="7197"/>
                  </a:cubicBezTo>
                  <a:cubicBezTo>
                    <a:pt x="14892" y="8001"/>
                    <a:pt x="14611" y="8843"/>
                    <a:pt x="13731" y="9277"/>
                  </a:cubicBezTo>
                  <a:cubicBezTo>
                    <a:pt x="13003" y="9647"/>
                    <a:pt x="12072" y="9736"/>
                    <a:pt x="11255" y="9787"/>
                  </a:cubicBezTo>
                  <a:cubicBezTo>
                    <a:pt x="10285" y="9864"/>
                    <a:pt x="9443" y="9877"/>
                    <a:pt x="8460" y="9877"/>
                  </a:cubicBezTo>
                  <a:lnTo>
                    <a:pt x="8422" y="9877"/>
                  </a:lnTo>
                  <a:cubicBezTo>
                    <a:pt x="8097" y="9881"/>
                    <a:pt x="7773" y="9882"/>
                    <a:pt x="7449" y="9882"/>
                  </a:cubicBezTo>
                  <a:cubicBezTo>
                    <a:pt x="6668" y="9882"/>
                    <a:pt x="5889" y="9873"/>
                    <a:pt x="5104" y="9864"/>
                  </a:cubicBezTo>
                  <a:cubicBezTo>
                    <a:pt x="4959" y="9868"/>
                    <a:pt x="4814" y="9870"/>
                    <a:pt x="4669" y="9870"/>
                  </a:cubicBezTo>
                  <a:cubicBezTo>
                    <a:pt x="3822" y="9870"/>
                    <a:pt x="2983" y="9807"/>
                    <a:pt x="2144" y="9698"/>
                  </a:cubicBezTo>
                  <a:cubicBezTo>
                    <a:pt x="1761" y="9660"/>
                    <a:pt x="1404" y="9545"/>
                    <a:pt x="1072" y="9366"/>
                  </a:cubicBezTo>
                  <a:cubicBezTo>
                    <a:pt x="740" y="9175"/>
                    <a:pt x="523" y="8843"/>
                    <a:pt x="498" y="8460"/>
                  </a:cubicBezTo>
                  <a:cubicBezTo>
                    <a:pt x="498" y="8001"/>
                    <a:pt x="932" y="7618"/>
                    <a:pt x="1289" y="7337"/>
                  </a:cubicBezTo>
                  <a:cubicBezTo>
                    <a:pt x="1557" y="7133"/>
                    <a:pt x="1850" y="6929"/>
                    <a:pt x="2042" y="6636"/>
                  </a:cubicBezTo>
                  <a:cubicBezTo>
                    <a:pt x="2374" y="6151"/>
                    <a:pt x="2348" y="5474"/>
                    <a:pt x="2731" y="5015"/>
                  </a:cubicBezTo>
                  <a:cubicBezTo>
                    <a:pt x="3165" y="4492"/>
                    <a:pt x="3943" y="4454"/>
                    <a:pt x="4568" y="4186"/>
                  </a:cubicBezTo>
                  <a:cubicBezTo>
                    <a:pt x="4964" y="3994"/>
                    <a:pt x="5296" y="3713"/>
                    <a:pt x="5538" y="3343"/>
                  </a:cubicBezTo>
                  <a:cubicBezTo>
                    <a:pt x="5806" y="2935"/>
                    <a:pt x="5947" y="2463"/>
                    <a:pt x="6163" y="2029"/>
                  </a:cubicBezTo>
                  <a:cubicBezTo>
                    <a:pt x="6546" y="1289"/>
                    <a:pt x="7223" y="676"/>
                    <a:pt x="8039" y="523"/>
                  </a:cubicBezTo>
                  <a:cubicBezTo>
                    <a:pt x="8165" y="498"/>
                    <a:pt x="8290" y="485"/>
                    <a:pt x="8416" y="485"/>
                  </a:cubicBezTo>
                  <a:close/>
                  <a:moveTo>
                    <a:pt x="8409" y="0"/>
                  </a:moveTo>
                  <a:lnTo>
                    <a:pt x="8422" y="13"/>
                  </a:lnTo>
                  <a:cubicBezTo>
                    <a:pt x="8392" y="10"/>
                    <a:pt x="8362" y="9"/>
                    <a:pt x="8332" y="9"/>
                  </a:cubicBezTo>
                  <a:cubicBezTo>
                    <a:pt x="8200" y="9"/>
                    <a:pt x="8073" y="30"/>
                    <a:pt x="7937" y="51"/>
                  </a:cubicBezTo>
                  <a:cubicBezTo>
                    <a:pt x="7031" y="230"/>
                    <a:pt x="6202" y="881"/>
                    <a:pt x="5730" y="1812"/>
                  </a:cubicBezTo>
                  <a:cubicBezTo>
                    <a:pt x="5628" y="1991"/>
                    <a:pt x="5551" y="2195"/>
                    <a:pt x="5474" y="2374"/>
                  </a:cubicBezTo>
                  <a:cubicBezTo>
                    <a:pt x="5385" y="2616"/>
                    <a:pt x="5270" y="2858"/>
                    <a:pt x="5130" y="3088"/>
                  </a:cubicBezTo>
                  <a:cubicBezTo>
                    <a:pt x="4938" y="3369"/>
                    <a:pt x="4670" y="3599"/>
                    <a:pt x="4351" y="3739"/>
                  </a:cubicBezTo>
                  <a:cubicBezTo>
                    <a:pt x="4160" y="3828"/>
                    <a:pt x="3969" y="3892"/>
                    <a:pt x="3764" y="3943"/>
                  </a:cubicBezTo>
                  <a:cubicBezTo>
                    <a:pt x="3292" y="4083"/>
                    <a:pt x="2744" y="4249"/>
                    <a:pt x="2361" y="4709"/>
                  </a:cubicBezTo>
                  <a:cubicBezTo>
                    <a:pt x="2131" y="5015"/>
                    <a:pt x="1965" y="5372"/>
                    <a:pt x="1876" y="5742"/>
                  </a:cubicBezTo>
                  <a:cubicBezTo>
                    <a:pt x="1825" y="5959"/>
                    <a:pt x="1748" y="6176"/>
                    <a:pt x="1633" y="6380"/>
                  </a:cubicBezTo>
                  <a:cubicBezTo>
                    <a:pt x="1493" y="6559"/>
                    <a:pt x="1314" y="6725"/>
                    <a:pt x="1123" y="6853"/>
                  </a:cubicBezTo>
                  <a:cubicBezTo>
                    <a:pt x="1072" y="6891"/>
                    <a:pt x="1021" y="6929"/>
                    <a:pt x="970" y="6980"/>
                  </a:cubicBezTo>
                  <a:cubicBezTo>
                    <a:pt x="651" y="7223"/>
                    <a:pt x="0" y="7746"/>
                    <a:pt x="13" y="8473"/>
                  </a:cubicBezTo>
                  <a:cubicBezTo>
                    <a:pt x="38" y="9022"/>
                    <a:pt x="345" y="9507"/>
                    <a:pt x="817" y="9787"/>
                  </a:cubicBezTo>
                  <a:cubicBezTo>
                    <a:pt x="1200" y="10004"/>
                    <a:pt x="1621" y="10145"/>
                    <a:pt x="2055" y="10183"/>
                  </a:cubicBezTo>
                  <a:cubicBezTo>
                    <a:pt x="2964" y="10310"/>
                    <a:pt x="3883" y="10364"/>
                    <a:pt x="4804" y="10364"/>
                  </a:cubicBezTo>
                  <a:cubicBezTo>
                    <a:pt x="4904" y="10364"/>
                    <a:pt x="5004" y="10363"/>
                    <a:pt x="5104" y="10362"/>
                  </a:cubicBezTo>
                  <a:cubicBezTo>
                    <a:pt x="6202" y="10374"/>
                    <a:pt x="7325" y="10374"/>
                    <a:pt x="8422" y="10374"/>
                  </a:cubicBezTo>
                  <a:lnTo>
                    <a:pt x="8460" y="10374"/>
                  </a:lnTo>
                  <a:cubicBezTo>
                    <a:pt x="9417" y="10374"/>
                    <a:pt x="10272" y="10362"/>
                    <a:pt x="11293" y="10285"/>
                  </a:cubicBezTo>
                  <a:cubicBezTo>
                    <a:pt x="12059" y="10234"/>
                    <a:pt x="13105" y="10145"/>
                    <a:pt x="13947" y="9724"/>
                  </a:cubicBezTo>
                  <a:cubicBezTo>
                    <a:pt x="14917" y="9252"/>
                    <a:pt x="15440" y="8167"/>
                    <a:pt x="15224" y="7120"/>
                  </a:cubicBezTo>
                  <a:cubicBezTo>
                    <a:pt x="15109" y="6521"/>
                    <a:pt x="14739" y="6049"/>
                    <a:pt x="14420" y="5653"/>
                  </a:cubicBezTo>
                  <a:cubicBezTo>
                    <a:pt x="14177" y="5372"/>
                    <a:pt x="13973" y="5053"/>
                    <a:pt x="13833" y="4709"/>
                  </a:cubicBezTo>
                  <a:cubicBezTo>
                    <a:pt x="13794" y="4568"/>
                    <a:pt x="13769" y="4415"/>
                    <a:pt x="13756" y="4262"/>
                  </a:cubicBezTo>
                  <a:cubicBezTo>
                    <a:pt x="13743" y="4160"/>
                    <a:pt x="13731" y="4071"/>
                    <a:pt x="13705" y="3969"/>
                  </a:cubicBezTo>
                  <a:cubicBezTo>
                    <a:pt x="13552" y="3063"/>
                    <a:pt x="13041" y="2348"/>
                    <a:pt x="12352" y="2067"/>
                  </a:cubicBezTo>
                  <a:cubicBezTo>
                    <a:pt x="12084" y="1965"/>
                    <a:pt x="11804" y="1901"/>
                    <a:pt x="11523" y="1863"/>
                  </a:cubicBezTo>
                  <a:cubicBezTo>
                    <a:pt x="11115" y="1799"/>
                    <a:pt x="10859" y="1748"/>
                    <a:pt x="10745" y="1595"/>
                  </a:cubicBezTo>
                  <a:cubicBezTo>
                    <a:pt x="10706" y="1531"/>
                    <a:pt x="10668" y="1468"/>
                    <a:pt x="10642" y="1404"/>
                  </a:cubicBezTo>
                  <a:cubicBezTo>
                    <a:pt x="10617" y="1353"/>
                    <a:pt x="10591" y="1302"/>
                    <a:pt x="10566" y="1251"/>
                  </a:cubicBezTo>
                  <a:cubicBezTo>
                    <a:pt x="10183" y="485"/>
                    <a:pt x="9341" y="0"/>
                    <a:pt x="840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98" name="Google Shape;498;p39">
            <a:extLst>
              <a:ext uri="{FF2B5EF4-FFF2-40B4-BE49-F238E27FC236}">
                <a16:creationId xmlns:a16="http://schemas.microsoft.com/office/drawing/2014/main" id="{3F558A8F-ABCE-FA33-E86E-CDAD3BCA7BDA}"/>
              </a:ext>
            </a:extLst>
          </p:cNvPr>
          <p:cNvSpPr/>
          <p:nvPr/>
        </p:nvSpPr>
        <p:spPr>
          <a:xfrm>
            <a:off x="825952" y="3143349"/>
            <a:ext cx="1070221" cy="866189"/>
          </a:xfrm>
          <a:custGeom>
            <a:avLst/>
            <a:gdLst/>
            <a:ahLst/>
            <a:cxnLst/>
            <a:rect l="l" t="t" r="r" b="b"/>
            <a:pathLst>
              <a:path w="31661" h="25625" fill="none" extrusionOk="0">
                <a:moveTo>
                  <a:pt x="24489" y="25267"/>
                </a:moveTo>
                <a:cubicBezTo>
                  <a:pt x="23404" y="24705"/>
                  <a:pt x="22358" y="23735"/>
                  <a:pt x="22383" y="22523"/>
                </a:cubicBezTo>
                <a:cubicBezTo>
                  <a:pt x="22421" y="20673"/>
                  <a:pt x="24872" y="19422"/>
                  <a:pt x="24616" y="17585"/>
                </a:cubicBezTo>
                <a:cubicBezTo>
                  <a:pt x="24463" y="16411"/>
                  <a:pt x="23213" y="15696"/>
                  <a:pt x="22051" y="15479"/>
                </a:cubicBezTo>
                <a:cubicBezTo>
                  <a:pt x="20877" y="15250"/>
                  <a:pt x="19652" y="15326"/>
                  <a:pt x="18555" y="14892"/>
                </a:cubicBezTo>
                <a:cubicBezTo>
                  <a:pt x="16934" y="14190"/>
                  <a:pt x="15965" y="12532"/>
                  <a:pt x="16143" y="10783"/>
                </a:cubicBezTo>
                <a:cubicBezTo>
                  <a:pt x="16347" y="9124"/>
                  <a:pt x="18147" y="7619"/>
                  <a:pt x="19652" y="8333"/>
                </a:cubicBezTo>
                <a:cubicBezTo>
                  <a:pt x="20112" y="8537"/>
                  <a:pt x="20469" y="8908"/>
                  <a:pt x="20788" y="9290"/>
                </a:cubicBezTo>
                <a:cubicBezTo>
                  <a:pt x="21299" y="9877"/>
                  <a:pt x="21783" y="10554"/>
                  <a:pt x="21847" y="11319"/>
                </a:cubicBezTo>
                <a:cubicBezTo>
                  <a:pt x="21962" y="12889"/>
                  <a:pt x="20367" y="13961"/>
                  <a:pt x="19002" y="14739"/>
                </a:cubicBezTo>
                <a:cubicBezTo>
                  <a:pt x="17636" y="15518"/>
                  <a:pt x="16092" y="16743"/>
                  <a:pt x="16398" y="18287"/>
                </a:cubicBezTo>
                <a:cubicBezTo>
                  <a:pt x="16692" y="19741"/>
                  <a:pt x="18657" y="20354"/>
                  <a:pt x="20010" y="19729"/>
                </a:cubicBezTo>
                <a:cubicBezTo>
                  <a:pt x="21375" y="19091"/>
                  <a:pt x="22179" y="17700"/>
                  <a:pt x="22728" y="16309"/>
                </a:cubicBezTo>
                <a:cubicBezTo>
                  <a:pt x="22945" y="15747"/>
                  <a:pt x="23174" y="15135"/>
                  <a:pt x="23685" y="14816"/>
                </a:cubicBezTo>
                <a:cubicBezTo>
                  <a:pt x="24259" y="14458"/>
                  <a:pt x="24999" y="14599"/>
                  <a:pt x="25675" y="14650"/>
                </a:cubicBezTo>
                <a:cubicBezTo>
                  <a:pt x="27526" y="14816"/>
                  <a:pt x="29542" y="14139"/>
                  <a:pt x="30588" y="12595"/>
                </a:cubicBezTo>
                <a:cubicBezTo>
                  <a:pt x="31647" y="11064"/>
                  <a:pt x="31392" y="8652"/>
                  <a:pt x="29810" y="7657"/>
                </a:cubicBezTo>
                <a:cubicBezTo>
                  <a:pt x="28700" y="6955"/>
                  <a:pt x="27194" y="7083"/>
                  <a:pt x="26084" y="7785"/>
                </a:cubicBezTo>
                <a:cubicBezTo>
                  <a:pt x="24974" y="8499"/>
                  <a:pt x="24246" y="9686"/>
                  <a:pt x="23889" y="10962"/>
                </a:cubicBezTo>
                <a:cubicBezTo>
                  <a:pt x="23468" y="12442"/>
                  <a:pt x="23570" y="14165"/>
                  <a:pt x="24527" y="15377"/>
                </a:cubicBezTo>
                <a:cubicBezTo>
                  <a:pt x="25484" y="16602"/>
                  <a:pt x="27436" y="17049"/>
                  <a:pt x="28649" y="16092"/>
                </a:cubicBezTo>
                <a:cubicBezTo>
                  <a:pt x="30116" y="14918"/>
                  <a:pt x="29682" y="12366"/>
                  <a:pt x="28215" y="11166"/>
                </a:cubicBezTo>
                <a:cubicBezTo>
                  <a:pt x="26747" y="9979"/>
                  <a:pt x="24706" y="9839"/>
                  <a:pt x="22817" y="9954"/>
                </a:cubicBezTo>
                <a:cubicBezTo>
                  <a:pt x="21541" y="10030"/>
                  <a:pt x="20201" y="10247"/>
                  <a:pt x="19257" y="11102"/>
                </a:cubicBezTo>
                <a:cubicBezTo>
                  <a:pt x="18300" y="11957"/>
                  <a:pt x="18032" y="13642"/>
                  <a:pt x="19002" y="14471"/>
                </a:cubicBezTo>
                <a:cubicBezTo>
                  <a:pt x="20010" y="15313"/>
                  <a:pt x="21669" y="14701"/>
                  <a:pt x="22409" y="13603"/>
                </a:cubicBezTo>
                <a:cubicBezTo>
                  <a:pt x="23162" y="12519"/>
                  <a:pt x="23302" y="11153"/>
                  <a:pt x="23595" y="9865"/>
                </a:cubicBezTo>
                <a:cubicBezTo>
                  <a:pt x="23876" y="8576"/>
                  <a:pt x="24438" y="7198"/>
                  <a:pt x="25624" y="6623"/>
                </a:cubicBezTo>
                <a:cubicBezTo>
                  <a:pt x="26211" y="6330"/>
                  <a:pt x="26900" y="6279"/>
                  <a:pt x="27487" y="5985"/>
                </a:cubicBezTo>
                <a:cubicBezTo>
                  <a:pt x="29185" y="5143"/>
                  <a:pt x="29236" y="2400"/>
                  <a:pt x="27768" y="1200"/>
                </a:cubicBezTo>
                <a:cubicBezTo>
                  <a:pt x="26301" y="1"/>
                  <a:pt x="23965" y="307"/>
                  <a:pt x="22562" y="1583"/>
                </a:cubicBezTo>
                <a:cubicBezTo>
                  <a:pt x="21720" y="2336"/>
                  <a:pt x="21158" y="3344"/>
                  <a:pt x="20482" y="4263"/>
                </a:cubicBezTo>
                <a:cubicBezTo>
                  <a:pt x="18606" y="6815"/>
                  <a:pt x="15875" y="8614"/>
                  <a:pt x="12787" y="9341"/>
                </a:cubicBezTo>
                <a:cubicBezTo>
                  <a:pt x="12455" y="9443"/>
                  <a:pt x="12098" y="9469"/>
                  <a:pt x="11754" y="9431"/>
                </a:cubicBezTo>
                <a:cubicBezTo>
                  <a:pt x="11383" y="9341"/>
                  <a:pt x="11039" y="9163"/>
                  <a:pt x="10771" y="8882"/>
                </a:cubicBezTo>
                <a:cubicBezTo>
                  <a:pt x="9750" y="7912"/>
                  <a:pt x="9508" y="6381"/>
                  <a:pt x="10158" y="5143"/>
                </a:cubicBezTo>
                <a:cubicBezTo>
                  <a:pt x="10822" y="3905"/>
                  <a:pt x="12226" y="3242"/>
                  <a:pt x="13591" y="3548"/>
                </a:cubicBezTo>
                <a:cubicBezTo>
                  <a:pt x="14867" y="3816"/>
                  <a:pt x="15837" y="4850"/>
                  <a:pt x="16845" y="5692"/>
                </a:cubicBezTo>
                <a:cubicBezTo>
                  <a:pt x="18006" y="6674"/>
                  <a:pt x="19423" y="7491"/>
                  <a:pt x="20941" y="7376"/>
                </a:cubicBezTo>
                <a:cubicBezTo>
                  <a:pt x="22447" y="7274"/>
                  <a:pt x="23927" y="5909"/>
                  <a:pt x="23685" y="4416"/>
                </a:cubicBezTo>
                <a:cubicBezTo>
                  <a:pt x="23417" y="2872"/>
                  <a:pt x="21490" y="2081"/>
                  <a:pt x="19971" y="2489"/>
                </a:cubicBezTo>
                <a:cubicBezTo>
                  <a:pt x="18453" y="2897"/>
                  <a:pt x="17304" y="4122"/>
                  <a:pt x="16296" y="5335"/>
                </a:cubicBezTo>
                <a:cubicBezTo>
                  <a:pt x="15518" y="6279"/>
                  <a:pt x="14625" y="7338"/>
                  <a:pt x="13400" y="7402"/>
                </a:cubicBezTo>
                <a:cubicBezTo>
                  <a:pt x="12034" y="7491"/>
                  <a:pt x="10873" y="6126"/>
                  <a:pt x="10784" y="4760"/>
                </a:cubicBezTo>
                <a:cubicBezTo>
                  <a:pt x="10707" y="3382"/>
                  <a:pt x="11473" y="2081"/>
                  <a:pt x="12443" y="1085"/>
                </a:cubicBezTo>
                <a:cubicBezTo>
                  <a:pt x="12953" y="562"/>
                  <a:pt x="13629" y="77"/>
                  <a:pt x="14369" y="166"/>
                </a:cubicBezTo>
                <a:cubicBezTo>
                  <a:pt x="15390" y="307"/>
                  <a:pt x="15901" y="1494"/>
                  <a:pt x="16105" y="2514"/>
                </a:cubicBezTo>
                <a:cubicBezTo>
                  <a:pt x="16654" y="5220"/>
                  <a:pt x="16296" y="8308"/>
                  <a:pt x="14357" y="10273"/>
                </a:cubicBezTo>
                <a:cubicBezTo>
                  <a:pt x="11958" y="12697"/>
                  <a:pt x="7428" y="12442"/>
                  <a:pt x="5335" y="9763"/>
                </a:cubicBezTo>
                <a:cubicBezTo>
                  <a:pt x="4773" y="9048"/>
                  <a:pt x="4365" y="8155"/>
                  <a:pt x="4442" y="7249"/>
                </a:cubicBezTo>
                <a:cubicBezTo>
                  <a:pt x="4531" y="6572"/>
                  <a:pt x="4799" y="5934"/>
                  <a:pt x="5233" y="5411"/>
                </a:cubicBezTo>
                <a:cubicBezTo>
                  <a:pt x="6011" y="4365"/>
                  <a:pt x="7211" y="3561"/>
                  <a:pt x="8525" y="3561"/>
                </a:cubicBezTo>
                <a:cubicBezTo>
                  <a:pt x="9827" y="3561"/>
                  <a:pt x="11141" y="4543"/>
                  <a:pt x="11256" y="5845"/>
                </a:cubicBezTo>
                <a:cubicBezTo>
                  <a:pt x="11358" y="7070"/>
                  <a:pt x="10414" y="8180"/>
                  <a:pt x="9291" y="8716"/>
                </a:cubicBezTo>
                <a:cubicBezTo>
                  <a:pt x="8168" y="9239"/>
                  <a:pt x="6892" y="9290"/>
                  <a:pt x="5679" y="9418"/>
                </a:cubicBezTo>
                <a:cubicBezTo>
                  <a:pt x="4454" y="9546"/>
                  <a:pt x="3166" y="9763"/>
                  <a:pt x="2196" y="10528"/>
                </a:cubicBezTo>
                <a:cubicBezTo>
                  <a:pt x="652" y="11740"/>
                  <a:pt x="511" y="14497"/>
                  <a:pt x="2170" y="15556"/>
                </a:cubicBezTo>
                <a:cubicBezTo>
                  <a:pt x="3497" y="16398"/>
                  <a:pt x="5373" y="15862"/>
                  <a:pt x="6458" y="14714"/>
                </a:cubicBezTo>
                <a:cubicBezTo>
                  <a:pt x="7555" y="13578"/>
                  <a:pt x="8040" y="11996"/>
                  <a:pt x="8397" y="10464"/>
                </a:cubicBezTo>
                <a:cubicBezTo>
                  <a:pt x="8653" y="9392"/>
                  <a:pt x="8831" y="8206"/>
                  <a:pt x="8283" y="7274"/>
                </a:cubicBezTo>
                <a:cubicBezTo>
                  <a:pt x="7849" y="6534"/>
                  <a:pt x="7019" y="6100"/>
                  <a:pt x="6177" y="5947"/>
                </a:cubicBezTo>
                <a:cubicBezTo>
                  <a:pt x="4556" y="5654"/>
                  <a:pt x="2821" y="6343"/>
                  <a:pt x="1685" y="7568"/>
                </a:cubicBezTo>
                <a:cubicBezTo>
                  <a:pt x="550" y="8780"/>
                  <a:pt x="1" y="10477"/>
                  <a:pt x="14" y="12136"/>
                </a:cubicBezTo>
                <a:cubicBezTo>
                  <a:pt x="14" y="13157"/>
                  <a:pt x="243" y="14203"/>
                  <a:pt x="830" y="15033"/>
                </a:cubicBezTo>
                <a:cubicBezTo>
                  <a:pt x="1953" y="16602"/>
                  <a:pt x="4186" y="17036"/>
                  <a:pt x="6037" y="16538"/>
                </a:cubicBezTo>
                <a:cubicBezTo>
                  <a:pt x="7517" y="16130"/>
                  <a:pt x="8831" y="15224"/>
                  <a:pt x="10299" y="14777"/>
                </a:cubicBezTo>
                <a:cubicBezTo>
                  <a:pt x="11779" y="14344"/>
                  <a:pt x="13655" y="14509"/>
                  <a:pt x="14472" y="15811"/>
                </a:cubicBezTo>
                <a:cubicBezTo>
                  <a:pt x="15250" y="17062"/>
                  <a:pt x="14574" y="18912"/>
                  <a:pt x="13234" y="19524"/>
                </a:cubicBezTo>
                <a:cubicBezTo>
                  <a:pt x="11894" y="20137"/>
                  <a:pt x="10197" y="19601"/>
                  <a:pt x="9278" y="18440"/>
                </a:cubicBezTo>
                <a:cubicBezTo>
                  <a:pt x="8372" y="17279"/>
                  <a:pt x="8206" y="15645"/>
                  <a:pt x="8640" y="14242"/>
                </a:cubicBezTo>
                <a:cubicBezTo>
                  <a:pt x="9125" y="12710"/>
                  <a:pt x="10312" y="11396"/>
                  <a:pt x="11830" y="10924"/>
                </a:cubicBezTo>
                <a:cubicBezTo>
                  <a:pt x="13999" y="10247"/>
                  <a:pt x="16590" y="11562"/>
                  <a:pt x="17330" y="13718"/>
                </a:cubicBezTo>
                <a:cubicBezTo>
                  <a:pt x="18057" y="15862"/>
                  <a:pt x="16820" y="18491"/>
                  <a:pt x="14688" y="19282"/>
                </a:cubicBezTo>
                <a:cubicBezTo>
                  <a:pt x="12966" y="19920"/>
                  <a:pt x="11001" y="19448"/>
                  <a:pt x="9240" y="19997"/>
                </a:cubicBezTo>
                <a:cubicBezTo>
                  <a:pt x="8449" y="20239"/>
                  <a:pt x="7721" y="20686"/>
                  <a:pt x="7147" y="21298"/>
                </a:cubicBezTo>
                <a:cubicBezTo>
                  <a:pt x="6764" y="21707"/>
                  <a:pt x="6445" y="22204"/>
                  <a:pt x="6394" y="22753"/>
                </a:cubicBezTo>
                <a:cubicBezTo>
                  <a:pt x="6330" y="23710"/>
                  <a:pt x="7160" y="24565"/>
                  <a:pt x="8091" y="24756"/>
                </a:cubicBezTo>
                <a:cubicBezTo>
                  <a:pt x="9035" y="24935"/>
                  <a:pt x="10005" y="24565"/>
                  <a:pt x="10771" y="23991"/>
                </a:cubicBezTo>
                <a:cubicBezTo>
                  <a:pt x="11856" y="23174"/>
                  <a:pt x="12621" y="21872"/>
                  <a:pt x="12583" y="20520"/>
                </a:cubicBezTo>
                <a:cubicBezTo>
                  <a:pt x="12557" y="19167"/>
                  <a:pt x="11600" y="17827"/>
                  <a:pt x="10273" y="17559"/>
                </a:cubicBezTo>
                <a:cubicBezTo>
                  <a:pt x="8946" y="17291"/>
                  <a:pt x="7440" y="18312"/>
                  <a:pt x="7389" y="19665"/>
                </a:cubicBezTo>
                <a:cubicBezTo>
                  <a:pt x="7338" y="20928"/>
                  <a:pt x="8512" y="22013"/>
                  <a:pt x="9776" y="22179"/>
                </a:cubicBezTo>
                <a:cubicBezTo>
                  <a:pt x="11026" y="22332"/>
                  <a:pt x="12277" y="21758"/>
                  <a:pt x="13247" y="20954"/>
                </a:cubicBezTo>
                <a:cubicBezTo>
                  <a:pt x="13987" y="20341"/>
                  <a:pt x="14612" y="19588"/>
                  <a:pt x="15480" y="19193"/>
                </a:cubicBezTo>
                <a:cubicBezTo>
                  <a:pt x="16985" y="18491"/>
                  <a:pt x="18989" y="19231"/>
                  <a:pt x="19678" y="20737"/>
                </a:cubicBezTo>
                <a:cubicBezTo>
                  <a:pt x="20367" y="22242"/>
                  <a:pt x="19627" y="24246"/>
                  <a:pt x="18121" y="24935"/>
                </a:cubicBezTo>
                <a:cubicBezTo>
                  <a:pt x="16615" y="25624"/>
                  <a:pt x="14612" y="24884"/>
                  <a:pt x="13936" y="23365"/>
                </a:cubicBezTo>
                <a:cubicBezTo>
                  <a:pt x="13566" y="22561"/>
                  <a:pt x="13553" y="21630"/>
                  <a:pt x="13668" y="20749"/>
                </a:cubicBezTo>
                <a:cubicBezTo>
                  <a:pt x="13834" y="19550"/>
                  <a:pt x="14216" y="18338"/>
                  <a:pt x="15020" y="17432"/>
                </a:cubicBezTo>
                <a:cubicBezTo>
                  <a:pt x="15811" y="16513"/>
                  <a:pt x="17075" y="15951"/>
                  <a:pt x="18261" y="16194"/>
                </a:cubicBezTo>
                <a:cubicBezTo>
                  <a:pt x="19448" y="16449"/>
                  <a:pt x="20431" y="17636"/>
                  <a:pt x="20227" y="18835"/>
                </a:cubicBezTo>
                <a:cubicBezTo>
                  <a:pt x="20112" y="19588"/>
                  <a:pt x="19589" y="20239"/>
                  <a:pt x="19589" y="21005"/>
                </a:cubicBezTo>
                <a:cubicBezTo>
                  <a:pt x="19589" y="21974"/>
                  <a:pt x="20482" y="22753"/>
                  <a:pt x="21413" y="23034"/>
                </a:cubicBezTo>
                <a:cubicBezTo>
                  <a:pt x="23621" y="23684"/>
                  <a:pt x="26199" y="22000"/>
                  <a:pt x="26530" y="19729"/>
                </a:cubicBezTo>
                <a:cubicBezTo>
                  <a:pt x="26862" y="17444"/>
                  <a:pt x="24923" y="15122"/>
                  <a:pt x="22626" y="15007"/>
                </a:cubicBezTo>
                <a:cubicBezTo>
                  <a:pt x="21758" y="14956"/>
                  <a:pt x="20737" y="15339"/>
                  <a:pt x="20584" y="16194"/>
                </a:cubicBezTo>
                <a:cubicBezTo>
                  <a:pt x="20444" y="16921"/>
                  <a:pt x="21056" y="17598"/>
                  <a:pt x="21720" y="17929"/>
                </a:cubicBezTo>
                <a:cubicBezTo>
                  <a:pt x="23340" y="18733"/>
                  <a:pt x="25548" y="18031"/>
                  <a:pt x="26416" y="16436"/>
                </a:cubicBezTo>
                <a:cubicBezTo>
                  <a:pt x="27322" y="14790"/>
                  <a:pt x="26798" y="12723"/>
                  <a:pt x="25918" y="11051"/>
                </a:cubicBezTo>
                <a:cubicBezTo>
                  <a:pt x="25050" y="9380"/>
                  <a:pt x="23851" y="7848"/>
                  <a:pt x="23366" y="6036"/>
                </a:cubicBezTo>
                <a:cubicBezTo>
                  <a:pt x="22894" y="4212"/>
                  <a:pt x="23430" y="1915"/>
                  <a:pt x="25165" y="1187"/>
                </a:cubicBezTo>
                <a:cubicBezTo>
                  <a:pt x="26900" y="460"/>
                  <a:pt x="28904" y="1672"/>
                  <a:pt x="30014" y="3204"/>
                </a:cubicBezTo>
                <a:cubicBezTo>
                  <a:pt x="31060" y="4658"/>
                  <a:pt x="31660" y="6560"/>
                  <a:pt x="31188" y="8282"/>
                </a:cubicBezTo>
                <a:cubicBezTo>
                  <a:pt x="30499" y="10745"/>
                  <a:pt x="27947" y="12149"/>
                  <a:pt x="26479" y="14242"/>
                </a:cubicBezTo>
                <a:cubicBezTo>
                  <a:pt x="26250" y="14573"/>
                  <a:pt x="26045" y="14931"/>
                  <a:pt x="26020" y="15339"/>
                </a:cubicBezTo>
                <a:cubicBezTo>
                  <a:pt x="25982" y="16322"/>
                  <a:pt x="27015" y="16947"/>
                  <a:pt x="27615" y="17725"/>
                </a:cubicBezTo>
                <a:cubicBezTo>
                  <a:pt x="28802" y="19307"/>
                  <a:pt x="28100" y="21758"/>
                  <a:pt x="26530" y="22957"/>
                </a:cubicBezTo>
                <a:cubicBezTo>
                  <a:pt x="24961" y="24169"/>
                  <a:pt x="22843" y="24361"/>
                  <a:pt x="20877" y="24169"/>
                </a:cubicBezTo>
                <a:cubicBezTo>
                  <a:pt x="18491" y="23940"/>
                  <a:pt x="16130" y="23187"/>
                  <a:pt x="14191" y="21783"/>
                </a:cubicBezTo>
                <a:cubicBezTo>
                  <a:pt x="12251" y="20392"/>
                  <a:pt x="10745" y="18312"/>
                  <a:pt x="10273" y="15964"/>
                </a:cubicBezTo>
                <a:cubicBezTo>
                  <a:pt x="9903" y="14139"/>
                  <a:pt x="10056" y="12034"/>
                  <a:pt x="8768" y="10707"/>
                </a:cubicBezTo>
                <a:cubicBezTo>
                  <a:pt x="7619" y="9507"/>
                  <a:pt x="5552" y="9456"/>
                  <a:pt x="4212" y="10413"/>
                </a:cubicBezTo>
                <a:cubicBezTo>
                  <a:pt x="2859" y="11383"/>
                  <a:pt x="2234" y="13170"/>
                  <a:pt x="2464" y="14816"/>
                </a:cubicBezTo>
                <a:cubicBezTo>
                  <a:pt x="2744" y="16883"/>
                  <a:pt x="4786" y="18848"/>
                  <a:pt x="6777" y="18197"/>
                </a:cubicBezTo>
                <a:cubicBezTo>
                  <a:pt x="8372" y="17674"/>
                  <a:pt x="9087" y="15824"/>
                  <a:pt x="9342" y="14152"/>
                </a:cubicBezTo>
                <a:cubicBezTo>
                  <a:pt x="9610" y="12493"/>
                  <a:pt x="9661" y="10681"/>
                  <a:pt x="10682" y="9354"/>
                </a:cubicBezTo>
                <a:cubicBezTo>
                  <a:pt x="11205" y="8691"/>
                  <a:pt x="11996" y="8180"/>
                  <a:pt x="12838" y="8218"/>
                </a:cubicBezTo>
                <a:cubicBezTo>
                  <a:pt x="13872" y="8257"/>
                  <a:pt x="14765" y="9137"/>
                  <a:pt x="14969" y="10145"/>
                </a:cubicBezTo>
                <a:cubicBezTo>
                  <a:pt x="15173" y="11166"/>
                  <a:pt x="14791" y="12238"/>
                  <a:pt x="14101" y="13016"/>
                </a:cubicBezTo>
                <a:cubicBezTo>
                  <a:pt x="13502" y="13667"/>
                  <a:pt x="12685" y="14178"/>
                  <a:pt x="12379" y="15007"/>
                </a:cubicBezTo>
                <a:cubicBezTo>
                  <a:pt x="12085" y="15837"/>
                  <a:pt x="12864" y="17036"/>
                  <a:pt x="13655" y="16628"/>
                </a:cubicBezTo>
              </a:path>
            </a:pathLst>
          </a:custGeom>
          <a:noFill/>
          <a:ln w="19050" cap="flat" cmpd="sng">
            <a:solidFill>
              <a:schemeClr val="dk1"/>
            </a:solidFill>
            <a:prstDash val="solid"/>
            <a:miter lim="1276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9" name="Google Shape;499;p39">
            <a:extLst>
              <a:ext uri="{FF2B5EF4-FFF2-40B4-BE49-F238E27FC236}">
                <a16:creationId xmlns:a16="http://schemas.microsoft.com/office/drawing/2014/main" id="{C5CF831D-95DD-A04B-A97B-4C00D3686CB7}"/>
              </a:ext>
            </a:extLst>
          </p:cNvPr>
          <p:cNvGrpSpPr/>
          <p:nvPr/>
        </p:nvGrpSpPr>
        <p:grpSpPr>
          <a:xfrm rot="-2316253">
            <a:off x="1055698" y="1468819"/>
            <a:ext cx="664301" cy="1213372"/>
            <a:chOff x="849025" y="3368050"/>
            <a:chExt cx="491325" cy="897425"/>
          </a:xfrm>
        </p:grpSpPr>
        <p:sp>
          <p:nvSpPr>
            <p:cNvPr id="500" name="Google Shape;500;p39">
              <a:extLst>
                <a:ext uri="{FF2B5EF4-FFF2-40B4-BE49-F238E27FC236}">
                  <a16:creationId xmlns:a16="http://schemas.microsoft.com/office/drawing/2014/main" id="{BE2B0E0D-440B-B2C8-EC73-7F0356726BE3}"/>
                </a:ext>
              </a:extLst>
            </p:cNvPr>
            <p:cNvSpPr/>
            <p:nvPr/>
          </p:nvSpPr>
          <p:spPr>
            <a:xfrm>
              <a:off x="862600" y="3987625"/>
              <a:ext cx="375725" cy="232000"/>
            </a:xfrm>
            <a:custGeom>
              <a:avLst/>
              <a:gdLst/>
              <a:ahLst/>
              <a:cxnLst/>
              <a:rect l="l" t="t" r="r" b="b"/>
              <a:pathLst>
                <a:path w="15029" h="9280" extrusionOk="0">
                  <a:moveTo>
                    <a:pt x="1258" y="0"/>
                  </a:moveTo>
                  <a:cubicBezTo>
                    <a:pt x="380" y="0"/>
                    <a:pt x="1" y="868"/>
                    <a:pt x="389" y="2194"/>
                  </a:cubicBezTo>
                  <a:cubicBezTo>
                    <a:pt x="1474" y="5881"/>
                    <a:pt x="4468" y="9279"/>
                    <a:pt x="8133" y="9279"/>
                  </a:cubicBezTo>
                  <a:cubicBezTo>
                    <a:pt x="8477" y="9279"/>
                    <a:pt x="8827" y="9249"/>
                    <a:pt x="9181" y="9187"/>
                  </a:cubicBezTo>
                  <a:cubicBezTo>
                    <a:pt x="12946" y="8536"/>
                    <a:pt x="15026" y="5805"/>
                    <a:pt x="15026" y="4376"/>
                  </a:cubicBezTo>
                  <a:cubicBezTo>
                    <a:pt x="15029" y="3594"/>
                    <a:pt x="14596" y="3298"/>
                    <a:pt x="13931" y="3298"/>
                  </a:cubicBezTo>
                  <a:cubicBezTo>
                    <a:pt x="11847" y="3298"/>
                    <a:pt x="7485" y="6209"/>
                    <a:pt x="7135" y="6209"/>
                  </a:cubicBezTo>
                  <a:cubicBezTo>
                    <a:pt x="7124" y="6209"/>
                    <a:pt x="7117" y="6206"/>
                    <a:pt x="7114" y="6201"/>
                  </a:cubicBezTo>
                  <a:cubicBezTo>
                    <a:pt x="4682" y="1694"/>
                    <a:pt x="2484" y="0"/>
                    <a:pt x="125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39">
              <a:extLst>
                <a:ext uri="{FF2B5EF4-FFF2-40B4-BE49-F238E27FC236}">
                  <a16:creationId xmlns:a16="http://schemas.microsoft.com/office/drawing/2014/main" id="{372FF794-82A7-4434-9C8F-5C4D19871D15}"/>
                </a:ext>
              </a:extLst>
            </p:cNvPr>
            <p:cNvSpPr/>
            <p:nvPr/>
          </p:nvSpPr>
          <p:spPr>
            <a:xfrm>
              <a:off x="849025" y="3949300"/>
              <a:ext cx="389875" cy="286200"/>
            </a:xfrm>
            <a:custGeom>
              <a:avLst/>
              <a:gdLst/>
              <a:ahLst/>
              <a:cxnLst/>
              <a:rect l="l" t="t" r="r" b="b"/>
              <a:pathLst>
                <a:path w="15595" h="11448" fill="none" extrusionOk="0">
                  <a:moveTo>
                    <a:pt x="7657" y="7734"/>
                  </a:moveTo>
                  <a:cubicBezTo>
                    <a:pt x="3484" y="1"/>
                    <a:pt x="1" y="550"/>
                    <a:pt x="932" y="3727"/>
                  </a:cubicBezTo>
                  <a:cubicBezTo>
                    <a:pt x="2119" y="7759"/>
                    <a:pt x="5590" y="11447"/>
                    <a:pt x="9724" y="10720"/>
                  </a:cubicBezTo>
                  <a:cubicBezTo>
                    <a:pt x="13489" y="10069"/>
                    <a:pt x="15569" y="7338"/>
                    <a:pt x="15569" y="5909"/>
                  </a:cubicBezTo>
                  <a:cubicBezTo>
                    <a:pt x="15594" y="2604"/>
                    <a:pt x="7797" y="7989"/>
                    <a:pt x="7657" y="7734"/>
                  </a:cubicBezTo>
                  <a:close/>
                </a:path>
              </a:pathLst>
            </a:custGeom>
            <a:solidFill>
              <a:schemeClr val="dk1"/>
            </a:solidFill>
            <a:ln w="8625" cap="flat" cmpd="sng">
              <a:solidFill>
                <a:srgbClr val="000000"/>
              </a:solidFill>
              <a:prstDash val="solid"/>
              <a:miter lim="1276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39">
              <a:extLst>
                <a:ext uri="{FF2B5EF4-FFF2-40B4-BE49-F238E27FC236}">
                  <a16:creationId xmlns:a16="http://schemas.microsoft.com/office/drawing/2014/main" id="{46E7AA3B-D3DC-A492-1C25-9CC7BF12B855}"/>
                </a:ext>
              </a:extLst>
            </p:cNvPr>
            <p:cNvSpPr/>
            <p:nvPr/>
          </p:nvSpPr>
          <p:spPr>
            <a:xfrm>
              <a:off x="972800" y="3655825"/>
              <a:ext cx="327350" cy="237550"/>
            </a:xfrm>
            <a:custGeom>
              <a:avLst/>
              <a:gdLst/>
              <a:ahLst/>
              <a:cxnLst/>
              <a:rect l="l" t="t" r="r" b="b"/>
              <a:pathLst>
                <a:path w="13094" h="9502" extrusionOk="0">
                  <a:moveTo>
                    <a:pt x="1400" y="1"/>
                  </a:moveTo>
                  <a:cubicBezTo>
                    <a:pt x="1122" y="1"/>
                    <a:pt x="882" y="170"/>
                    <a:pt x="703" y="549"/>
                  </a:cubicBezTo>
                  <a:cubicBezTo>
                    <a:pt x="1" y="2055"/>
                    <a:pt x="1583" y="7299"/>
                    <a:pt x="4148" y="8920"/>
                  </a:cubicBezTo>
                  <a:cubicBezTo>
                    <a:pt x="4779" y="9317"/>
                    <a:pt x="5465" y="9501"/>
                    <a:pt x="6161" y="9501"/>
                  </a:cubicBezTo>
                  <a:cubicBezTo>
                    <a:pt x="6717" y="9501"/>
                    <a:pt x="7279" y="9383"/>
                    <a:pt x="7823" y="9162"/>
                  </a:cubicBezTo>
                  <a:cubicBezTo>
                    <a:pt x="10733" y="7963"/>
                    <a:pt x="13093" y="4568"/>
                    <a:pt x="10950" y="4224"/>
                  </a:cubicBezTo>
                  <a:lnTo>
                    <a:pt x="10937" y="4224"/>
                  </a:lnTo>
                  <a:cubicBezTo>
                    <a:pt x="10748" y="4196"/>
                    <a:pt x="10557" y="4183"/>
                    <a:pt x="10367" y="4183"/>
                  </a:cubicBezTo>
                  <a:cubicBezTo>
                    <a:pt x="9849" y="4183"/>
                    <a:pt x="9332" y="4283"/>
                    <a:pt x="8857" y="4479"/>
                  </a:cubicBezTo>
                  <a:cubicBezTo>
                    <a:pt x="7325" y="5041"/>
                    <a:pt x="6305" y="6010"/>
                    <a:pt x="5488" y="6712"/>
                  </a:cubicBezTo>
                  <a:cubicBezTo>
                    <a:pt x="5376" y="6806"/>
                    <a:pt x="5316" y="6857"/>
                    <a:pt x="5276" y="6857"/>
                  </a:cubicBezTo>
                  <a:cubicBezTo>
                    <a:pt x="5229" y="6857"/>
                    <a:pt x="5210" y="6787"/>
                    <a:pt x="5169" y="6636"/>
                  </a:cubicBezTo>
                  <a:cubicBezTo>
                    <a:pt x="4647" y="3421"/>
                    <a:pt x="2648" y="1"/>
                    <a:pt x="140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39">
              <a:extLst>
                <a:ext uri="{FF2B5EF4-FFF2-40B4-BE49-F238E27FC236}">
                  <a16:creationId xmlns:a16="http://schemas.microsoft.com/office/drawing/2014/main" id="{31EF84AC-9A3F-1CFF-6EFF-AA732738F21A}"/>
                </a:ext>
              </a:extLst>
            </p:cNvPr>
            <p:cNvSpPr/>
            <p:nvPr/>
          </p:nvSpPr>
          <p:spPr>
            <a:xfrm>
              <a:off x="972800" y="3617525"/>
              <a:ext cx="327350" cy="279800"/>
            </a:xfrm>
            <a:custGeom>
              <a:avLst/>
              <a:gdLst/>
              <a:ahLst/>
              <a:cxnLst/>
              <a:rect l="l" t="t" r="r" b="b"/>
              <a:pathLst>
                <a:path w="13094" h="11192" fill="none" extrusionOk="0">
                  <a:moveTo>
                    <a:pt x="10937" y="5756"/>
                  </a:moveTo>
                  <a:cubicBezTo>
                    <a:pt x="10235" y="5654"/>
                    <a:pt x="9508" y="5743"/>
                    <a:pt x="8857" y="6011"/>
                  </a:cubicBezTo>
                  <a:cubicBezTo>
                    <a:pt x="7325" y="6573"/>
                    <a:pt x="6305" y="7542"/>
                    <a:pt x="5488" y="8244"/>
                  </a:cubicBezTo>
                  <a:cubicBezTo>
                    <a:pt x="5245" y="8448"/>
                    <a:pt x="5245" y="8448"/>
                    <a:pt x="5169" y="8168"/>
                  </a:cubicBezTo>
                  <a:cubicBezTo>
                    <a:pt x="4531" y="4237"/>
                    <a:pt x="1685" y="1"/>
                    <a:pt x="703" y="2081"/>
                  </a:cubicBezTo>
                  <a:cubicBezTo>
                    <a:pt x="1" y="3587"/>
                    <a:pt x="1583" y="8831"/>
                    <a:pt x="4148" y="10452"/>
                  </a:cubicBezTo>
                  <a:cubicBezTo>
                    <a:pt x="5284" y="11166"/>
                    <a:pt x="6598" y="11192"/>
                    <a:pt x="7823" y="10694"/>
                  </a:cubicBezTo>
                  <a:cubicBezTo>
                    <a:pt x="10733" y="9495"/>
                    <a:pt x="13093" y="6100"/>
                    <a:pt x="10937" y="5756"/>
                  </a:cubicBezTo>
                  <a:close/>
                </a:path>
              </a:pathLst>
            </a:custGeom>
            <a:solidFill>
              <a:schemeClr val="dk1"/>
            </a:solidFill>
            <a:ln w="8625" cap="flat" cmpd="sng">
              <a:solidFill>
                <a:srgbClr val="000000"/>
              </a:solidFill>
              <a:prstDash val="solid"/>
              <a:miter lim="1276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39">
              <a:extLst>
                <a:ext uri="{FF2B5EF4-FFF2-40B4-BE49-F238E27FC236}">
                  <a16:creationId xmlns:a16="http://schemas.microsoft.com/office/drawing/2014/main" id="{CEDA0AA4-70EC-8176-C7EA-02362975DAF6}"/>
                </a:ext>
              </a:extLst>
            </p:cNvPr>
            <p:cNvSpPr/>
            <p:nvPr/>
          </p:nvSpPr>
          <p:spPr>
            <a:xfrm>
              <a:off x="910125" y="3833975"/>
              <a:ext cx="310150" cy="213700"/>
            </a:xfrm>
            <a:custGeom>
              <a:avLst/>
              <a:gdLst/>
              <a:ahLst/>
              <a:cxnLst/>
              <a:rect l="l" t="t" r="r" b="b"/>
              <a:pathLst>
                <a:path w="12406" h="8548" extrusionOk="0">
                  <a:moveTo>
                    <a:pt x="1232" y="0"/>
                  </a:moveTo>
                  <a:cubicBezTo>
                    <a:pt x="895" y="0"/>
                    <a:pt x="611" y="190"/>
                    <a:pt x="492" y="722"/>
                  </a:cubicBezTo>
                  <a:cubicBezTo>
                    <a:pt x="1" y="2951"/>
                    <a:pt x="3362" y="8547"/>
                    <a:pt x="6921" y="8547"/>
                  </a:cubicBezTo>
                  <a:cubicBezTo>
                    <a:pt x="6968" y="8547"/>
                    <a:pt x="7016" y="8546"/>
                    <a:pt x="7063" y="8544"/>
                  </a:cubicBezTo>
                  <a:cubicBezTo>
                    <a:pt x="9386" y="8455"/>
                    <a:pt x="12168" y="5813"/>
                    <a:pt x="12308" y="4678"/>
                  </a:cubicBezTo>
                  <a:cubicBezTo>
                    <a:pt x="12405" y="3908"/>
                    <a:pt x="11931" y="3679"/>
                    <a:pt x="11337" y="3679"/>
                  </a:cubicBezTo>
                  <a:cubicBezTo>
                    <a:pt x="10760" y="3679"/>
                    <a:pt x="10069" y="3895"/>
                    <a:pt x="9679" y="4040"/>
                  </a:cubicBezTo>
                  <a:cubicBezTo>
                    <a:pt x="8429" y="4512"/>
                    <a:pt x="7268" y="5277"/>
                    <a:pt x="6145" y="5992"/>
                  </a:cubicBezTo>
                  <a:cubicBezTo>
                    <a:pt x="6145" y="5992"/>
                    <a:pt x="4920" y="2738"/>
                    <a:pt x="2699" y="735"/>
                  </a:cubicBezTo>
                  <a:cubicBezTo>
                    <a:pt x="2335" y="408"/>
                    <a:pt x="1727" y="0"/>
                    <a:pt x="12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39">
              <a:extLst>
                <a:ext uri="{FF2B5EF4-FFF2-40B4-BE49-F238E27FC236}">
                  <a16:creationId xmlns:a16="http://schemas.microsoft.com/office/drawing/2014/main" id="{EC04523C-4D63-312A-381D-86FCC47EB5A9}"/>
                </a:ext>
              </a:extLst>
            </p:cNvPr>
            <p:cNvSpPr/>
            <p:nvPr/>
          </p:nvSpPr>
          <p:spPr>
            <a:xfrm>
              <a:off x="909975" y="3819150"/>
              <a:ext cx="312650" cy="232275"/>
            </a:xfrm>
            <a:custGeom>
              <a:avLst/>
              <a:gdLst/>
              <a:ahLst/>
              <a:cxnLst/>
              <a:rect l="l" t="t" r="r" b="b"/>
              <a:pathLst>
                <a:path w="12506" h="9291" fill="none" extrusionOk="0">
                  <a:moveTo>
                    <a:pt x="7069" y="9137"/>
                  </a:moveTo>
                  <a:cubicBezTo>
                    <a:pt x="9392" y="9048"/>
                    <a:pt x="12174" y="6406"/>
                    <a:pt x="12314" y="5271"/>
                  </a:cubicBezTo>
                  <a:cubicBezTo>
                    <a:pt x="12505" y="3752"/>
                    <a:pt x="10477" y="4339"/>
                    <a:pt x="9685" y="4633"/>
                  </a:cubicBezTo>
                  <a:cubicBezTo>
                    <a:pt x="8435" y="5105"/>
                    <a:pt x="7274" y="5870"/>
                    <a:pt x="6151" y="6585"/>
                  </a:cubicBezTo>
                  <a:cubicBezTo>
                    <a:pt x="6151" y="6585"/>
                    <a:pt x="4926" y="3331"/>
                    <a:pt x="2705" y="1328"/>
                  </a:cubicBezTo>
                  <a:cubicBezTo>
                    <a:pt x="2093" y="779"/>
                    <a:pt x="791" y="1"/>
                    <a:pt x="498" y="1315"/>
                  </a:cubicBezTo>
                  <a:cubicBezTo>
                    <a:pt x="0" y="3561"/>
                    <a:pt x="3458" y="9290"/>
                    <a:pt x="7069" y="9137"/>
                  </a:cubicBezTo>
                  <a:close/>
                </a:path>
              </a:pathLst>
            </a:custGeom>
            <a:solidFill>
              <a:schemeClr val="dk1"/>
            </a:solidFill>
            <a:ln w="8625" cap="flat" cmpd="sng">
              <a:solidFill>
                <a:srgbClr val="000000"/>
              </a:solidFill>
              <a:prstDash val="solid"/>
              <a:miter lim="1276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39">
              <a:extLst>
                <a:ext uri="{FF2B5EF4-FFF2-40B4-BE49-F238E27FC236}">
                  <a16:creationId xmlns:a16="http://schemas.microsoft.com/office/drawing/2014/main" id="{5C3DF67C-B07F-EA54-B3B6-588BE571D62A}"/>
                </a:ext>
              </a:extLst>
            </p:cNvPr>
            <p:cNvSpPr/>
            <p:nvPr/>
          </p:nvSpPr>
          <p:spPr>
            <a:xfrm>
              <a:off x="1056375" y="3497300"/>
              <a:ext cx="250475" cy="233900"/>
            </a:xfrm>
            <a:custGeom>
              <a:avLst/>
              <a:gdLst/>
              <a:ahLst/>
              <a:cxnLst/>
              <a:rect l="l" t="t" r="r" b="b"/>
              <a:pathLst>
                <a:path w="10019" h="9356" extrusionOk="0">
                  <a:moveTo>
                    <a:pt x="1356" y="1"/>
                  </a:moveTo>
                  <a:cubicBezTo>
                    <a:pt x="0" y="1"/>
                    <a:pt x="52" y="6220"/>
                    <a:pt x="2375" y="8600"/>
                  </a:cubicBezTo>
                  <a:cubicBezTo>
                    <a:pt x="2890" y="9134"/>
                    <a:pt x="3530" y="9356"/>
                    <a:pt x="4221" y="9356"/>
                  </a:cubicBezTo>
                  <a:cubicBezTo>
                    <a:pt x="5857" y="9356"/>
                    <a:pt x="7784" y="8116"/>
                    <a:pt x="9048" y="6852"/>
                  </a:cubicBezTo>
                  <a:cubicBezTo>
                    <a:pt x="9444" y="6443"/>
                    <a:pt x="10018" y="5614"/>
                    <a:pt x="9840" y="5001"/>
                  </a:cubicBezTo>
                  <a:cubicBezTo>
                    <a:pt x="9722" y="4596"/>
                    <a:pt x="9381" y="4455"/>
                    <a:pt x="8966" y="4455"/>
                  </a:cubicBezTo>
                  <a:cubicBezTo>
                    <a:pt x="8259" y="4455"/>
                    <a:pt x="7337" y="4864"/>
                    <a:pt x="6943" y="5065"/>
                  </a:cubicBezTo>
                  <a:lnTo>
                    <a:pt x="6943" y="5078"/>
                  </a:lnTo>
                  <a:cubicBezTo>
                    <a:pt x="4289" y="6456"/>
                    <a:pt x="3957" y="6481"/>
                    <a:pt x="3957" y="6481"/>
                  </a:cubicBezTo>
                  <a:cubicBezTo>
                    <a:pt x="3957" y="6481"/>
                    <a:pt x="3549" y="1696"/>
                    <a:pt x="1826" y="216"/>
                  </a:cubicBezTo>
                  <a:cubicBezTo>
                    <a:pt x="1655" y="69"/>
                    <a:pt x="1497" y="1"/>
                    <a:pt x="13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39">
              <a:extLst>
                <a:ext uri="{FF2B5EF4-FFF2-40B4-BE49-F238E27FC236}">
                  <a16:creationId xmlns:a16="http://schemas.microsoft.com/office/drawing/2014/main" id="{27E810C5-E420-38E8-9A38-1925076C2FAE}"/>
                </a:ext>
              </a:extLst>
            </p:cNvPr>
            <p:cNvSpPr/>
            <p:nvPr/>
          </p:nvSpPr>
          <p:spPr>
            <a:xfrm>
              <a:off x="1051600" y="3463775"/>
              <a:ext cx="255250" cy="293500"/>
            </a:xfrm>
            <a:custGeom>
              <a:avLst/>
              <a:gdLst/>
              <a:ahLst/>
              <a:cxnLst/>
              <a:rect l="l" t="t" r="r" b="b"/>
              <a:pathLst>
                <a:path w="10210" h="11740" fill="none" extrusionOk="0">
                  <a:moveTo>
                    <a:pt x="7134" y="6419"/>
                  </a:moveTo>
                  <a:cubicBezTo>
                    <a:pt x="4480" y="7797"/>
                    <a:pt x="4148" y="7822"/>
                    <a:pt x="4148" y="7822"/>
                  </a:cubicBezTo>
                  <a:cubicBezTo>
                    <a:pt x="4148" y="7822"/>
                    <a:pt x="3740" y="3037"/>
                    <a:pt x="2017" y="1557"/>
                  </a:cubicBezTo>
                  <a:cubicBezTo>
                    <a:pt x="205" y="0"/>
                    <a:pt x="1" y="7312"/>
                    <a:pt x="2566" y="9941"/>
                  </a:cubicBezTo>
                  <a:cubicBezTo>
                    <a:pt x="4301" y="11740"/>
                    <a:pt x="7440" y="9992"/>
                    <a:pt x="9239" y="8193"/>
                  </a:cubicBezTo>
                  <a:cubicBezTo>
                    <a:pt x="9635" y="7784"/>
                    <a:pt x="10209" y="6955"/>
                    <a:pt x="10031" y="6342"/>
                  </a:cubicBezTo>
                  <a:cubicBezTo>
                    <a:pt x="9712" y="5258"/>
                    <a:pt x="7746" y="6087"/>
                    <a:pt x="7134" y="6419"/>
                  </a:cubicBezTo>
                  <a:close/>
                </a:path>
              </a:pathLst>
            </a:custGeom>
            <a:solidFill>
              <a:schemeClr val="dk1"/>
            </a:solidFill>
            <a:ln w="8625" cap="flat" cmpd="sng">
              <a:solidFill>
                <a:srgbClr val="000000"/>
              </a:solidFill>
              <a:prstDash val="solid"/>
              <a:miter lim="1276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39">
              <a:extLst>
                <a:ext uri="{FF2B5EF4-FFF2-40B4-BE49-F238E27FC236}">
                  <a16:creationId xmlns:a16="http://schemas.microsoft.com/office/drawing/2014/main" id="{24F28C9D-0AFD-9CC6-B467-EC94FEB72A49}"/>
                </a:ext>
              </a:extLst>
            </p:cNvPr>
            <p:cNvSpPr/>
            <p:nvPr/>
          </p:nvSpPr>
          <p:spPr>
            <a:xfrm>
              <a:off x="1150175" y="3374450"/>
              <a:ext cx="184100" cy="199075"/>
            </a:xfrm>
            <a:custGeom>
              <a:avLst/>
              <a:gdLst/>
              <a:ahLst/>
              <a:cxnLst/>
              <a:rect l="l" t="t" r="r" b="b"/>
              <a:pathLst>
                <a:path w="7364" h="7963" extrusionOk="0">
                  <a:moveTo>
                    <a:pt x="2183" y="0"/>
                  </a:moveTo>
                  <a:cubicBezTo>
                    <a:pt x="1302" y="0"/>
                    <a:pt x="537" y="1812"/>
                    <a:pt x="307" y="3573"/>
                  </a:cubicBezTo>
                  <a:cubicBezTo>
                    <a:pt x="1" y="5896"/>
                    <a:pt x="652" y="7503"/>
                    <a:pt x="2043" y="7886"/>
                  </a:cubicBezTo>
                  <a:cubicBezTo>
                    <a:pt x="2247" y="7937"/>
                    <a:pt x="2464" y="7963"/>
                    <a:pt x="2681" y="7963"/>
                  </a:cubicBezTo>
                  <a:cubicBezTo>
                    <a:pt x="4607" y="7963"/>
                    <a:pt x="6483" y="5768"/>
                    <a:pt x="7108" y="4186"/>
                  </a:cubicBezTo>
                  <a:cubicBezTo>
                    <a:pt x="7338" y="3586"/>
                    <a:pt x="7364" y="3152"/>
                    <a:pt x="7172" y="2871"/>
                  </a:cubicBezTo>
                  <a:lnTo>
                    <a:pt x="7160" y="2871"/>
                  </a:lnTo>
                  <a:cubicBezTo>
                    <a:pt x="7021" y="2674"/>
                    <a:pt x="6797" y="2562"/>
                    <a:pt x="6557" y="2562"/>
                  </a:cubicBezTo>
                  <a:cubicBezTo>
                    <a:pt x="6532" y="2562"/>
                    <a:pt x="6508" y="2563"/>
                    <a:pt x="6483" y="2565"/>
                  </a:cubicBezTo>
                  <a:cubicBezTo>
                    <a:pt x="5590" y="2565"/>
                    <a:pt x="4148" y="3420"/>
                    <a:pt x="3752" y="3726"/>
                  </a:cubicBezTo>
                  <a:cubicBezTo>
                    <a:pt x="3701" y="3765"/>
                    <a:pt x="3574" y="3854"/>
                    <a:pt x="3472" y="3930"/>
                  </a:cubicBezTo>
                  <a:lnTo>
                    <a:pt x="3472" y="3714"/>
                  </a:lnTo>
                  <a:cubicBezTo>
                    <a:pt x="3484" y="2922"/>
                    <a:pt x="3395" y="2118"/>
                    <a:pt x="3204" y="1353"/>
                  </a:cubicBezTo>
                  <a:cubicBezTo>
                    <a:pt x="2987" y="447"/>
                    <a:pt x="2642" y="0"/>
                    <a:pt x="218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39">
              <a:extLst>
                <a:ext uri="{FF2B5EF4-FFF2-40B4-BE49-F238E27FC236}">
                  <a16:creationId xmlns:a16="http://schemas.microsoft.com/office/drawing/2014/main" id="{A1425C53-E4DA-420D-B991-E217FBC425DC}"/>
                </a:ext>
              </a:extLst>
            </p:cNvPr>
            <p:cNvSpPr/>
            <p:nvPr/>
          </p:nvSpPr>
          <p:spPr>
            <a:xfrm>
              <a:off x="1150175" y="3374450"/>
              <a:ext cx="183775" cy="199075"/>
            </a:xfrm>
            <a:custGeom>
              <a:avLst/>
              <a:gdLst/>
              <a:ahLst/>
              <a:cxnLst/>
              <a:rect l="l" t="t" r="r" b="b"/>
              <a:pathLst>
                <a:path w="7351" h="7963" fill="none" extrusionOk="0">
                  <a:moveTo>
                    <a:pt x="7160" y="2871"/>
                  </a:moveTo>
                  <a:cubicBezTo>
                    <a:pt x="7006" y="2654"/>
                    <a:pt x="6751" y="2540"/>
                    <a:pt x="6483" y="2565"/>
                  </a:cubicBezTo>
                  <a:cubicBezTo>
                    <a:pt x="5590" y="2565"/>
                    <a:pt x="4148" y="3420"/>
                    <a:pt x="3752" y="3726"/>
                  </a:cubicBezTo>
                  <a:cubicBezTo>
                    <a:pt x="3701" y="3765"/>
                    <a:pt x="3574" y="3854"/>
                    <a:pt x="3472" y="3930"/>
                  </a:cubicBezTo>
                  <a:lnTo>
                    <a:pt x="3472" y="3714"/>
                  </a:lnTo>
                  <a:cubicBezTo>
                    <a:pt x="3484" y="2922"/>
                    <a:pt x="3395" y="2118"/>
                    <a:pt x="3204" y="1353"/>
                  </a:cubicBezTo>
                  <a:cubicBezTo>
                    <a:pt x="2987" y="447"/>
                    <a:pt x="2642" y="0"/>
                    <a:pt x="2183" y="0"/>
                  </a:cubicBezTo>
                  <a:cubicBezTo>
                    <a:pt x="1302" y="0"/>
                    <a:pt x="537" y="1812"/>
                    <a:pt x="307" y="3573"/>
                  </a:cubicBezTo>
                  <a:cubicBezTo>
                    <a:pt x="1" y="5896"/>
                    <a:pt x="652" y="7503"/>
                    <a:pt x="2043" y="7886"/>
                  </a:cubicBezTo>
                  <a:cubicBezTo>
                    <a:pt x="2247" y="7937"/>
                    <a:pt x="2464" y="7963"/>
                    <a:pt x="2681" y="7963"/>
                  </a:cubicBezTo>
                  <a:lnTo>
                    <a:pt x="2681" y="7963"/>
                  </a:lnTo>
                  <a:cubicBezTo>
                    <a:pt x="4607" y="7963"/>
                    <a:pt x="6483" y="5768"/>
                    <a:pt x="7108" y="4186"/>
                  </a:cubicBezTo>
                  <a:cubicBezTo>
                    <a:pt x="7338" y="3586"/>
                    <a:pt x="7351" y="3152"/>
                    <a:pt x="7160" y="2871"/>
                  </a:cubicBezTo>
                  <a:close/>
                </a:path>
              </a:pathLst>
            </a:custGeom>
            <a:solidFill>
              <a:schemeClr val="dk1"/>
            </a:solidFill>
            <a:ln w="8625" cap="flat" cmpd="sng">
              <a:solidFill>
                <a:srgbClr val="000000"/>
              </a:solidFill>
              <a:prstDash val="solid"/>
              <a:miter lim="1276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39">
              <a:extLst>
                <a:ext uri="{FF2B5EF4-FFF2-40B4-BE49-F238E27FC236}">
                  <a16:creationId xmlns:a16="http://schemas.microsoft.com/office/drawing/2014/main" id="{E9B108CF-503F-0A81-95D6-0FA31445CEA3}"/>
                </a:ext>
              </a:extLst>
            </p:cNvPr>
            <p:cNvSpPr/>
            <p:nvPr/>
          </p:nvSpPr>
          <p:spPr>
            <a:xfrm>
              <a:off x="1226200" y="3470100"/>
              <a:ext cx="78675" cy="64200"/>
            </a:xfrm>
            <a:custGeom>
              <a:avLst/>
              <a:gdLst/>
              <a:ahLst/>
              <a:cxnLst/>
              <a:rect l="l" t="t" r="r" b="b"/>
              <a:pathLst>
                <a:path w="3147" h="2568" extrusionOk="0">
                  <a:moveTo>
                    <a:pt x="2925" y="1"/>
                  </a:moveTo>
                  <a:cubicBezTo>
                    <a:pt x="2889" y="1"/>
                    <a:pt x="2851" y="13"/>
                    <a:pt x="2817" y="41"/>
                  </a:cubicBezTo>
                  <a:cubicBezTo>
                    <a:pt x="2498" y="283"/>
                    <a:pt x="1707" y="1010"/>
                    <a:pt x="852" y="1712"/>
                  </a:cubicBezTo>
                  <a:cubicBezTo>
                    <a:pt x="651" y="1850"/>
                    <a:pt x="154" y="2210"/>
                    <a:pt x="162" y="2210"/>
                  </a:cubicBezTo>
                  <a:cubicBezTo>
                    <a:pt x="162" y="2210"/>
                    <a:pt x="162" y="2210"/>
                    <a:pt x="163" y="2210"/>
                  </a:cubicBezTo>
                  <a:lnTo>
                    <a:pt x="163" y="2210"/>
                  </a:lnTo>
                  <a:cubicBezTo>
                    <a:pt x="1" y="2322"/>
                    <a:pt x="94" y="2568"/>
                    <a:pt x="277" y="2568"/>
                  </a:cubicBezTo>
                  <a:cubicBezTo>
                    <a:pt x="281" y="2568"/>
                    <a:pt x="286" y="2568"/>
                    <a:pt x="290" y="2567"/>
                  </a:cubicBezTo>
                  <a:cubicBezTo>
                    <a:pt x="1452" y="2440"/>
                    <a:pt x="2677" y="1304"/>
                    <a:pt x="3098" y="245"/>
                  </a:cubicBezTo>
                  <a:cubicBezTo>
                    <a:pt x="3146" y="119"/>
                    <a:pt x="3041" y="1"/>
                    <a:pt x="29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39">
              <a:extLst>
                <a:ext uri="{FF2B5EF4-FFF2-40B4-BE49-F238E27FC236}">
                  <a16:creationId xmlns:a16="http://schemas.microsoft.com/office/drawing/2014/main" id="{F4B3DE0D-18E3-A150-8F70-841423ECEB6C}"/>
                </a:ext>
              </a:extLst>
            </p:cNvPr>
            <p:cNvSpPr/>
            <p:nvPr/>
          </p:nvSpPr>
          <p:spPr>
            <a:xfrm>
              <a:off x="1178900" y="3412400"/>
              <a:ext cx="31600" cy="100375"/>
            </a:xfrm>
            <a:custGeom>
              <a:avLst/>
              <a:gdLst/>
              <a:ahLst/>
              <a:cxnLst/>
              <a:rect l="l" t="t" r="r" b="b"/>
              <a:pathLst>
                <a:path w="1264" h="4015" extrusionOk="0">
                  <a:moveTo>
                    <a:pt x="945" y="1"/>
                  </a:moveTo>
                  <a:cubicBezTo>
                    <a:pt x="881" y="1"/>
                    <a:pt x="817" y="26"/>
                    <a:pt x="779" y="90"/>
                  </a:cubicBezTo>
                  <a:cubicBezTo>
                    <a:pt x="587" y="358"/>
                    <a:pt x="447" y="664"/>
                    <a:pt x="345" y="983"/>
                  </a:cubicBezTo>
                  <a:cubicBezTo>
                    <a:pt x="77" y="1800"/>
                    <a:pt x="0" y="2974"/>
                    <a:pt x="383" y="3880"/>
                  </a:cubicBezTo>
                  <a:cubicBezTo>
                    <a:pt x="417" y="3971"/>
                    <a:pt x="495" y="4014"/>
                    <a:pt x="573" y="4014"/>
                  </a:cubicBezTo>
                  <a:cubicBezTo>
                    <a:pt x="669" y="4014"/>
                    <a:pt x="765" y="3949"/>
                    <a:pt x="779" y="3829"/>
                  </a:cubicBezTo>
                  <a:cubicBezTo>
                    <a:pt x="830" y="3510"/>
                    <a:pt x="842" y="3216"/>
                    <a:pt x="868" y="2910"/>
                  </a:cubicBezTo>
                  <a:cubicBezTo>
                    <a:pt x="1098" y="218"/>
                    <a:pt x="1264" y="13"/>
                    <a:pt x="94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39">
              <a:extLst>
                <a:ext uri="{FF2B5EF4-FFF2-40B4-BE49-F238E27FC236}">
                  <a16:creationId xmlns:a16="http://schemas.microsoft.com/office/drawing/2014/main" id="{EF2036DA-0DC7-464E-8608-DD87CCDC8812}"/>
                </a:ext>
              </a:extLst>
            </p:cNvPr>
            <p:cNvSpPr/>
            <p:nvPr/>
          </p:nvSpPr>
          <p:spPr>
            <a:xfrm>
              <a:off x="1085100" y="3542200"/>
              <a:ext cx="45325" cy="126275"/>
            </a:xfrm>
            <a:custGeom>
              <a:avLst/>
              <a:gdLst/>
              <a:ahLst/>
              <a:cxnLst/>
              <a:rect l="l" t="t" r="r" b="b"/>
              <a:pathLst>
                <a:path w="1813" h="5051" extrusionOk="0">
                  <a:moveTo>
                    <a:pt x="245" y="1"/>
                  </a:moveTo>
                  <a:cubicBezTo>
                    <a:pt x="156" y="1"/>
                    <a:pt x="66" y="62"/>
                    <a:pt x="52" y="181"/>
                  </a:cubicBezTo>
                  <a:cubicBezTo>
                    <a:pt x="1" y="602"/>
                    <a:pt x="179" y="2848"/>
                    <a:pt x="690" y="3920"/>
                  </a:cubicBezTo>
                  <a:cubicBezTo>
                    <a:pt x="854" y="4270"/>
                    <a:pt x="1299" y="5050"/>
                    <a:pt x="1607" y="5050"/>
                  </a:cubicBezTo>
                  <a:cubicBezTo>
                    <a:pt x="1659" y="5050"/>
                    <a:pt x="1707" y="5028"/>
                    <a:pt x="1749" y="4979"/>
                  </a:cubicBezTo>
                  <a:cubicBezTo>
                    <a:pt x="1813" y="4915"/>
                    <a:pt x="1813" y="4826"/>
                    <a:pt x="1774" y="4749"/>
                  </a:cubicBezTo>
                  <a:cubicBezTo>
                    <a:pt x="1213" y="3601"/>
                    <a:pt x="868" y="1495"/>
                    <a:pt x="422" y="130"/>
                  </a:cubicBezTo>
                  <a:cubicBezTo>
                    <a:pt x="393" y="43"/>
                    <a:pt x="319" y="1"/>
                    <a:pt x="24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39">
              <a:extLst>
                <a:ext uri="{FF2B5EF4-FFF2-40B4-BE49-F238E27FC236}">
                  <a16:creationId xmlns:a16="http://schemas.microsoft.com/office/drawing/2014/main" id="{AEC24ACA-75C2-6D30-896A-5DB722B88566}"/>
                </a:ext>
              </a:extLst>
            </p:cNvPr>
            <p:cNvSpPr/>
            <p:nvPr/>
          </p:nvSpPr>
          <p:spPr>
            <a:xfrm>
              <a:off x="1012350" y="3706600"/>
              <a:ext cx="64175" cy="118825"/>
            </a:xfrm>
            <a:custGeom>
              <a:avLst/>
              <a:gdLst/>
              <a:ahLst/>
              <a:cxnLst/>
              <a:rect l="l" t="t" r="r" b="b"/>
              <a:pathLst>
                <a:path w="2567" h="4753" extrusionOk="0">
                  <a:moveTo>
                    <a:pt x="407" y="0"/>
                  </a:moveTo>
                  <a:cubicBezTo>
                    <a:pt x="387" y="0"/>
                    <a:pt x="367" y="4"/>
                    <a:pt x="346" y="11"/>
                  </a:cubicBezTo>
                  <a:cubicBezTo>
                    <a:pt x="269" y="36"/>
                    <a:pt x="218" y="100"/>
                    <a:pt x="218" y="177"/>
                  </a:cubicBezTo>
                  <a:lnTo>
                    <a:pt x="205" y="177"/>
                  </a:lnTo>
                  <a:cubicBezTo>
                    <a:pt x="1" y="2677"/>
                    <a:pt x="1740" y="4752"/>
                    <a:pt x="2357" y="4752"/>
                  </a:cubicBezTo>
                  <a:cubicBezTo>
                    <a:pt x="2433" y="4752"/>
                    <a:pt x="2492" y="4721"/>
                    <a:pt x="2528" y="4656"/>
                  </a:cubicBezTo>
                  <a:cubicBezTo>
                    <a:pt x="2566" y="4579"/>
                    <a:pt x="2553" y="4490"/>
                    <a:pt x="2502" y="4426"/>
                  </a:cubicBezTo>
                  <a:cubicBezTo>
                    <a:pt x="869" y="2290"/>
                    <a:pt x="902" y="0"/>
                    <a:pt x="4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39">
              <a:extLst>
                <a:ext uri="{FF2B5EF4-FFF2-40B4-BE49-F238E27FC236}">
                  <a16:creationId xmlns:a16="http://schemas.microsoft.com/office/drawing/2014/main" id="{C26D2483-A356-B4E8-0C96-EC62058F9A35}"/>
                </a:ext>
              </a:extLst>
            </p:cNvPr>
            <p:cNvSpPr/>
            <p:nvPr/>
          </p:nvSpPr>
          <p:spPr>
            <a:xfrm>
              <a:off x="948575" y="3860600"/>
              <a:ext cx="86150" cy="129125"/>
            </a:xfrm>
            <a:custGeom>
              <a:avLst/>
              <a:gdLst/>
              <a:ahLst/>
              <a:cxnLst/>
              <a:rect l="l" t="t" r="r" b="b"/>
              <a:pathLst>
                <a:path w="3446" h="5165" extrusionOk="0">
                  <a:moveTo>
                    <a:pt x="242" y="1"/>
                  </a:moveTo>
                  <a:cubicBezTo>
                    <a:pt x="210" y="1"/>
                    <a:pt x="179" y="9"/>
                    <a:pt x="153" y="27"/>
                  </a:cubicBezTo>
                  <a:cubicBezTo>
                    <a:pt x="0" y="116"/>
                    <a:pt x="64" y="320"/>
                    <a:pt x="128" y="614"/>
                  </a:cubicBezTo>
                  <a:lnTo>
                    <a:pt x="140" y="614"/>
                  </a:lnTo>
                  <a:cubicBezTo>
                    <a:pt x="741" y="2959"/>
                    <a:pt x="2599" y="5164"/>
                    <a:pt x="3231" y="5164"/>
                  </a:cubicBezTo>
                  <a:cubicBezTo>
                    <a:pt x="3311" y="5164"/>
                    <a:pt x="3371" y="5129"/>
                    <a:pt x="3407" y="5055"/>
                  </a:cubicBezTo>
                  <a:cubicBezTo>
                    <a:pt x="3445" y="4978"/>
                    <a:pt x="3433" y="4876"/>
                    <a:pt x="3356" y="4812"/>
                  </a:cubicBezTo>
                  <a:cubicBezTo>
                    <a:pt x="2731" y="4161"/>
                    <a:pt x="2118" y="3000"/>
                    <a:pt x="408" y="91"/>
                  </a:cubicBezTo>
                  <a:cubicBezTo>
                    <a:pt x="366" y="32"/>
                    <a:pt x="303" y="1"/>
                    <a:pt x="24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39">
              <a:extLst>
                <a:ext uri="{FF2B5EF4-FFF2-40B4-BE49-F238E27FC236}">
                  <a16:creationId xmlns:a16="http://schemas.microsoft.com/office/drawing/2014/main" id="{92218A08-0D16-F533-EBB0-B1FD0269C5EC}"/>
                </a:ext>
              </a:extLst>
            </p:cNvPr>
            <p:cNvSpPr/>
            <p:nvPr/>
          </p:nvSpPr>
          <p:spPr>
            <a:xfrm>
              <a:off x="912600" y="4041175"/>
              <a:ext cx="97225" cy="126275"/>
            </a:xfrm>
            <a:custGeom>
              <a:avLst/>
              <a:gdLst/>
              <a:ahLst/>
              <a:cxnLst/>
              <a:rect l="l" t="t" r="r" b="b"/>
              <a:pathLst>
                <a:path w="3889" h="5051" extrusionOk="0">
                  <a:moveTo>
                    <a:pt x="218" y="1"/>
                  </a:moveTo>
                  <a:cubicBezTo>
                    <a:pt x="106" y="1"/>
                    <a:pt x="1" y="101"/>
                    <a:pt x="35" y="231"/>
                  </a:cubicBezTo>
                  <a:cubicBezTo>
                    <a:pt x="35" y="231"/>
                    <a:pt x="90" y="439"/>
                    <a:pt x="88" y="439"/>
                  </a:cubicBezTo>
                  <a:cubicBezTo>
                    <a:pt x="88" y="439"/>
                    <a:pt x="87" y="438"/>
                    <a:pt x="86" y="435"/>
                  </a:cubicBezTo>
                  <a:lnTo>
                    <a:pt x="86" y="448"/>
                  </a:lnTo>
                  <a:cubicBezTo>
                    <a:pt x="405" y="1341"/>
                    <a:pt x="610" y="1953"/>
                    <a:pt x="1286" y="2974"/>
                  </a:cubicBezTo>
                  <a:cubicBezTo>
                    <a:pt x="1860" y="3816"/>
                    <a:pt x="2575" y="4595"/>
                    <a:pt x="3506" y="5029"/>
                  </a:cubicBezTo>
                  <a:cubicBezTo>
                    <a:pt x="3538" y="5044"/>
                    <a:pt x="3570" y="5050"/>
                    <a:pt x="3599" y="5050"/>
                  </a:cubicBezTo>
                  <a:cubicBezTo>
                    <a:pt x="3772" y="5050"/>
                    <a:pt x="3888" y="4826"/>
                    <a:pt x="3736" y="4684"/>
                  </a:cubicBezTo>
                  <a:cubicBezTo>
                    <a:pt x="3404" y="4352"/>
                    <a:pt x="3085" y="4008"/>
                    <a:pt x="2792" y="3651"/>
                  </a:cubicBezTo>
                  <a:cubicBezTo>
                    <a:pt x="1941" y="2597"/>
                    <a:pt x="485" y="243"/>
                    <a:pt x="494" y="243"/>
                  </a:cubicBezTo>
                  <a:lnTo>
                    <a:pt x="494" y="243"/>
                  </a:lnTo>
                  <a:cubicBezTo>
                    <a:pt x="495" y="243"/>
                    <a:pt x="495" y="243"/>
                    <a:pt x="495" y="243"/>
                  </a:cubicBezTo>
                  <a:lnTo>
                    <a:pt x="367" y="78"/>
                  </a:lnTo>
                  <a:cubicBezTo>
                    <a:pt x="326" y="24"/>
                    <a:pt x="271" y="1"/>
                    <a:pt x="2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39">
              <a:extLst>
                <a:ext uri="{FF2B5EF4-FFF2-40B4-BE49-F238E27FC236}">
                  <a16:creationId xmlns:a16="http://schemas.microsoft.com/office/drawing/2014/main" id="{35A1D2CE-93C0-2655-4936-F58B3660F68C}"/>
                </a:ext>
              </a:extLst>
            </p:cNvPr>
            <p:cNvSpPr/>
            <p:nvPr/>
          </p:nvSpPr>
          <p:spPr>
            <a:xfrm>
              <a:off x="1067975" y="4109925"/>
              <a:ext cx="134250" cy="81875"/>
            </a:xfrm>
            <a:custGeom>
              <a:avLst/>
              <a:gdLst/>
              <a:ahLst/>
              <a:cxnLst/>
              <a:rect l="l" t="t" r="r" b="b"/>
              <a:pathLst>
                <a:path w="5370" h="3275" extrusionOk="0">
                  <a:moveTo>
                    <a:pt x="5116" y="1"/>
                  </a:moveTo>
                  <a:cubicBezTo>
                    <a:pt x="5082" y="1"/>
                    <a:pt x="5046" y="11"/>
                    <a:pt x="5011" y="33"/>
                  </a:cubicBezTo>
                  <a:cubicBezTo>
                    <a:pt x="5011" y="33"/>
                    <a:pt x="2880" y="1462"/>
                    <a:pt x="2051" y="1947"/>
                  </a:cubicBezTo>
                  <a:lnTo>
                    <a:pt x="2064" y="1934"/>
                  </a:lnTo>
                  <a:lnTo>
                    <a:pt x="2064" y="1934"/>
                  </a:lnTo>
                  <a:cubicBezTo>
                    <a:pt x="757" y="2698"/>
                    <a:pt x="225" y="2879"/>
                    <a:pt x="213" y="2879"/>
                  </a:cubicBezTo>
                  <a:cubicBezTo>
                    <a:pt x="212" y="2879"/>
                    <a:pt x="213" y="2879"/>
                    <a:pt x="213" y="2878"/>
                  </a:cubicBezTo>
                  <a:lnTo>
                    <a:pt x="213" y="2878"/>
                  </a:lnTo>
                  <a:cubicBezTo>
                    <a:pt x="1" y="2966"/>
                    <a:pt x="70" y="3274"/>
                    <a:pt x="290" y="3274"/>
                  </a:cubicBezTo>
                  <a:cubicBezTo>
                    <a:pt x="294" y="3274"/>
                    <a:pt x="298" y="3274"/>
                    <a:pt x="303" y="3274"/>
                  </a:cubicBezTo>
                  <a:cubicBezTo>
                    <a:pt x="2038" y="3223"/>
                    <a:pt x="4233" y="1653"/>
                    <a:pt x="5267" y="314"/>
                  </a:cubicBezTo>
                  <a:cubicBezTo>
                    <a:pt x="5370" y="170"/>
                    <a:pt x="5257" y="1"/>
                    <a:pt x="51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39">
              <a:extLst>
                <a:ext uri="{FF2B5EF4-FFF2-40B4-BE49-F238E27FC236}">
                  <a16:creationId xmlns:a16="http://schemas.microsoft.com/office/drawing/2014/main" id="{EB325FDD-3BFA-8819-414E-AC6CC5FC66B7}"/>
                </a:ext>
              </a:extLst>
            </p:cNvPr>
            <p:cNvSpPr/>
            <p:nvPr/>
          </p:nvSpPr>
          <p:spPr>
            <a:xfrm>
              <a:off x="1083825" y="3943700"/>
              <a:ext cx="119725" cy="75300"/>
            </a:xfrm>
            <a:custGeom>
              <a:avLst/>
              <a:gdLst/>
              <a:ahLst/>
              <a:cxnLst/>
              <a:rect l="l" t="t" r="r" b="b"/>
              <a:pathLst>
                <a:path w="4789" h="3012" extrusionOk="0">
                  <a:moveTo>
                    <a:pt x="4537" y="0"/>
                  </a:moveTo>
                  <a:cubicBezTo>
                    <a:pt x="4502" y="0"/>
                    <a:pt x="4465" y="10"/>
                    <a:pt x="4429" y="34"/>
                  </a:cubicBezTo>
                  <a:cubicBezTo>
                    <a:pt x="3433" y="774"/>
                    <a:pt x="2400" y="1463"/>
                    <a:pt x="1328" y="2101"/>
                  </a:cubicBezTo>
                  <a:lnTo>
                    <a:pt x="1328" y="2113"/>
                  </a:lnTo>
                  <a:cubicBezTo>
                    <a:pt x="970" y="2305"/>
                    <a:pt x="600" y="2471"/>
                    <a:pt x="205" y="2611"/>
                  </a:cubicBezTo>
                  <a:cubicBezTo>
                    <a:pt x="1" y="2688"/>
                    <a:pt x="39" y="2994"/>
                    <a:pt x="269" y="3007"/>
                  </a:cubicBezTo>
                  <a:cubicBezTo>
                    <a:pt x="321" y="3010"/>
                    <a:pt x="373" y="3012"/>
                    <a:pt x="426" y="3012"/>
                  </a:cubicBezTo>
                  <a:cubicBezTo>
                    <a:pt x="1992" y="3012"/>
                    <a:pt x="3882" y="1573"/>
                    <a:pt x="4697" y="301"/>
                  </a:cubicBezTo>
                  <a:cubicBezTo>
                    <a:pt x="4788" y="159"/>
                    <a:pt x="4677" y="0"/>
                    <a:pt x="45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39">
              <a:extLst>
                <a:ext uri="{FF2B5EF4-FFF2-40B4-BE49-F238E27FC236}">
                  <a16:creationId xmlns:a16="http://schemas.microsoft.com/office/drawing/2014/main" id="{C33FD2E5-FD32-C009-F6E1-3BF13A183337}"/>
                </a:ext>
              </a:extLst>
            </p:cNvPr>
            <p:cNvSpPr/>
            <p:nvPr/>
          </p:nvSpPr>
          <p:spPr>
            <a:xfrm>
              <a:off x="1125925" y="3784450"/>
              <a:ext cx="120100" cy="73400"/>
            </a:xfrm>
            <a:custGeom>
              <a:avLst/>
              <a:gdLst/>
              <a:ahLst/>
              <a:cxnLst/>
              <a:rect l="l" t="t" r="r" b="b"/>
              <a:pathLst>
                <a:path w="4804" h="2936" extrusionOk="0">
                  <a:moveTo>
                    <a:pt x="4554" y="0"/>
                  </a:moveTo>
                  <a:cubicBezTo>
                    <a:pt x="4512" y="0"/>
                    <a:pt x="4469" y="15"/>
                    <a:pt x="4429" y="49"/>
                  </a:cubicBezTo>
                  <a:cubicBezTo>
                    <a:pt x="2936" y="1350"/>
                    <a:pt x="2438" y="1554"/>
                    <a:pt x="2196" y="1720"/>
                  </a:cubicBezTo>
                  <a:cubicBezTo>
                    <a:pt x="1571" y="2065"/>
                    <a:pt x="907" y="2333"/>
                    <a:pt x="218" y="2512"/>
                  </a:cubicBezTo>
                  <a:cubicBezTo>
                    <a:pt x="1" y="2588"/>
                    <a:pt x="39" y="2894"/>
                    <a:pt x="256" y="2920"/>
                  </a:cubicBezTo>
                  <a:cubicBezTo>
                    <a:pt x="369" y="2930"/>
                    <a:pt x="482" y="2936"/>
                    <a:pt x="595" y="2936"/>
                  </a:cubicBezTo>
                  <a:cubicBezTo>
                    <a:pt x="2375" y="2936"/>
                    <a:pt x="4063" y="1647"/>
                    <a:pt x="4735" y="291"/>
                  </a:cubicBezTo>
                  <a:cubicBezTo>
                    <a:pt x="4803" y="146"/>
                    <a:pt x="4687" y="0"/>
                    <a:pt x="45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39">
              <a:extLst>
                <a:ext uri="{FF2B5EF4-FFF2-40B4-BE49-F238E27FC236}">
                  <a16:creationId xmlns:a16="http://schemas.microsoft.com/office/drawing/2014/main" id="{7904972C-D464-4777-7FA4-FAB1A4071E22}"/>
                </a:ext>
              </a:extLst>
            </p:cNvPr>
            <p:cNvSpPr/>
            <p:nvPr/>
          </p:nvSpPr>
          <p:spPr>
            <a:xfrm>
              <a:off x="1160400" y="3628150"/>
              <a:ext cx="118100" cy="68375"/>
            </a:xfrm>
            <a:custGeom>
              <a:avLst/>
              <a:gdLst/>
              <a:ahLst/>
              <a:cxnLst/>
              <a:rect l="l" t="t" r="r" b="b"/>
              <a:pathLst>
                <a:path w="4724" h="2735" extrusionOk="0">
                  <a:moveTo>
                    <a:pt x="4486" y="1"/>
                  </a:moveTo>
                  <a:cubicBezTo>
                    <a:pt x="4467" y="1"/>
                    <a:pt x="4448" y="4"/>
                    <a:pt x="4428" y="10"/>
                  </a:cubicBezTo>
                  <a:cubicBezTo>
                    <a:pt x="4428" y="10"/>
                    <a:pt x="4300" y="61"/>
                    <a:pt x="4288" y="73"/>
                  </a:cubicBezTo>
                  <a:cubicBezTo>
                    <a:pt x="4264" y="85"/>
                    <a:pt x="4093" y="177"/>
                    <a:pt x="4094" y="177"/>
                  </a:cubicBezTo>
                  <a:cubicBezTo>
                    <a:pt x="4094" y="177"/>
                    <a:pt x="4095" y="176"/>
                    <a:pt x="4096" y="176"/>
                  </a:cubicBezTo>
                  <a:lnTo>
                    <a:pt x="4096" y="176"/>
                  </a:lnTo>
                  <a:lnTo>
                    <a:pt x="3318" y="648"/>
                  </a:lnTo>
                  <a:cubicBezTo>
                    <a:pt x="2476" y="1145"/>
                    <a:pt x="1136" y="2000"/>
                    <a:pt x="230" y="2319"/>
                  </a:cubicBezTo>
                  <a:lnTo>
                    <a:pt x="217" y="2319"/>
                  </a:lnTo>
                  <a:cubicBezTo>
                    <a:pt x="0" y="2396"/>
                    <a:pt x="38" y="2702"/>
                    <a:pt x="268" y="2728"/>
                  </a:cubicBezTo>
                  <a:cubicBezTo>
                    <a:pt x="322" y="2732"/>
                    <a:pt x="377" y="2734"/>
                    <a:pt x="432" y="2734"/>
                  </a:cubicBezTo>
                  <a:cubicBezTo>
                    <a:pt x="1188" y="2734"/>
                    <a:pt x="2063" y="2342"/>
                    <a:pt x="2705" y="1949"/>
                  </a:cubicBezTo>
                  <a:cubicBezTo>
                    <a:pt x="3331" y="1566"/>
                    <a:pt x="4249" y="865"/>
                    <a:pt x="4645" y="278"/>
                  </a:cubicBezTo>
                  <a:cubicBezTo>
                    <a:pt x="4724" y="154"/>
                    <a:pt x="4624" y="1"/>
                    <a:pt x="448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39">
              <a:extLst>
                <a:ext uri="{FF2B5EF4-FFF2-40B4-BE49-F238E27FC236}">
                  <a16:creationId xmlns:a16="http://schemas.microsoft.com/office/drawing/2014/main" id="{A41ADAA1-2B8F-32C5-7D82-F1E575F22CF6}"/>
                </a:ext>
              </a:extLst>
            </p:cNvPr>
            <p:cNvSpPr/>
            <p:nvPr/>
          </p:nvSpPr>
          <p:spPr>
            <a:xfrm>
              <a:off x="857000" y="3368050"/>
              <a:ext cx="483350" cy="897425"/>
            </a:xfrm>
            <a:custGeom>
              <a:avLst/>
              <a:gdLst/>
              <a:ahLst/>
              <a:cxnLst/>
              <a:rect l="l" t="t" r="r" b="b"/>
              <a:pathLst>
                <a:path w="19334" h="35897" extrusionOk="0">
                  <a:moveTo>
                    <a:pt x="13910" y="486"/>
                  </a:moveTo>
                  <a:lnTo>
                    <a:pt x="13910" y="499"/>
                  </a:lnTo>
                  <a:cubicBezTo>
                    <a:pt x="14203" y="499"/>
                    <a:pt x="14484" y="843"/>
                    <a:pt x="14688" y="1673"/>
                  </a:cubicBezTo>
                  <a:cubicBezTo>
                    <a:pt x="15148" y="3561"/>
                    <a:pt x="14790" y="4505"/>
                    <a:pt x="15058" y="4505"/>
                  </a:cubicBezTo>
                  <a:cubicBezTo>
                    <a:pt x="15160" y="4505"/>
                    <a:pt x="15326" y="4403"/>
                    <a:pt x="15633" y="4174"/>
                  </a:cubicBezTo>
                  <a:cubicBezTo>
                    <a:pt x="16066" y="3855"/>
                    <a:pt x="17432" y="3051"/>
                    <a:pt x="18210" y="3051"/>
                  </a:cubicBezTo>
                  <a:cubicBezTo>
                    <a:pt x="18708" y="3051"/>
                    <a:pt x="18963" y="3370"/>
                    <a:pt x="18593" y="4340"/>
                  </a:cubicBezTo>
                  <a:cubicBezTo>
                    <a:pt x="18032" y="5794"/>
                    <a:pt x="16207" y="7964"/>
                    <a:pt x="14395" y="7964"/>
                  </a:cubicBezTo>
                  <a:cubicBezTo>
                    <a:pt x="14203" y="7964"/>
                    <a:pt x="14012" y="7938"/>
                    <a:pt x="13833" y="7887"/>
                  </a:cubicBezTo>
                  <a:cubicBezTo>
                    <a:pt x="13795" y="7874"/>
                    <a:pt x="13757" y="7862"/>
                    <a:pt x="13718" y="7849"/>
                  </a:cubicBezTo>
                  <a:cubicBezTo>
                    <a:pt x="13986" y="7211"/>
                    <a:pt x="14267" y="6573"/>
                    <a:pt x="14573" y="5884"/>
                  </a:cubicBezTo>
                  <a:cubicBezTo>
                    <a:pt x="14666" y="5691"/>
                    <a:pt x="14499" y="5531"/>
                    <a:pt x="14338" y="5531"/>
                  </a:cubicBezTo>
                  <a:cubicBezTo>
                    <a:pt x="14253" y="5531"/>
                    <a:pt x="14171" y="5574"/>
                    <a:pt x="14127" y="5679"/>
                  </a:cubicBezTo>
                  <a:cubicBezTo>
                    <a:pt x="13821" y="6356"/>
                    <a:pt x="13540" y="7007"/>
                    <a:pt x="13272" y="7632"/>
                  </a:cubicBezTo>
                  <a:cubicBezTo>
                    <a:pt x="11141" y="6177"/>
                    <a:pt x="12685" y="486"/>
                    <a:pt x="13910" y="486"/>
                  </a:cubicBezTo>
                  <a:close/>
                  <a:moveTo>
                    <a:pt x="9316" y="5411"/>
                  </a:moveTo>
                  <a:cubicBezTo>
                    <a:pt x="9444" y="5424"/>
                    <a:pt x="9546" y="5488"/>
                    <a:pt x="9635" y="5577"/>
                  </a:cubicBezTo>
                  <a:cubicBezTo>
                    <a:pt x="11166" y="6892"/>
                    <a:pt x="11626" y="11116"/>
                    <a:pt x="11677" y="11613"/>
                  </a:cubicBezTo>
                  <a:cubicBezTo>
                    <a:pt x="11370" y="12430"/>
                    <a:pt x="11115" y="13183"/>
                    <a:pt x="10873" y="13897"/>
                  </a:cubicBezTo>
                  <a:cubicBezTo>
                    <a:pt x="10745" y="13808"/>
                    <a:pt x="10630" y="13706"/>
                    <a:pt x="10516" y="13604"/>
                  </a:cubicBezTo>
                  <a:lnTo>
                    <a:pt x="10516" y="13591"/>
                  </a:lnTo>
                  <a:cubicBezTo>
                    <a:pt x="8538" y="11562"/>
                    <a:pt x="8282" y="6420"/>
                    <a:pt x="9137" y="5514"/>
                  </a:cubicBezTo>
                  <a:cubicBezTo>
                    <a:pt x="9188" y="5450"/>
                    <a:pt x="9252" y="5411"/>
                    <a:pt x="9316" y="5411"/>
                  </a:cubicBezTo>
                  <a:close/>
                  <a:moveTo>
                    <a:pt x="16946" y="9881"/>
                  </a:moveTo>
                  <a:cubicBezTo>
                    <a:pt x="17086" y="9881"/>
                    <a:pt x="17213" y="9899"/>
                    <a:pt x="17317" y="9942"/>
                  </a:cubicBezTo>
                  <a:cubicBezTo>
                    <a:pt x="17445" y="9993"/>
                    <a:pt x="17534" y="10107"/>
                    <a:pt x="17572" y="10248"/>
                  </a:cubicBezTo>
                  <a:cubicBezTo>
                    <a:pt x="17713" y="10733"/>
                    <a:pt x="17202" y="11486"/>
                    <a:pt x="16845" y="11843"/>
                  </a:cubicBezTo>
                  <a:cubicBezTo>
                    <a:pt x="15722" y="12953"/>
                    <a:pt x="13821" y="14267"/>
                    <a:pt x="12187" y="14267"/>
                  </a:cubicBezTo>
                  <a:lnTo>
                    <a:pt x="12162" y="14267"/>
                  </a:lnTo>
                  <a:cubicBezTo>
                    <a:pt x="11881" y="14267"/>
                    <a:pt x="11600" y="14216"/>
                    <a:pt x="11332" y="14127"/>
                  </a:cubicBezTo>
                  <a:cubicBezTo>
                    <a:pt x="11562" y="13412"/>
                    <a:pt x="11830" y="12660"/>
                    <a:pt x="12123" y="11843"/>
                  </a:cubicBezTo>
                  <a:cubicBezTo>
                    <a:pt x="12557" y="11703"/>
                    <a:pt x="13604" y="11205"/>
                    <a:pt x="15033" y="10465"/>
                  </a:cubicBezTo>
                  <a:cubicBezTo>
                    <a:pt x="15547" y="10198"/>
                    <a:pt x="16367" y="9881"/>
                    <a:pt x="16946" y="9881"/>
                  </a:cubicBezTo>
                  <a:close/>
                  <a:moveTo>
                    <a:pt x="6060" y="11757"/>
                  </a:moveTo>
                  <a:cubicBezTo>
                    <a:pt x="6072" y="11757"/>
                    <a:pt x="6081" y="11760"/>
                    <a:pt x="6088" y="11766"/>
                  </a:cubicBezTo>
                  <a:cubicBezTo>
                    <a:pt x="7172" y="11907"/>
                    <a:pt x="9035" y="15059"/>
                    <a:pt x="9558" y="18210"/>
                  </a:cubicBezTo>
                  <a:cubicBezTo>
                    <a:pt x="9558" y="18249"/>
                    <a:pt x="9571" y="18300"/>
                    <a:pt x="9597" y="18338"/>
                  </a:cubicBezTo>
                  <a:lnTo>
                    <a:pt x="9571" y="18389"/>
                  </a:lnTo>
                  <a:cubicBezTo>
                    <a:pt x="9482" y="18746"/>
                    <a:pt x="9380" y="19129"/>
                    <a:pt x="9265" y="19550"/>
                  </a:cubicBezTo>
                  <a:lnTo>
                    <a:pt x="9061" y="20303"/>
                  </a:lnTo>
                  <a:cubicBezTo>
                    <a:pt x="9010" y="20278"/>
                    <a:pt x="8959" y="20252"/>
                    <a:pt x="8920" y="20227"/>
                  </a:cubicBezTo>
                  <a:cubicBezTo>
                    <a:pt x="6407" y="18644"/>
                    <a:pt x="4952" y="13463"/>
                    <a:pt x="5552" y="12175"/>
                  </a:cubicBezTo>
                  <a:cubicBezTo>
                    <a:pt x="5718" y="11830"/>
                    <a:pt x="5883" y="11766"/>
                    <a:pt x="6024" y="11766"/>
                  </a:cubicBezTo>
                  <a:cubicBezTo>
                    <a:pt x="6037" y="11760"/>
                    <a:pt x="6049" y="11757"/>
                    <a:pt x="6060" y="11757"/>
                  </a:cubicBezTo>
                  <a:close/>
                  <a:moveTo>
                    <a:pt x="14988" y="15936"/>
                  </a:moveTo>
                  <a:cubicBezTo>
                    <a:pt x="15169" y="15936"/>
                    <a:pt x="15350" y="15950"/>
                    <a:pt x="15530" y="15977"/>
                  </a:cubicBezTo>
                  <a:cubicBezTo>
                    <a:pt x="16041" y="16054"/>
                    <a:pt x="16130" y="16309"/>
                    <a:pt x="16143" y="16488"/>
                  </a:cubicBezTo>
                  <a:cubicBezTo>
                    <a:pt x="16258" y="17483"/>
                    <a:pt x="14497" y="19550"/>
                    <a:pt x="12353" y="20431"/>
                  </a:cubicBezTo>
                  <a:cubicBezTo>
                    <a:pt x="11871" y="20644"/>
                    <a:pt x="11352" y="20750"/>
                    <a:pt x="10832" y="20750"/>
                  </a:cubicBezTo>
                  <a:cubicBezTo>
                    <a:pt x="10388" y="20750"/>
                    <a:pt x="9943" y="20673"/>
                    <a:pt x="9520" y="20520"/>
                  </a:cubicBezTo>
                  <a:cubicBezTo>
                    <a:pt x="9597" y="20227"/>
                    <a:pt x="9673" y="19946"/>
                    <a:pt x="9750" y="19691"/>
                  </a:cubicBezTo>
                  <a:cubicBezTo>
                    <a:pt x="9865" y="19282"/>
                    <a:pt x="9954" y="18925"/>
                    <a:pt x="10043" y="18581"/>
                  </a:cubicBezTo>
                  <a:cubicBezTo>
                    <a:pt x="10133" y="18542"/>
                    <a:pt x="10209" y="18478"/>
                    <a:pt x="10273" y="18427"/>
                  </a:cubicBezTo>
                  <a:lnTo>
                    <a:pt x="10554" y="18172"/>
                  </a:lnTo>
                  <a:cubicBezTo>
                    <a:pt x="11307" y="17521"/>
                    <a:pt x="12251" y="16705"/>
                    <a:pt x="13565" y="16220"/>
                  </a:cubicBezTo>
                  <a:cubicBezTo>
                    <a:pt x="14021" y="16034"/>
                    <a:pt x="14503" y="15936"/>
                    <a:pt x="14988" y="15936"/>
                  </a:cubicBezTo>
                  <a:close/>
                  <a:moveTo>
                    <a:pt x="3357" y="18874"/>
                  </a:moveTo>
                  <a:cubicBezTo>
                    <a:pt x="3740" y="18874"/>
                    <a:pt x="4276" y="19193"/>
                    <a:pt x="4658" y="19538"/>
                  </a:cubicBezTo>
                  <a:cubicBezTo>
                    <a:pt x="6815" y="21477"/>
                    <a:pt x="8027" y="24667"/>
                    <a:pt x="8040" y="24693"/>
                  </a:cubicBezTo>
                  <a:cubicBezTo>
                    <a:pt x="8040" y="24693"/>
                    <a:pt x="8053" y="24706"/>
                    <a:pt x="8053" y="24718"/>
                  </a:cubicBezTo>
                  <a:cubicBezTo>
                    <a:pt x="7938" y="25318"/>
                    <a:pt x="7823" y="25956"/>
                    <a:pt x="7708" y="26645"/>
                  </a:cubicBezTo>
                  <a:cubicBezTo>
                    <a:pt x="6509" y="26173"/>
                    <a:pt x="5526" y="25191"/>
                    <a:pt x="4965" y="24514"/>
                  </a:cubicBezTo>
                  <a:cubicBezTo>
                    <a:pt x="3523" y="22804"/>
                    <a:pt x="2604" y="20558"/>
                    <a:pt x="2859" y="19397"/>
                  </a:cubicBezTo>
                  <a:cubicBezTo>
                    <a:pt x="2948" y="18976"/>
                    <a:pt x="3140" y="18912"/>
                    <a:pt x="3204" y="18900"/>
                  </a:cubicBezTo>
                  <a:cubicBezTo>
                    <a:pt x="3255" y="18874"/>
                    <a:pt x="3306" y="18874"/>
                    <a:pt x="3357" y="18874"/>
                  </a:cubicBezTo>
                  <a:close/>
                  <a:moveTo>
                    <a:pt x="13458" y="22562"/>
                  </a:moveTo>
                  <a:cubicBezTo>
                    <a:pt x="13695" y="22562"/>
                    <a:pt x="13896" y="22603"/>
                    <a:pt x="14025" y="22702"/>
                  </a:cubicBezTo>
                  <a:cubicBezTo>
                    <a:pt x="14076" y="22753"/>
                    <a:pt x="14229" y="22868"/>
                    <a:pt x="14191" y="23289"/>
                  </a:cubicBezTo>
                  <a:cubicBezTo>
                    <a:pt x="14050" y="24323"/>
                    <a:pt x="11358" y="26849"/>
                    <a:pt x="9176" y="26939"/>
                  </a:cubicBezTo>
                  <a:cubicBezTo>
                    <a:pt x="9134" y="26940"/>
                    <a:pt x="9093" y="26941"/>
                    <a:pt x="9051" y="26941"/>
                  </a:cubicBezTo>
                  <a:cubicBezTo>
                    <a:pt x="8758" y="26941"/>
                    <a:pt x="8459" y="26902"/>
                    <a:pt x="8180" y="26824"/>
                  </a:cubicBezTo>
                  <a:cubicBezTo>
                    <a:pt x="8295" y="26071"/>
                    <a:pt x="8423" y="25382"/>
                    <a:pt x="8550" y="24744"/>
                  </a:cubicBezTo>
                  <a:lnTo>
                    <a:pt x="8589" y="24718"/>
                  </a:lnTo>
                  <a:cubicBezTo>
                    <a:pt x="9635" y="24042"/>
                    <a:pt x="10720" y="23353"/>
                    <a:pt x="11881" y="22906"/>
                  </a:cubicBezTo>
                  <a:cubicBezTo>
                    <a:pt x="12380" y="22720"/>
                    <a:pt x="12991" y="22562"/>
                    <a:pt x="13458" y="22562"/>
                  </a:cubicBezTo>
                  <a:close/>
                  <a:moveTo>
                    <a:pt x="1481" y="25012"/>
                  </a:moveTo>
                  <a:cubicBezTo>
                    <a:pt x="2527" y="25012"/>
                    <a:pt x="4633" y="26518"/>
                    <a:pt x="7083" y="31035"/>
                  </a:cubicBezTo>
                  <a:cubicBezTo>
                    <a:pt x="6994" y="31826"/>
                    <a:pt x="6904" y="32681"/>
                    <a:pt x="6815" y="33587"/>
                  </a:cubicBezTo>
                  <a:cubicBezTo>
                    <a:pt x="3969" y="32783"/>
                    <a:pt x="1723" y="29874"/>
                    <a:pt x="843" y="26888"/>
                  </a:cubicBezTo>
                  <a:cubicBezTo>
                    <a:pt x="575" y="25956"/>
                    <a:pt x="677" y="25267"/>
                    <a:pt x="1162" y="25076"/>
                  </a:cubicBezTo>
                  <a:cubicBezTo>
                    <a:pt x="1264" y="25037"/>
                    <a:pt x="1366" y="25012"/>
                    <a:pt x="1481" y="25012"/>
                  </a:cubicBezTo>
                  <a:close/>
                  <a:moveTo>
                    <a:pt x="14148" y="28307"/>
                  </a:moveTo>
                  <a:cubicBezTo>
                    <a:pt x="14369" y="28307"/>
                    <a:pt x="14557" y="28346"/>
                    <a:pt x="14701" y="28432"/>
                  </a:cubicBezTo>
                  <a:cubicBezTo>
                    <a:pt x="14905" y="28547"/>
                    <a:pt x="15007" y="28789"/>
                    <a:pt x="15007" y="29146"/>
                  </a:cubicBezTo>
                  <a:cubicBezTo>
                    <a:pt x="15007" y="30397"/>
                    <a:pt x="13068" y="33077"/>
                    <a:pt x="9367" y="33715"/>
                  </a:cubicBezTo>
                  <a:cubicBezTo>
                    <a:pt x="9046" y="33769"/>
                    <a:pt x="8719" y="33798"/>
                    <a:pt x="8390" y="33798"/>
                  </a:cubicBezTo>
                  <a:cubicBezTo>
                    <a:pt x="8027" y="33798"/>
                    <a:pt x="7662" y="33763"/>
                    <a:pt x="7300" y="33689"/>
                  </a:cubicBezTo>
                  <a:cubicBezTo>
                    <a:pt x="7389" y="32796"/>
                    <a:pt x="7478" y="31966"/>
                    <a:pt x="7568" y="31175"/>
                  </a:cubicBezTo>
                  <a:cubicBezTo>
                    <a:pt x="7759" y="31099"/>
                    <a:pt x="8065" y="30933"/>
                    <a:pt x="8652" y="30601"/>
                  </a:cubicBezTo>
                  <a:cubicBezTo>
                    <a:pt x="10050" y="29820"/>
                    <a:pt x="12758" y="28307"/>
                    <a:pt x="14148" y="28307"/>
                  </a:cubicBezTo>
                  <a:close/>
                  <a:moveTo>
                    <a:pt x="13910" y="1"/>
                  </a:moveTo>
                  <a:cubicBezTo>
                    <a:pt x="12723" y="1"/>
                    <a:pt x="11996" y="2272"/>
                    <a:pt x="11792" y="3791"/>
                  </a:cubicBezTo>
                  <a:cubicBezTo>
                    <a:pt x="11511" y="5884"/>
                    <a:pt x="11983" y="7440"/>
                    <a:pt x="13068" y="8104"/>
                  </a:cubicBezTo>
                  <a:cubicBezTo>
                    <a:pt x="12685" y="8984"/>
                    <a:pt x="12353" y="9814"/>
                    <a:pt x="12047" y="10605"/>
                  </a:cubicBezTo>
                  <a:cubicBezTo>
                    <a:pt x="11830" y="9099"/>
                    <a:pt x="11256" y="6305"/>
                    <a:pt x="9954" y="5182"/>
                  </a:cubicBezTo>
                  <a:cubicBezTo>
                    <a:pt x="9716" y="4979"/>
                    <a:pt x="9505" y="4909"/>
                    <a:pt x="9329" y="4909"/>
                  </a:cubicBezTo>
                  <a:cubicBezTo>
                    <a:pt x="9062" y="4909"/>
                    <a:pt x="8872" y="5069"/>
                    <a:pt x="8780" y="5169"/>
                  </a:cubicBezTo>
                  <a:cubicBezTo>
                    <a:pt x="8168" y="5820"/>
                    <a:pt x="8078" y="7645"/>
                    <a:pt x="8257" y="9150"/>
                  </a:cubicBezTo>
                  <a:cubicBezTo>
                    <a:pt x="8499" y="11205"/>
                    <a:pt x="9188" y="12940"/>
                    <a:pt x="10158" y="13936"/>
                  </a:cubicBezTo>
                  <a:cubicBezTo>
                    <a:pt x="10324" y="14102"/>
                    <a:pt x="10516" y="14255"/>
                    <a:pt x="10720" y="14369"/>
                  </a:cubicBezTo>
                  <a:cubicBezTo>
                    <a:pt x="10375" y="15441"/>
                    <a:pt x="10094" y="16398"/>
                    <a:pt x="9865" y="17253"/>
                  </a:cubicBezTo>
                  <a:cubicBezTo>
                    <a:pt x="9176" y="14331"/>
                    <a:pt x="7440" y="11435"/>
                    <a:pt x="6164" y="11256"/>
                  </a:cubicBezTo>
                  <a:cubicBezTo>
                    <a:pt x="6127" y="11252"/>
                    <a:pt x="6087" y="11250"/>
                    <a:pt x="6043" y="11250"/>
                  </a:cubicBezTo>
                  <a:cubicBezTo>
                    <a:pt x="5770" y="11250"/>
                    <a:pt x="5380" y="11350"/>
                    <a:pt x="5105" y="11945"/>
                  </a:cubicBezTo>
                  <a:cubicBezTo>
                    <a:pt x="4327" y="13591"/>
                    <a:pt x="5998" y="18963"/>
                    <a:pt x="8640" y="20635"/>
                  </a:cubicBezTo>
                  <a:cubicBezTo>
                    <a:pt x="8742" y="20699"/>
                    <a:pt x="8831" y="20737"/>
                    <a:pt x="8933" y="20788"/>
                  </a:cubicBezTo>
                  <a:cubicBezTo>
                    <a:pt x="8716" y="21643"/>
                    <a:pt x="8461" y="22638"/>
                    <a:pt x="8219" y="23863"/>
                  </a:cubicBezTo>
                  <a:cubicBezTo>
                    <a:pt x="7734" y="22792"/>
                    <a:pt x="6636" y="20673"/>
                    <a:pt x="4990" y="19180"/>
                  </a:cubicBezTo>
                  <a:cubicBezTo>
                    <a:pt x="4823" y="19035"/>
                    <a:pt x="4051" y="18383"/>
                    <a:pt x="3340" y="18383"/>
                  </a:cubicBezTo>
                  <a:cubicBezTo>
                    <a:pt x="3237" y="18383"/>
                    <a:pt x="3136" y="18397"/>
                    <a:pt x="3038" y="18427"/>
                  </a:cubicBezTo>
                  <a:cubicBezTo>
                    <a:pt x="2808" y="18504"/>
                    <a:pt x="2489" y="18721"/>
                    <a:pt x="2361" y="19295"/>
                  </a:cubicBezTo>
                  <a:cubicBezTo>
                    <a:pt x="2081" y="20609"/>
                    <a:pt x="3025" y="22996"/>
                    <a:pt x="4582" y="24846"/>
                  </a:cubicBezTo>
                  <a:cubicBezTo>
                    <a:pt x="5182" y="25573"/>
                    <a:pt x="6266" y="26671"/>
                    <a:pt x="7606" y="27168"/>
                  </a:cubicBezTo>
                  <a:cubicBezTo>
                    <a:pt x="7466" y="28087"/>
                    <a:pt x="7313" y="29095"/>
                    <a:pt x="7172" y="30193"/>
                  </a:cubicBezTo>
                  <a:cubicBezTo>
                    <a:pt x="4899" y="26206"/>
                    <a:pt x="2793" y="24519"/>
                    <a:pt x="1466" y="24519"/>
                  </a:cubicBezTo>
                  <a:cubicBezTo>
                    <a:pt x="1281" y="24519"/>
                    <a:pt x="1111" y="24552"/>
                    <a:pt x="958" y="24616"/>
                  </a:cubicBezTo>
                  <a:cubicBezTo>
                    <a:pt x="230" y="24910"/>
                    <a:pt x="1" y="25829"/>
                    <a:pt x="358" y="27028"/>
                  </a:cubicBezTo>
                  <a:cubicBezTo>
                    <a:pt x="1290" y="30193"/>
                    <a:pt x="3689" y="33243"/>
                    <a:pt x="6751" y="34085"/>
                  </a:cubicBezTo>
                  <a:cubicBezTo>
                    <a:pt x="6713" y="34582"/>
                    <a:pt x="6662" y="35093"/>
                    <a:pt x="6624" y="35616"/>
                  </a:cubicBezTo>
                  <a:cubicBezTo>
                    <a:pt x="6611" y="35756"/>
                    <a:pt x="6713" y="35884"/>
                    <a:pt x="6853" y="35897"/>
                  </a:cubicBezTo>
                  <a:lnTo>
                    <a:pt x="6866" y="35897"/>
                  </a:lnTo>
                  <a:cubicBezTo>
                    <a:pt x="6994" y="35897"/>
                    <a:pt x="7108" y="35795"/>
                    <a:pt x="7121" y="35667"/>
                  </a:cubicBezTo>
                  <a:cubicBezTo>
                    <a:pt x="7159" y="35157"/>
                    <a:pt x="7198" y="34672"/>
                    <a:pt x="7249" y="34187"/>
                  </a:cubicBezTo>
                  <a:cubicBezTo>
                    <a:pt x="7619" y="34263"/>
                    <a:pt x="7989" y="34302"/>
                    <a:pt x="8372" y="34302"/>
                  </a:cubicBezTo>
                  <a:cubicBezTo>
                    <a:pt x="8729" y="34302"/>
                    <a:pt x="9086" y="34263"/>
                    <a:pt x="9444" y="34200"/>
                  </a:cubicBezTo>
                  <a:cubicBezTo>
                    <a:pt x="13463" y="33511"/>
                    <a:pt x="15492" y="30588"/>
                    <a:pt x="15492" y="29146"/>
                  </a:cubicBezTo>
                  <a:cubicBezTo>
                    <a:pt x="15492" y="28598"/>
                    <a:pt x="15314" y="28215"/>
                    <a:pt x="14943" y="27998"/>
                  </a:cubicBezTo>
                  <a:cubicBezTo>
                    <a:pt x="14729" y="27872"/>
                    <a:pt x="14462" y="27816"/>
                    <a:pt x="14155" y="27816"/>
                  </a:cubicBezTo>
                  <a:cubicBezTo>
                    <a:pt x="12747" y="27816"/>
                    <a:pt x="10482" y="29004"/>
                    <a:pt x="8397" y="30167"/>
                  </a:cubicBezTo>
                  <a:cubicBezTo>
                    <a:pt x="8129" y="30320"/>
                    <a:pt x="7836" y="30486"/>
                    <a:pt x="7632" y="30588"/>
                  </a:cubicBezTo>
                  <a:cubicBezTo>
                    <a:pt x="7785" y="29376"/>
                    <a:pt x="7938" y="28279"/>
                    <a:pt x="8091" y="27296"/>
                  </a:cubicBezTo>
                  <a:cubicBezTo>
                    <a:pt x="8397" y="27373"/>
                    <a:pt x="8716" y="27411"/>
                    <a:pt x="9035" y="27424"/>
                  </a:cubicBezTo>
                  <a:lnTo>
                    <a:pt x="9188" y="27424"/>
                  </a:lnTo>
                  <a:cubicBezTo>
                    <a:pt x="11677" y="27309"/>
                    <a:pt x="14522" y="24553"/>
                    <a:pt x="14676" y="23340"/>
                  </a:cubicBezTo>
                  <a:cubicBezTo>
                    <a:pt x="14752" y="22753"/>
                    <a:pt x="14535" y="22460"/>
                    <a:pt x="14344" y="22307"/>
                  </a:cubicBezTo>
                  <a:cubicBezTo>
                    <a:pt x="14109" y="22121"/>
                    <a:pt x="13788" y="22053"/>
                    <a:pt x="13446" y="22053"/>
                  </a:cubicBezTo>
                  <a:cubicBezTo>
                    <a:pt x="12802" y="22053"/>
                    <a:pt x="12082" y="22293"/>
                    <a:pt x="11715" y="22434"/>
                  </a:cubicBezTo>
                  <a:cubicBezTo>
                    <a:pt x="10643" y="22830"/>
                    <a:pt x="9648" y="23442"/>
                    <a:pt x="8678" y="24055"/>
                  </a:cubicBezTo>
                  <a:cubicBezTo>
                    <a:pt x="8933" y="22855"/>
                    <a:pt x="9176" y="21847"/>
                    <a:pt x="9393" y="20992"/>
                  </a:cubicBezTo>
                  <a:cubicBezTo>
                    <a:pt x="9839" y="21158"/>
                    <a:pt x="10299" y="21247"/>
                    <a:pt x="10771" y="21247"/>
                  </a:cubicBezTo>
                  <a:cubicBezTo>
                    <a:pt x="11383" y="21247"/>
                    <a:pt x="11983" y="21120"/>
                    <a:pt x="12544" y="20890"/>
                  </a:cubicBezTo>
                  <a:cubicBezTo>
                    <a:pt x="14778" y="19971"/>
                    <a:pt x="16794" y="17751"/>
                    <a:pt x="16641" y="16424"/>
                  </a:cubicBezTo>
                  <a:cubicBezTo>
                    <a:pt x="16602" y="16118"/>
                    <a:pt x="16424" y="15607"/>
                    <a:pt x="15607" y="15467"/>
                  </a:cubicBezTo>
                  <a:cubicBezTo>
                    <a:pt x="15408" y="15440"/>
                    <a:pt x="15208" y="15426"/>
                    <a:pt x="15009" y="15426"/>
                  </a:cubicBezTo>
                  <a:cubicBezTo>
                    <a:pt x="14454" y="15426"/>
                    <a:pt x="13903" y="15532"/>
                    <a:pt x="13387" y="15748"/>
                  </a:cubicBezTo>
                  <a:cubicBezTo>
                    <a:pt x="12009" y="16258"/>
                    <a:pt x="11039" y="17088"/>
                    <a:pt x="10248" y="17764"/>
                  </a:cubicBezTo>
                  <a:cubicBezTo>
                    <a:pt x="10490" y="16832"/>
                    <a:pt x="10796" y="15786"/>
                    <a:pt x="11179" y="14586"/>
                  </a:cubicBezTo>
                  <a:cubicBezTo>
                    <a:pt x="11485" y="14701"/>
                    <a:pt x="11830" y="14765"/>
                    <a:pt x="12162" y="14765"/>
                  </a:cubicBezTo>
                  <a:lnTo>
                    <a:pt x="12187" y="14765"/>
                  </a:lnTo>
                  <a:cubicBezTo>
                    <a:pt x="13974" y="14765"/>
                    <a:pt x="16003" y="13374"/>
                    <a:pt x="17189" y="12187"/>
                  </a:cubicBezTo>
                  <a:cubicBezTo>
                    <a:pt x="17610" y="11766"/>
                    <a:pt x="18274" y="10848"/>
                    <a:pt x="18057" y="10095"/>
                  </a:cubicBezTo>
                  <a:cubicBezTo>
                    <a:pt x="17981" y="9814"/>
                    <a:pt x="17776" y="9584"/>
                    <a:pt x="17508" y="9469"/>
                  </a:cubicBezTo>
                  <a:cubicBezTo>
                    <a:pt x="17340" y="9398"/>
                    <a:pt x="17147" y="9369"/>
                    <a:pt x="16944" y="9369"/>
                  </a:cubicBezTo>
                  <a:cubicBezTo>
                    <a:pt x="16050" y="9369"/>
                    <a:pt x="14946" y="9933"/>
                    <a:pt x="14790" y="10005"/>
                  </a:cubicBezTo>
                  <a:cubicBezTo>
                    <a:pt x="13489" y="10694"/>
                    <a:pt x="12749" y="11039"/>
                    <a:pt x="12353" y="11218"/>
                  </a:cubicBezTo>
                  <a:cubicBezTo>
                    <a:pt x="12698" y="10312"/>
                    <a:pt x="13080" y="9342"/>
                    <a:pt x="13514" y="8308"/>
                  </a:cubicBezTo>
                  <a:cubicBezTo>
                    <a:pt x="13565" y="8334"/>
                    <a:pt x="13629" y="8346"/>
                    <a:pt x="13693" y="8372"/>
                  </a:cubicBezTo>
                  <a:lnTo>
                    <a:pt x="13706" y="8385"/>
                  </a:lnTo>
                  <a:cubicBezTo>
                    <a:pt x="13923" y="8449"/>
                    <a:pt x="14165" y="8474"/>
                    <a:pt x="14395" y="8474"/>
                  </a:cubicBezTo>
                  <a:cubicBezTo>
                    <a:pt x="16436" y="8474"/>
                    <a:pt x="18414" y="6190"/>
                    <a:pt x="19052" y="4531"/>
                  </a:cubicBezTo>
                  <a:cubicBezTo>
                    <a:pt x="19320" y="3842"/>
                    <a:pt x="19333" y="3344"/>
                    <a:pt x="19091" y="2987"/>
                  </a:cubicBezTo>
                  <a:cubicBezTo>
                    <a:pt x="18900" y="2725"/>
                    <a:pt x="18599" y="2563"/>
                    <a:pt x="18280" y="2563"/>
                  </a:cubicBezTo>
                  <a:cubicBezTo>
                    <a:pt x="18257" y="2563"/>
                    <a:pt x="18234" y="2564"/>
                    <a:pt x="18210" y="2566"/>
                  </a:cubicBezTo>
                  <a:cubicBezTo>
                    <a:pt x="17317" y="2566"/>
                    <a:pt x="15977" y="3332"/>
                    <a:pt x="15441" y="3702"/>
                  </a:cubicBezTo>
                  <a:cubicBezTo>
                    <a:pt x="15428" y="2974"/>
                    <a:pt x="15339" y="2260"/>
                    <a:pt x="15173" y="1558"/>
                  </a:cubicBezTo>
                  <a:cubicBezTo>
                    <a:pt x="14918" y="524"/>
                    <a:pt x="14497" y="1"/>
                    <a:pt x="1391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1" name="Google Shape;521;p39">
            <a:extLst>
              <a:ext uri="{FF2B5EF4-FFF2-40B4-BE49-F238E27FC236}">
                <a16:creationId xmlns:a16="http://schemas.microsoft.com/office/drawing/2014/main" id="{EBF27BBE-BE91-7E54-8381-1EEDF92BBF21}"/>
              </a:ext>
            </a:extLst>
          </p:cNvPr>
          <p:cNvGrpSpPr/>
          <p:nvPr/>
        </p:nvGrpSpPr>
        <p:grpSpPr>
          <a:xfrm>
            <a:off x="7695702" y="3083115"/>
            <a:ext cx="653267" cy="732771"/>
            <a:chOff x="3844875" y="2100375"/>
            <a:chExt cx="483150" cy="541950"/>
          </a:xfrm>
        </p:grpSpPr>
        <p:sp>
          <p:nvSpPr>
            <p:cNvPr id="522" name="Google Shape;522;p39">
              <a:extLst>
                <a:ext uri="{FF2B5EF4-FFF2-40B4-BE49-F238E27FC236}">
                  <a16:creationId xmlns:a16="http://schemas.microsoft.com/office/drawing/2014/main" id="{BB5472C9-B23C-8059-A7A5-894789E7A707}"/>
                </a:ext>
              </a:extLst>
            </p:cNvPr>
            <p:cNvSpPr/>
            <p:nvPr/>
          </p:nvSpPr>
          <p:spPr>
            <a:xfrm>
              <a:off x="3844875" y="2107500"/>
              <a:ext cx="483150" cy="465225"/>
            </a:xfrm>
            <a:custGeom>
              <a:avLst/>
              <a:gdLst/>
              <a:ahLst/>
              <a:cxnLst/>
              <a:rect l="l" t="t" r="r" b="b"/>
              <a:pathLst>
                <a:path w="19326" h="18609" extrusionOk="0">
                  <a:moveTo>
                    <a:pt x="11866" y="0"/>
                  </a:moveTo>
                  <a:cubicBezTo>
                    <a:pt x="11845" y="0"/>
                    <a:pt x="11825" y="2"/>
                    <a:pt x="11806" y="6"/>
                  </a:cubicBezTo>
                  <a:cubicBezTo>
                    <a:pt x="11500" y="57"/>
                    <a:pt x="10964" y="848"/>
                    <a:pt x="10721" y="1077"/>
                  </a:cubicBezTo>
                  <a:cubicBezTo>
                    <a:pt x="7659" y="3821"/>
                    <a:pt x="3907" y="4268"/>
                    <a:pt x="1980" y="7573"/>
                  </a:cubicBezTo>
                  <a:cubicBezTo>
                    <a:pt x="0" y="10954"/>
                    <a:pt x="2121" y="16196"/>
                    <a:pt x="6297" y="16196"/>
                  </a:cubicBezTo>
                  <a:cubicBezTo>
                    <a:pt x="6454" y="16196"/>
                    <a:pt x="6615" y="16189"/>
                    <a:pt x="6778" y="16173"/>
                  </a:cubicBezTo>
                  <a:cubicBezTo>
                    <a:pt x="6880" y="16161"/>
                    <a:pt x="8271" y="15893"/>
                    <a:pt x="8246" y="15829"/>
                  </a:cubicBezTo>
                  <a:lnTo>
                    <a:pt x="8246" y="15829"/>
                  </a:lnTo>
                  <a:cubicBezTo>
                    <a:pt x="8692" y="16913"/>
                    <a:pt x="9267" y="17832"/>
                    <a:pt x="10415" y="18317"/>
                  </a:cubicBezTo>
                  <a:cubicBezTo>
                    <a:pt x="10898" y="18514"/>
                    <a:pt x="11405" y="18608"/>
                    <a:pt x="11915" y="18608"/>
                  </a:cubicBezTo>
                  <a:cubicBezTo>
                    <a:pt x="15516" y="18608"/>
                    <a:pt x="19326" y="13896"/>
                    <a:pt x="16744" y="6922"/>
                  </a:cubicBezTo>
                  <a:cubicBezTo>
                    <a:pt x="15484" y="3528"/>
                    <a:pt x="12784" y="0"/>
                    <a:pt x="1186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39">
              <a:extLst>
                <a:ext uri="{FF2B5EF4-FFF2-40B4-BE49-F238E27FC236}">
                  <a16:creationId xmlns:a16="http://schemas.microsoft.com/office/drawing/2014/main" id="{5BA897F2-6BEE-9866-3228-7E2DDAA78AC6}"/>
                </a:ext>
              </a:extLst>
            </p:cNvPr>
            <p:cNvSpPr/>
            <p:nvPr/>
          </p:nvSpPr>
          <p:spPr>
            <a:xfrm>
              <a:off x="3940950" y="2267075"/>
              <a:ext cx="117025" cy="162750"/>
            </a:xfrm>
            <a:custGeom>
              <a:avLst/>
              <a:gdLst/>
              <a:ahLst/>
              <a:cxnLst/>
              <a:rect l="l" t="t" r="r" b="b"/>
              <a:pathLst>
                <a:path w="4681" h="6510" extrusionOk="0">
                  <a:moveTo>
                    <a:pt x="166" y="0"/>
                  </a:moveTo>
                  <a:cubicBezTo>
                    <a:pt x="158" y="0"/>
                    <a:pt x="149" y="1"/>
                    <a:pt x="141" y="3"/>
                  </a:cubicBezTo>
                  <a:cubicBezTo>
                    <a:pt x="51" y="28"/>
                    <a:pt x="0" y="105"/>
                    <a:pt x="13" y="194"/>
                  </a:cubicBezTo>
                  <a:cubicBezTo>
                    <a:pt x="523" y="2632"/>
                    <a:pt x="2310" y="5069"/>
                    <a:pt x="4352" y="6473"/>
                  </a:cubicBezTo>
                  <a:cubicBezTo>
                    <a:pt x="4385" y="6499"/>
                    <a:pt x="4420" y="6510"/>
                    <a:pt x="4453" y="6510"/>
                  </a:cubicBezTo>
                  <a:cubicBezTo>
                    <a:pt x="4582" y="6510"/>
                    <a:pt x="4680" y="6339"/>
                    <a:pt x="4569" y="6217"/>
                  </a:cubicBezTo>
                  <a:cubicBezTo>
                    <a:pt x="3701" y="5324"/>
                    <a:pt x="2884" y="4367"/>
                    <a:pt x="2157" y="3359"/>
                  </a:cubicBezTo>
                  <a:cubicBezTo>
                    <a:pt x="531" y="1100"/>
                    <a:pt x="462" y="0"/>
                    <a:pt x="1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39">
              <a:extLst>
                <a:ext uri="{FF2B5EF4-FFF2-40B4-BE49-F238E27FC236}">
                  <a16:creationId xmlns:a16="http://schemas.microsoft.com/office/drawing/2014/main" id="{9AB07A04-BA9C-50A5-466C-A5DE152BBFF6}"/>
                </a:ext>
              </a:extLst>
            </p:cNvPr>
            <p:cNvSpPr/>
            <p:nvPr/>
          </p:nvSpPr>
          <p:spPr>
            <a:xfrm>
              <a:off x="3989125" y="2222600"/>
              <a:ext cx="104925" cy="137875"/>
            </a:xfrm>
            <a:custGeom>
              <a:avLst/>
              <a:gdLst/>
              <a:ahLst/>
              <a:cxnLst/>
              <a:rect l="l" t="t" r="r" b="b"/>
              <a:pathLst>
                <a:path w="4197" h="5515" extrusionOk="0">
                  <a:moveTo>
                    <a:pt x="190" y="1"/>
                  </a:moveTo>
                  <a:cubicBezTo>
                    <a:pt x="174" y="1"/>
                    <a:pt x="158" y="3"/>
                    <a:pt x="140" y="8"/>
                  </a:cubicBezTo>
                  <a:cubicBezTo>
                    <a:pt x="51" y="34"/>
                    <a:pt x="0" y="110"/>
                    <a:pt x="26" y="200"/>
                  </a:cubicBezTo>
                  <a:cubicBezTo>
                    <a:pt x="587" y="2165"/>
                    <a:pt x="2131" y="4334"/>
                    <a:pt x="3867" y="5482"/>
                  </a:cubicBezTo>
                  <a:cubicBezTo>
                    <a:pt x="3899" y="5505"/>
                    <a:pt x="3933" y="5515"/>
                    <a:pt x="3965" y="5515"/>
                  </a:cubicBezTo>
                  <a:cubicBezTo>
                    <a:pt x="4095" y="5515"/>
                    <a:pt x="4196" y="5353"/>
                    <a:pt x="4084" y="5240"/>
                  </a:cubicBezTo>
                  <a:cubicBezTo>
                    <a:pt x="545" y="1237"/>
                    <a:pt x="530" y="1"/>
                    <a:pt x="1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39">
              <a:extLst>
                <a:ext uri="{FF2B5EF4-FFF2-40B4-BE49-F238E27FC236}">
                  <a16:creationId xmlns:a16="http://schemas.microsoft.com/office/drawing/2014/main" id="{D88BA280-5FBB-D3FC-87BA-A074DC6D81CD}"/>
                </a:ext>
              </a:extLst>
            </p:cNvPr>
            <p:cNvSpPr/>
            <p:nvPr/>
          </p:nvSpPr>
          <p:spPr>
            <a:xfrm>
              <a:off x="4112575" y="2380275"/>
              <a:ext cx="141850" cy="70325"/>
            </a:xfrm>
            <a:custGeom>
              <a:avLst/>
              <a:gdLst/>
              <a:ahLst/>
              <a:cxnLst/>
              <a:rect l="l" t="t" r="r" b="b"/>
              <a:pathLst>
                <a:path w="5674" h="2813" extrusionOk="0">
                  <a:moveTo>
                    <a:pt x="5457" y="0"/>
                  </a:moveTo>
                  <a:cubicBezTo>
                    <a:pt x="5434" y="0"/>
                    <a:pt x="5410" y="6"/>
                    <a:pt x="5386" y="18"/>
                  </a:cubicBezTo>
                  <a:cubicBezTo>
                    <a:pt x="2935" y="1409"/>
                    <a:pt x="2514" y="1587"/>
                    <a:pt x="154" y="2493"/>
                  </a:cubicBezTo>
                  <a:cubicBezTo>
                    <a:pt x="1" y="2570"/>
                    <a:pt x="52" y="2812"/>
                    <a:pt x="230" y="2812"/>
                  </a:cubicBezTo>
                  <a:cubicBezTo>
                    <a:pt x="2119" y="2659"/>
                    <a:pt x="4314" y="1574"/>
                    <a:pt x="5577" y="260"/>
                  </a:cubicBezTo>
                  <a:cubicBezTo>
                    <a:pt x="5674" y="153"/>
                    <a:pt x="5580" y="0"/>
                    <a:pt x="545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39">
              <a:extLst>
                <a:ext uri="{FF2B5EF4-FFF2-40B4-BE49-F238E27FC236}">
                  <a16:creationId xmlns:a16="http://schemas.microsoft.com/office/drawing/2014/main" id="{3A75916E-FE96-DDD4-2A42-BAAE006B5B7D}"/>
                </a:ext>
              </a:extLst>
            </p:cNvPr>
            <p:cNvSpPr/>
            <p:nvPr/>
          </p:nvSpPr>
          <p:spPr>
            <a:xfrm>
              <a:off x="3906175" y="2355250"/>
              <a:ext cx="100375" cy="108175"/>
            </a:xfrm>
            <a:custGeom>
              <a:avLst/>
              <a:gdLst/>
              <a:ahLst/>
              <a:cxnLst/>
              <a:rect l="l" t="t" r="r" b="b"/>
              <a:pathLst>
                <a:path w="4015" h="4327" extrusionOk="0">
                  <a:moveTo>
                    <a:pt x="181" y="1"/>
                  </a:moveTo>
                  <a:cubicBezTo>
                    <a:pt x="164" y="1"/>
                    <a:pt x="147" y="4"/>
                    <a:pt x="128" y="11"/>
                  </a:cubicBezTo>
                  <a:cubicBezTo>
                    <a:pt x="39" y="36"/>
                    <a:pt x="0" y="125"/>
                    <a:pt x="26" y="215"/>
                  </a:cubicBezTo>
                  <a:cubicBezTo>
                    <a:pt x="600" y="1835"/>
                    <a:pt x="2119" y="3558"/>
                    <a:pt x="3714" y="4311"/>
                  </a:cubicBezTo>
                  <a:cubicBezTo>
                    <a:pt x="3739" y="4322"/>
                    <a:pt x="3764" y="4327"/>
                    <a:pt x="3788" y="4327"/>
                  </a:cubicBezTo>
                  <a:cubicBezTo>
                    <a:pt x="3927" y="4327"/>
                    <a:pt x="4014" y="4152"/>
                    <a:pt x="3905" y="4043"/>
                  </a:cubicBezTo>
                  <a:cubicBezTo>
                    <a:pt x="581" y="948"/>
                    <a:pt x="462" y="1"/>
                    <a:pt x="18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39">
              <a:extLst>
                <a:ext uri="{FF2B5EF4-FFF2-40B4-BE49-F238E27FC236}">
                  <a16:creationId xmlns:a16="http://schemas.microsoft.com/office/drawing/2014/main" id="{524A7399-0FD4-D970-4512-FB70677B546D}"/>
                </a:ext>
              </a:extLst>
            </p:cNvPr>
            <p:cNvSpPr/>
            <p:nvPr/>
          </p:nvSpPr>
          <p:spPr>
            <a:xfrm>
              <a:off x="4107475" y="2477200"/>
              <a:ext cx="126675" cy="51125"/>
            </a:xfrm>
            <a:custGeom>
              <a:avLst/>
              <a:gdLst/>
              <a:ahLst/>
              <a:cxnLst/>
              <a:rect l="l" t="t" r="r" b="b"/>
              <a:pathLst>
                <a:path w="5067" h="2045" extrusionOk="0">
                  <a:moveTo>
                    <a:pt x="4919" y="0"/>
                  </a:moveTo>
                  <a:cubicBezTo>
                    <a:pt x="4689" y="0"/>
                    <a:pt x="4160" y="491"/>
                    <a:pt x="2552" y="1041"/>
                  </a:cubicBezTo>
                  <a:cubicBezTo>
                    <a:pt x="651" y="1730"/>
                    <a:pt x="51" y="1526"/>
                    <a:pt x="13" y="1819"/>
                  </a:cubicBezTo>
                  <a:cubicBezTo>
                    <a:pt x="0" y="1909"/>
                    <a:pt x="77" y="1998"/>
                    <a:pt x="166" y="2011"/>
                  </a:cubicBezTo>
                  <a:cubicBezTo>
                    <a:pt x="349" y="2033"/>
                    <a:pt x="537" y="2044"/>
                    <a:pt x="729" y="2044"/>
                  </a:cubicBezTo>
                  <a:cubicBezTo>
                    <a:pt x="2258" y="2044"/>
                    <a:pt x="3995" y="1340"/>
                    <a:pt x="5015" y="262"/>
                  </a:cubicBezTo>
                  <a:cubicBezTo>
                    <a:pt x="5054" y="211"/>
                    <a:pt x="5066" y="148"/>
                    <a:pt x="5041" y="84"/>
                  </a:cubicBezTo>
                  <a:cubicBezTo>
                    <a:pt x="5010" y="26"/>
                    <a:pt x="4972" y="0"/>
                    <a:pt x="49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39">
              <a:extLst>
                <a:ext uri="{FF2B5EF4-FFF2-40B4-BE49-F238E27FC236}">
                  <a16:creationId xmlns:a16="http://schemas.microsoft.com/office/drawing/2014/main" id="{D2BA387F-D1A7-CDDC-F6C1-A1DDCB74F449}"/>
                </a:ext>
              </a:extLst>
            </p:cNvPr>
            <p:cNvSpPr/>
            <p:nvPr/>
          </p:nvSpPr>
          <p:spPr>
            <a:xfrm>
              <a:off x="4133300" y="2281675"/>
              <a:ext cx="110425" cy="81025"/>
            </a:xfrm>
            <a:custGeom>
              <a:avLst/>
              <a:gdLst/>
              <a:ahLst/>
              <a:cxnLst/>
              <a:rect l="l" t="t" r="r" b="b"/>
              <a:pathLst>
                <a:path w="4417" h="3241" extrusionOk="0">
                  <a:moveTo>
                    <a:pt x="4269" y="0"/>
                  </a:moveTo>
                  <a:cubicBezTo>
                    <a:pt x="4142" y="0"/>
                    <a:pt x="3912" y="223"/>
                    <a:pt x="3166" y="797"/>
                  </a:cubicBezTo>
                  <a:cubicBezTo>
                    <a:pt x="473" y="2864"/>
                    <a:pt x="1" y="2851"/>
                    <a:pt x="78" y="3119"/>
                  </a:cubicBezTo>
                  <a:cubicBezTo>
                    <a:pt x="99" y="3193"/>
                    <a:pt x="163" y="3241"/>
                    <a:pt x="235" y="3241"/>
                  </a:cubicBezTo>
                  <a:cubicBezTo>
                    <a:pt x="251" y="3241"/>
                    <a:pt x="266" y="3239"/>
                    <a:pt x="282" y="3234"/>
                  </a:cubicBezTo>
                  <a:cubicBezTo>
                    <a:pt x="1928" y="2698"/>
                    <a:pt x="3370" y="1665"/>
                    <a:pt x="4378" y="248"/>
                  </a:cubicBezTo>
                  <a:cubicBezTo>
                    <a:pt x="4416" y="197"/>
                    <a:pt x="4416" y="121"/>
                    <a:pt x="4378" y="70"/>
                  </a:cubicBezTo>
                  <a:cubicBezTo>
                    <a:pt x="4343" y="25"/>
                    <a:pt x="4312" y="0"/>
                    <a:pt x="42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39">
              <a:extLst>
                <a:ext uri="{FF2B5EF4-FFF2-40B4-BE49-F238E27FC236}">
                  <a16:creationId xmlns:a16="http://schemas.microsoft.com/office/drawing/2014/main" id="{A0868214-0C14-EA62-7F78-2424777276D8}"/>
                </a:ext>
              </a:extLst>
            </p:cNvPr>
            <p:cNvSpPr/>
            <p:nvPr/>
          </p:nvSpPr>
          <p:spPr>
            <a:xfrm>
              <a:off x="4140975" y="2202275"/>
              <a:ext cx="67900" cy="66675"/>
            </a:xfrm>
            <a:custGeom>
              <a:avLst/>
              <a:gdLst/>
              <a:ahLst/>
              <a:cxnLst/>
              <a:rect l="l" t="t" r="r" b="b"/>
              <a:pathLst>
                <a:path w="2716" h="2667" extrusionOk="0">
                  <a:moveTo>
                    <a:pt x="2524" y="1"/>
                  </a:moveTo>
                  <a:cubicBezTo>
                    <a:pt x="2483" y="1"/>
                    <a:pt x="2442" y="17"/>
                    <a:pt x="2412" y="56"/>
                  </a:cubicBezTo>
                  <a:cubicBezTo>
                    <a:pt x="689" y="1944"/>
                    <a:pt x="1646" y="949"/>
                    <a:pt x="115" y="2365"/>
                  </a:cubicBezTo>
                  <a:cubicBezTo>
                    <a:pt x="0" y="2480"/>
                    <a:pt x="81" y="2666"/>
                    <a:pt x="219" y="2666"/>
                  </a:cubicBezTo>
                  <a:cubicBezTo>
                    <a:pt x="235" y="2666"/>
                    <a:pt x="251" y="2664"/>
                    <a:pt x="268" y="2659"/>
                  </a:cubicBezTo>
                  <a:cubicBezTo>
                    <a:pt x="1340" y="2378"/>
                    <a:pt x="2412" y="1306"/>
                    <a:pt x="2680" y="209"/>
                  </a:cubicBezTo>
                  <a:cubicBezTo>
                    <a:pt x="2716" y="92"/>
                    <a:pt x="2620" y="1"/>
                    <a:pt x="252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39">
              <a:extLst>
                <a:ext uri="{FF2B5EF4-FFF2-40B4-BE49-F238E27FC236}">
                  <a16:creationId xmlns:a16="http://schemas.microsoft.com/office/drawing/2014/main" id="{187602F9-4386-BE2F-9B46-CAB7F566460A}"/>
                </a:ext>
              </a:extLst>
            </p:cNvPr>
            <p:cNvSpPr/>
            <p:nvPr/>
          </p:nvSpPr>
          <p:spPr>
            <a:xfrm>
              <a:off x="4048125" y="2191775"/>
              <a:ext cx="56075" cy="70750"/>
            </a:xfrm>
            <a:custGeom>
              <a:avLst/>
              <a:gdLst/>
              <a:ahLst/>
              <a:cxnLst/>
              <a:rect l="l" t="t" r="r" b="b"/>
              <a:pathLst>
                <a:path w="2243" h="2830" extrusionOk="0">
                  <a:moveTo>
                    <a:pt x="182" y="1"/>
                  </a:moveTo>
                  <a:cubicBezTo>
                    <a:pt x="90" y="1"/>
                    <a:pt x="1" y="84"/>
                    <a:pt x="26" y="195"/>
                  </a:cubicBezTo>
                  <a:cubicBezTo>
                    <a:pt x="180" y="1190"/>
                    <a:pt x="1034" y="2351"/>
                    <a:pt x="1940" y="2811"/>
                  </a:cubicBezTo>
                  <a:cubicBezTo>
                    <a:pt x="1966" y="2823"/>
                    <a:pt x="1992" y="2829"/>
                    <a:pt x="2016" y="2829"/>
                  </a:cubicBezTo>
                  <a:cubicBezTo>
                    <a:pt x="2141" y="2829"/>
                    <a:pt x="2243" y="2685"/>
                    <a:pt x="2157" y="2568"/>
                  </a:cubicBezTo>
                  <a:lnTo>
                    <a:pt x="2157" y="2568"/>
                  </a:lnTo>
                  <a:cubicBezTo>
                    <a:pt x="2157" y="2568"/>
                    <a:pt x="2157" y="2568"/>
                    <a:pt x="2157" y="2568"/>
                  </a:cubicBezTo>
                  <a:cubicBezTo>
                    <a:pt x="2161" y="2568"/>
                    <a:pt x="447" y="245"/>
                    <a:pt x="307" y="67"/>
                  </a:cubicBezTo>
                  <a:cubicBezTo>
                    <a:pt x="273" y="21"/>
                    <a:pt x="227" y="1"/>
                    <a:pt x="1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39">
              <a:extLst>
                <a:ext uri="{FF2B5EF4-FFF2-40B4-BE49-F238E27FC236}">
                  <a16:creationId xmlns:a16="http://schemas.microsoft.com/office/drawing/2014/main" id="{A94D8585-C3BA-A9B3-FF72-A5CB75A9EA9A}"/>
                </a:ext>
              </a:extLst>
            </p:cNvPr>
            <p:cNvSpPr/>
            <p:nvPr/>
          </p:nvSpPr>
          <p:spPr>
            <a:xfrm>
              <a:off x="3861200" y="2100375"/>
              <a:ext cx="435150" cy="541950"/>
            </a:xfrm>
            <a:custGeom>
              <a:avLst/>
              <a:gdLst/>
              <a:ahLst/>
              <a:cxnLst/>
              <a:rect l="l" t="t" r="r" b="b"/>
              <a:pathLst>
                <a:path w="17406" h="21678" extrusionOk="0">
                  <a:moveTo>
                    <a:pt x="11197" y="571"/>
                  </a:moveTo>
                  <a:cubicBezTo>
                    <a:pt x="11308" y="571"/>
                    <a:pt x="11982" y="886"/>
                    <a:pt x="13207" y="2549"/>
                  </a:cubicBezTo>
                  <a:cubicBezTo>
                    <a:pt x="13705" y="3238"/>
                    <a:pt x="14152" y="3940"/>
                    <a:pt x="14560" y="4680"/>
                  </a:cubicBezTo>
                  <a:cubicBezTo>
                    <a:pt x="15045" y="5522"/>
                    <a:pt x="15453" y="6403"/>
                    <a:pt x="15798" y="7309"/>
                  </a:cubicBezTo>
                  <a:cubicBezTo>
                    <a:pt x="16934" y="10371"/>
                    <a:pt x="17189" y="14570"/>
                    <a:pt x="14509" y="17173"/>
                  </a:cubicBezTo>
                  <a:cubicBezTo>
                    <a:pt x="13540" y="18106"/>
                    <a:pt x="12374" y="18604"/>
                    <a:pt x="11244" y="18604"/>
                  </a:cubicBezTo>
                  <a:cubicBezTo>
                    <a:pt x="10768" y="18604"/>
                    <a:pt x="10298" y="18516"/>
                    <a:pt x="9851" y="18334"/>
                  </a:cubicBezTo>
                  <a:cubicBezTo>
                    <a:pt x="8767" y="17888"/>
                    <a:pt x="8256" y="16982"/>
                    <a:pt x="7861" y="16063"/>
                  </a:cubicBezTo>
                  <a:cubicBezTo>
                    <a:pt x="8575" y="14634"/>
                    <a:pt x="9175" y="13153"/>
                    <a:pt x="9647" y="11635"/>
                  </a:cubicBezTo>
                  <a:lnTo>
                    <a:pt x="9660" y="11635"/>
                  </a:lnTo>
                  <a:cubicBezTo>
                    <a:pt x="10464" y="9070"/>
                    <a:pt x="11140" y="4770"/>
                    <a:pt x="11395" y="1860"/>
                  </a:cubicBezTo>
                  <a:cubicBezTo>
                    <a:pt x="11408" y="1707"/>
                    <a:pt x="11293" y="1567"/>
                    <a:pt x="11127" y="1554"/>
                  </a:cubicBezTo>
                  <a:cubicBezTo>
                    <a:pt x="11120" y="1553"/>
                    <a:pt x="11112" y="1553"/>
                    <a:pt x="11104" y="1553"/>
                  </a:cubicBezTo>
                  <a:cubicBezTo>
                    <a:pt x="10960" y="1553"/>
                    <a:pt x="10833" y="1664"/>
                    <a:pt x="10808" y="1809"/>
                  </a:cubicBezTo>
                  <a:cubicBezTo>
                    <a:pt x="10566" y="4693"/>
                    <a:pt x="9902" y="8930"/>
                    <a:pt x="9098" y="11456"/>
                  </a:cubicBezTo>
                  <a:cubicBezTo>
                    <a:pt x="8614" y="12987"/>
                    <a:pt x="8014" y="14480"/>
                    <a:pt x="7299" y="15910"/>
                  </a:cubicBezTo>
                  <a:cubicBezTo>
                    <a:pt x="6708" y="16084"/>
                    <a:pt x="6141" y="16170"/>
                    <a:pt x="5604" y="16170"/>
                  </a:cubicBezTo>
                  <a:cubicBezTo>
                    <a:pt x="4022" y="16170"/>
                    <a:pt x="2701" y="15422"/>
                    <a:pt x="1787" y="13983"/>
                  </a:cubicBezTo>
                  <a:cubicBezTo>
                    <a:pt x="625" y="12158"/>
                    <a:pt x="523" y="9759"/>
                    <a:pt x="1557" y="8011"/>
                  </a:cubicBezTo>
                  <a:cubicBezTo>
                    <a:pt x="2654" y="6135"/>
                    <a:pt x="4390" y="5191"/>
                    <a:pt x="6240" y="4195"/>
                  </a:cubicBezTo>
                  <a:cubicBezTo>
                    <a:pt x="7567" y="3468"/>
                    <a:pt x="8945" y="2728"/>
                    <a:pt x="10234" y="1579"/>
                  </a:cubicBezTo>
                  <a:cubicBezTo>
                    <a:pt x="10362" y="1452"/>
                    <a:pt x="10477" y="1324"/>
                    <a:pt x="10579" y="1184"/>
                  </a:cubicBezTo>
                  <a:cubicBezTo>
                    <a:pt x="10898" y="801"/>
                    <a:pt x="11115" y="597"/>
                    <a:pt x="11191" y="571"/>
                  </a:cubicBezTo>
                  <a:cubicBezTo>
                    <a:pt x="11193" y="571"/>
                    <a:pt x="11195" y="571"/>
                    <a:pt x="11197" y="571"/>
                  </a:cubicBezTo>
                  <a:close/>
                  <a:moveTo>
                    <a:pt x="11191" y="1"/>
                  </a:moveTo>
                  <a:cubicBezTo>
                    <a:pt x="11156" y="1"/>
                    <a:pt x="11122" y="4"/>
                    <a:pt x="11089" y="10"/>
                  </a:cubicBezTo>
                  <a:cubicBezTo>
                    <a:pt x="10808" y="61"/>
                    <a:pt x="10540" y="367"/>
                    <a:pt x="10158" y="826"/>
                  </a:cubicBezTo>
                  <a:cubicBezTo>
                    <a:pt x="10068" y="929"/>
                    <a:pt x="9966" y="1043"/>
                    <a:pt x="9864" y="1146"/>
                  </a:cubicBezTo>
                  <a:cubicBezTo>
                    <a:pt x="8639" y="2243"/>
                    <a:pt x="7286" y="2970"/>
                    <a:pt x="5985" y="3685"/>
                  </a:cubicBezTo>
                  <a:cubicBezTo>
                    <a:pt x="4071" y="4718"/>
                    <a:pt x="2246" y="5688"/>
                    <a:pt x="1072" y="7704"/>
                  </a:cubicBezTo>
                  <a:cubicBezTo>
                    <a:pt x="0" y="9542"/>
                    <a:pt x="26" y="12005"/>
                    <a:pt x="1123" y="13983"/>
                  </a:cubicBezTo>
                  <a:cubicBezTo>
                    <a:pt x="1187" y="14085"/>
                    <a:pt x="1251" y="14187"/>
                    <a:pt x="1314" y="14302"/>
                  </a:cubicBezTo>
                  <a:cubicBezTo>
                    <a:pt x="2342" y="15905"/>
                    <a:pt x="3834" y="16747"/>
                    <a:pt x="5616" y="16747"/>
                  </a:cubicBezTo>
                  <a:cubicBezTo>
                    <a:pt x="6046" y="16747"/>
                    <a:pt x="6493" y="16698"/>
                    <a:pt x="6955" y="16599"/>
                  </a:cubicBezTo>
                  <a:lnTo>
                    <a:pt x="6955" y="16599"/>
                  </a:lnTo>
                  <a:cubicBezTo>
                    <a:pt x="6202" y="18002"/>
                    <a:pt x="5347" y="19355"/>
                    <a:pt x="4403" y="20644"/>
                  </a:cubicBezTo>
                  <a:cubicBezTo>
                    <a:pt x="4224" y="20899"/>
                    <a:pt x="4071" y="21116"/>
                    <a:pt x="3994" y="21244"/>
                  </a:cubicBezTo>
                  <a:cubicBezTo>
                    <a:pt x="3943" y="21333"/>
                    <a:pt x="3943" y="21448"/>
                    <a:pt x="3994" y="21537"/>
                  </a:cubicBezTo>
                  <a:cubicBezTo>
                    <a:pt x="4045" y="21626"/>
                    <a:pt x="4135" y="21677"/>
                    <a:pt x="4237" y="21677"/>
                  </a:cubicBezTo>
                  <a:lnTo>
                    <a:pt x="4313" y="21677"/>
                  </a:lnTo>
                  <a:cubicBezTo>
                    <a:pt x="4390" y="21652"/>
                    <a:pt x="4454" y="21601"/>
                    <a:pt x="4492" y="21537"/>
                  </a:cubicBezTo>
                  <a:cubicBezTo>
                    <a:pt x="4556" y="21422"/>
                    <a:pt x="4709" y="21218"/>
                    <a:pt x="4875" y="20976"/>
                  </a:cubicBezTo>
                  <a:cubicBezTo>
                    <a:pt x="5870" y="19623"/>
                    <a:pt x="6750" y="18194"/>
                    <a:pt x="7542" y="16714"/>
                  </a:cubicBezTo>
                  <a:cubicBezTo>
                    <a:pt x="7937" y="17543"/>
                    <a:pt x="8511" y="18398"/>
                    <a:pt x="9647" y="18857"/>
                  </a:cubicBezTo>
                  <a:cubicBezTo>
                    <a:pt x="10168" y="19070"/>
                    <a:pt x="10717" y="19173"/>
                    <a:pt x="11270" y="19173"/>
                  </a:cubicBezTo>
                  <a:cubicBezTo>
                    <a:pt x="12546" y="19173"/>
                    <a:pt x="13849" y="18622"/>
                    <a:pt x="14917" y="17581"/>
                  </a:cubicBezTo>
                  <a:cubicBezTo>
                    <a:pt x="16015" y="16522"/>
                    <a:pt x="16755" y="15055"/>
                    <a:pt x="17061" y="13357"/>
                  </a:cubicBezTo>
                  <a:cubicBezTo>
                    <a:pt x="17406" y="11431"/>
                    <a:pt x="17163" y="9325"/>
                    <a:pt x="16347" y="7117"/>
                  </a:cubicBezTo>
                  <a:lnTo>
                    <a:pt x="16359" y="7117"/>
                  </a:lnTo>
                  <a:cubicBezTo>
                    <a:pt x="15217" y="4025"/>
                    <a:pt x="12478" y="1"/>
                    <a:pt x="111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32" name="Google Shape;532;p39">
            <a:extLst>
              <a:ext uri="{FF2B5EF4-FFF2-40B4-BE49-F238E27FC236}">
                <a16:creationId xmlns:a16="http://schemas.microsoft.com/office/drawing/2014/main" id="{B86217BC-8ECC-41AC-DEC7-FF4FE4981BE2}"/>
              </a:ext>
            </a:extLst>
          </p:cNvPr>
          <p:cNvSpPr/>
          <p:nvPr/>
        </p:nvSpPr>
        <p:spPr>
          <a:xfrm flipH="1">
            <a:off x="6992952" y="1772774"/>
            <a:ext cx="1070221" cy="866189"/>
          </a:xfrm>
          <a:custGeom>
            <a:avLst/>
            <a:gdLst/>
            <a:ahLst/>
            <a:cxnLst/>
            <a:rect l="l" t="t" r="r" b="b"/>
            <a:pathLst>
              <a:path w="31661" h="25625" fill="none" extrusionOk="0">
                <a:moveTo>
                  <a:pt x="24489" y="25267"/>
                </a:moveTo>
                <a:cubicBezTo>
                  <a:pt x="23404" y="24705"/>
                  <a:pt x="22358" y="23735"/>
                  <a:pt x="22383" y="22523"/>
                </a:cubicBezTo>
                <a:cubicBezTo>
                  <a:pt x="22421" y="20673"/>
                  <a:pt x="24872" y="19422"/>
                  <a:pt x="24616" y="17585"/>
                </a:cubicBezTo>
                <a:cubicBezTo>
                  <a:pt x="24463" y="16411"/>
                  <a:pt x="23213" y="15696"/>
                  <a:pt x="22051" y="15479"/>
                </a:cubicBezTo>
                <a:cubicBezTo>
                  <a:pt x="20877" y="15250"/>
                  <a:pt x="19652" y="15326"/>
                  <a:pt x="18555" y="14892"/>
                </a:cubicBezTo>
                <a:cubicBezTo>
                  <a:pt x="16934" y="14190"/>
                  <a:pt x="15965" y="12532"/>
                  <a:pt x="16143" y="10783"/>
                </a:cubicBezTo>
                <a:cubicBezTo>
                  <a:pt x="16347" y="9124"/>
                  <a:pt x="18147" y="7619"/>
                  <a:pt x="19652" y="8333"/>
                </a:cubicBezTo>
                <a:cubicBezTo>
                  <a:pt x="20112" y="8537"/>
                  <a:pt x="20469" y="8908"/>
                  <a:pt x="20788" y="9290"/>
                </a:cubicBezTo>
                <a:cubicBezTo>
                  <a:pt x="21299" y="9877"/>
                  <a:pt x="21783" y="10554"/>
                  <a:pt x="21847" y="11319"/>
                </a:cubicBezTo>
                <a:cubicBezTo>
                  <a:pt x="21962" y="12889"/>
                  <a:pt x="20367" y="13961"/>
                  <a:pt x="19002" y="14739"/>
                </a:cubicBezTo>
                <a:cubicBezTo>
                  <a:pt x="17636" y="15518"/>
                  <a:pt x="16092" y="16743"/>
                  <a:pt x="16398" y="18287"/>
                </a:cubicBezTo>
                <a:cubicBezTo>
                  <a:pt x="16692" y="19741"/>
                  <a:pt x="18657" y="20354"/>
                  <a:pt x="20010" y="19729"/>
                </a:cubicBezTo>
                <a:cubicBezTo>
                  <a:pt x="21375" y="19091"/>
                  <a:pt x="22179" y="17700"/>
                  <a:pt x="22728" y="16309"/>
                </a:cubicBezTo>
                <a:cubicBezTo>
                  <a:pt x="22945" y="15747"/>
                  <a:pt x="23174" y="15135"/>
                  <a:pt x="23685" y="14816"/>
                </a:cubicBezTo>
                <a:cubicBezTo>
                  <a:pt x="24259" y="14458"/>
                  <a:pt x="24999" y="14599"/>
                  <a:pt x="25675" y="14650"/>
                </a:cubicBezTo>
                <a:cubicBezTo>
                  <a:pt x="27526" y="14816"/>
                  <a:pt x="29542" y="14139"/>
                  <a:pt x="30588" y="12595"/>
                </a:cubicBezTo>
                <a:cubicBezTo>
                  <a:pt x="31647" y="11064"/>
                  <a:pt x="31392" y="8652"/>
                  <a:pt x="29810" y="7657"/>
                </a:cubicBezTo>
                <a:cubicBezTo>
                  <a:pt x="28700" y="6955"/>
                  <a:pt x="27194" y="7083"/>
                  <a:pt x="26084" y="7785"/>
                </a:cubicBezTo>
                <a:cubicBezTo>
                  <a:pt x="24974" y="8499"/>
                  <a:pt x="24246" y="9686"/>
                  <a:pt x="23889" y="10962"/>
                </a:cubicBezTo>
                <a:cubicBezTo>
                  <a:pt x="23468" y="12442"/>
                  <a:pt x="23570" y="14165"/>
                  <a:pt x="24527" y="15377"/>
                </a:cubicBezTo>
                <a:cubicBezTo>
                  <a:pt x="25484" y="16602"/>
                  <a:pt x="27436" y="17049"/>
                  <a:pt x="28649" y="16092"/>
                </a:cubicBezTo>
                <a:cubicBezTo>
                  <a:pt x="30116" y="14918"/>
                  <a:pt x="29682" y="12366"/>
                  <a:pt x="28215" y="11166"/>
                </a:cubicBezTo>
                <a:cubicBezTo>
                  <a:pt x="26747" y="9979"/>
                  <a:pt x="24706" y="9839"/>
                  <a:pt x="22817" y="9954"/>
                </a:cubicBezTo>
                <a:cubicBezTo>
                  <a:pt x="21541" y="10030"/>
                  <a:pt x="20201" y="10247"/>
                  <a:pt x="19257" y="11102"/>
                </a:cubicBezTo>
                <a:cubicBezTo>
                  <a:pt x="18300" y="11957"/>
                  <a:pt x="18032" y="13642"/>
                  <a:pt x="19002" y="14471"/>
                </a:cubicBezTo>
                <a:cubicBezTo>
                  <a:pt x="20010" y="15313"/>
                  <a:pt x="21669" y="14701"/>
                  <a:pt x="22409" y="13603"/>
                </a:cubicBezTo>
                <a:cubicBezTo>
                  <a:pt x="23162" y="12519"/>
                  <a:pt x="23302" y="11153"/>
                  <a:pt x="23595" y="9865"/>
                </a:cubicBezTo>
                <a:cubicBezTo>
                  <a:pt x="23876" y="8576"/>
                  <a:pt x="24438" y="7198"/>
                  <a:pt x="25624" y="6623"/>
                </a:cubicBezTo>
                <a:cubicBezTo>
                  <a:pt x="26211" y="6330"/>
                  <a:pt x="26900" y="6279"/>
                  <a:pt x="27487" y="5985"/>
                </a:cubicBezTo>
                <a:cubicBezTo>
                  <a:pt x="29185" y="5143"/>
                  <a:pt x="29236" y="2400"/>
                  <a:pt x="27768" y="1200"/>
                </a:cubicBezTo>
                <a:cubicBezTo>
                  <a:pt x="26301" y="1"/>
                  <a:pt x="23965" y="307"/>
                  <a:pt x="22562" y="1583"/>
                </a:cubicBezTo>
                <a:cubicBezTo>
                  <a:pt x="21720" y="2336"/>
                  <a:pt x="21158" y="3344"/>
                  <a:pt x="20482" y="4263"/>
                </a:cubicBezTo>
                <a:cubicBezTo>
                  <a:pt x="18606" y="6815"/>
                  <a:pt x="15875" y="8614"/>
                  <a:pt x="12787" y="9341"/>
                </a:cubicBezTo>
                <a:cubicBezTo>
                  <a:pt x="12455" y="9443"/>
                  <a:pt x="12098" y="9469"/>
                  <a:pt x="11754" y="9431"/>
                </a:cubicBezTo>
                <a:cubicBezTo>
                  <a:pt x="11383" y="9341"/>
                  <a:pt x="11039" y="9163"/>
                  <a:pt x="10771" y="8882"/>
                </a:cubicBezTo>
                <a:cubicBezTo>
                  <a:pt x="9750" y="7912"/>
                  <a:pt x="9508" y="6381"/>
                  <a:pt x="10158" y="5143"/>
                </a:cubicBezTo>
                <a:cubicBezTo>
                  <a:pt x="10822" y="3905"/>
                  <a:pt x="12226" y="3242"/>
                  <a:pt x="13591" y="3548"/>
                </a:cubicBezTo>
                <a:cubicBezTo>
                  <a:pt x="14867" y="3816"/>
                  <a:pt x="15837" y="4850"/>
                  <a:pt x="16845" y="5692"/>
                </a:cubicBezTo>
                <a:cubicBezTo>
                  <a:pt x="18006" y="6674"/>
                  <a:pt x="19423" y="7491"/>
                  <a:pt x="20941" y="7376"/>
                </a:cubicBezTo>
                <a:cubicBezTo>
                  <a:pt x="22447" y="7274"/>
                  <a:pt x="23927" y="5909"/>
                  <a:pt x="23685" y="4416"/>
                </a:cubicBezTo>
                <a:cubicBezTo>
                  <a:pt x="23417" y="2872"/>
                  <a:pt x="21490" y="2081"/>
                  <a:pt x="19971" y="2489"/>
                </a:cubicBezTo>
                <a:cubicBezTo>
                  <a:pt x="18453" y="2897"/>
                  <a:pt x="17304" y="4122"/>
                  <a:pt x="16296" y="5335"/>
                </a:cubicBezTo>
                <a:cubicBezTo>
                  <a:pt x="15518" y="6279"/>
                  <a:pt x="14625" y="7338"/>
                  <a:pt x="13400" y="7402"/>
                </a:cubicBezTo>
                <a:cubicBezTo>
                  <a:pt x="12034" y="7491"/>
                  <a:pt x="10873" y="6126"/>
                  <a:pt x="10784" y="4760"/>
                </a:cubicBezTo>
                <a:cubicBezTo>
                  <a:pt x="10707" y="3382"/>
                  <a:pt x="11473" y="2081"/>
                  <a:pt x="12443" y="1085"/>
                </a:cubicBezTo>
                <a:cubicBezTo>
                  <a:pt x="12953" y="562"/>
                  <a:pt x="13629" y="77"/>
                  <a:pt x="14369" y="166"/>
                </a:cubicBezTo>
                <a:cubicBezTo>
                  <a:pt x="15390" y="307"/>
                  <a:pt x="15901" y="1494"/>
                  <a:pt x="16105" y="2514"/>
                </a:cubicBezTo>
                <a:cubicBezTo>
                  <a:pt x="16654" y="5220"/>
                  <a:pt x="16296" y="8308"/>
                  <a:pt x="14357" y="10273"/>
                </a:cubicBezTo>
                <a:cubicBezTo>
                  <a:pt x="11958" y="12697"/>
                  <a:pt x="7428" y="12442"/>
                  <a:pt x="5335" y="9763"/>
                </a:cubicBezTo>
                <a:cubicBezTo>
                  <a:pt x="4773" y="9048"/>
                  <a:pt x="4365" y="8155"/>
                  <a:pt x="4442" y="7249"/>
                </a:cubicBezTo>
                <a:cubicBezTo>
                  <a:pt x="4531" y="6572"/>
                  <a:pt x="4799" y="5934"/>
                  <a:pt x="5233" y="5411"/>
                </a:cubicBezTo>
                <a:cubicBezTo>
                  <a:pt x="6011" y="4365"/>
                  <a:pt x="7211" y="3561"/>
                  <a:pt x="8525" y="3561"/>
                </a:cubicBezTo>
                <a:cubicBezTo>
                  <a:pt x="9827" y="3561"/>
                  <a:pt x="11141" y="4543"/>
                  <a:pt x="11256" y="5845"/>
                </a:cubicBezTo>
                <a:cubicBezTo>
                  <a:pt x="11358" y="7070"/>
                  <a:pt x="10414" y="8180"/>
                  <a:pt x="9291" y="8716"/>
                </a:cubicBezTo>
                <a:cubicBezTo>
                  <a:pt x="8168" y="9239"/>
                  <a:pt x="6892" y="9290"/>
                  <a:pt x="5679" y="9418"/>
                </a:cubicBezTo>
                <a:cubicBezTo>
                  <a:pt x="4454" y="9546"/>
                  <a:pt x="3166" y="9763"/>
                  <a:pt x="2196" y="10528"/>
                </a:cubicBezTo>
                <a:cubicBezTo>
                  <a:pt x="652" y="11740"/>
                  <a:pt x="511" y="14497"/>
                  <a:pt x="2170" y="15556"/>
                </a:cubicBezTo>
                <a:cubicBezTo>
                  <a:pt x="3497" y="16398"/>
                  <a:pt x="5373" y="15862"/>
                  <a:pt x="6458" y="14714"/>
                </a:cubicBezTo>
                <a:cubicBezTo>
                  <a:pt x="7555" y="13578"/>
                  <a:pt x="8040" y="11996"/>
                  <a:pt x="8397" y="10464"/>
                </a:cubicBezTo>
                <a:cubicBezTo>
                  <a:pt x="8653" y="9392"/>
                  <a:pt x="8831" y="8206"/>
                  <a:pt x="8283" y="7274"/>
                </a:cubicBezTo>
                <a:cubicBezTo>
                  <a:pt x="7849" y="6534"/>
                  <a:pt x="7019" y="6100"/>
                  <a:pt x="6177" y="5947"/>
                </a:cubicBezTo>
                <a:cubicBezTo>
                  <a:pt x="4556" y="5654"/>
                  <a:pt x="2821" y="6343"/>
                  <a:pt x="1685" y="7568"/>
                </a:cubicBezTo>
                <a:cubicBezTo>
                  <a:pt x="550" y="8780"/>
                  <a:pt x="1" y="10477"/>
                  <a:pt x="14" y="12136"/>
                </a:cubicBezTo>
                <a:cubicBezTo>
                  <a:pt x="14" y="13157"/>
                  <a:pt x="243" y="14203"/>
                  <a:pt x="830" y="15033"/>
                </a:cubicBezTo>
                <a:cubicBezTo>
                  <a:pt x="1953" y="16602"/>
                  <a:pt x="4186" y="17036"/>
                  <a:pt x="6037" y="16538"/>
                </a:cubicBezTo>
                <a:cubicBezTo>
                  <a:pt x="7517" y="16130"/>
                  <a:pt x="8831" y="15224"/>
                  <a:pt x="10299" y="14777"/>
                </a:cubicBezTo>
                <a:cubicBezTo>
                  <a:pt x="11779" y="14344"/>
                  <a:pt x="13655" y="14509"/>
                  <a:pt x="14472" y="15811"/>
                </a:cubicBezTo>
                <a:cubicBezTo>
                  <a:pt x="15250" y="17062"/>
                  <a:pt x="14574" y="18912"/>
                  <a:pt x="13234" y="19524"/>
                </a:cubicBezTo>
                <a:cubicBezTo>
                  <a:pt x="11894" y="20137"/>
                  <a:pt x="10197" y="19601"/>
                  <a:pt x="9278" y="18440"/>
                </a:cubicBezTo>
                <a:cubicBezTo>
                  <a:pt x="8372" y="17279"/>
                  <a:pt x="8206" y="15645"/>
                  <a:pt x="8640" y="14242"/>
                </a:cubicBezTo>
                <a:cubicBezTo>
                  <a:pt x="9125" y="12710"/>
                  <a:pt x="10312" y="11396"/>
                  <a:pt x="11830" y="10924"/>
                </a:cubicBezTo>
                <a:cubicBezTo>
                  <a:pt x="13999" y="10247"/>
                  <a:pt x="16590" y="11562"/>
                  <a:pt x="17330" y="13718"/>
                </a:cubicBezTo>
                <a:cubicBezTo>
                  <a:pt x="18057" y="15862"/>
                  <a:pt x="16820" y="18491"/>
                  <a:pt x="14688" y="19282"/>
                </a:cubicBezTo>
                <a:cubicBezTo>
                  <a:pt x="12966" y="19920"/>
                  <a:pt x="11001" y="19448"/>
                  <a:pt x="9240" y="19997"/>
                </a:cubicBezTo>
                <a:cubicBezTo>
                  <a:pt x="8449" y="20239"/>
                  <a:pt x="7721" y="20686"/>
                  <a:pt x="7147" y="21298"/>
                </a:cubicBezTo>
                <a:cubicBezTo>
                  <a:pt x="6764" y="21707"/>
                  <a:pt x="6445" y="22204"/>
                  <a:pt x="6394" y="22753"/>
                </a:cubicBezTo>
                <a:cubicBezTo>
                  <a:pt x="6330" y="23710"/>
                  <a:pt x="7160" y="24565"/>
                  <a:pt x="8091" y="24756"/>
                </a:cubicBezTo>
                <a:cubicBezTo>
                  <a:pt x="9035" y="24935"/>
                  <a:pt x="10005" y="24565"/>
                  <a:pt x="10771" y="23991"/>
                </a:cubicBezTo>
                <a:cubicBezTo>
                  <a:pt x="11856" y="23174"/>
                  <a:pt x="12621" y="21872"/>
                  <a:pt x="12583" y="20520"/>
                </a:cubicBezTo>
                <a:cubicBezTo>
                  <a:pt x="12557" y="19167"/>
                  <a:pt x="11600" y="17827"/>
                  <a:pt x="10273" y="17559"/>
                </a:cubicBezTo>
                <a:cubicBezTo>
                  <a:pt x="8946" y="17291"/>
                  <a:pt x="7440" y="18312"/>
                  <a:pt x="7389" y="19665"/>
                </a:cubicBezTo>
                <a:cubicBezTo>
                  <a:pt x="7338" y="20928"/>
                  <a:pt x="8512" y="22013"/>
                  <a:pt x="9776" y="22179"/>
                </a:cubicBezTo>
                <a:cubicBezTo>
                  <a:pt x="11026" y="22332"/>
                  <a:pt x="12277" y="21758"/>
                  <a:pt x="13247" y="20954"/>
                </a:cubicBezTo>
                <a:cubicBezTo>
                  <a:pt x="13987" y="20341"/>
                  <a:pt x="14612" y="19588"/>
                  <a:pt x="15480" y="19193"/>
                </a:cubicBezTo>
                <a:cubicBezTo>
                  <a:pt x="16985" y="18491"/>
                  <a:pt x="18989" y="19231"/>
                  <a:pt x="19678" y="20737"/>
                </a:cubicBezTo>
                <a:cubicBezTo>
                  <a:pt x="20367" y="22242"/>
                  <a:pt x="19627" y="24246"/>
                  <a:pt x="18121" y="24935"/>
                </a:cubicBezTo>
                <a:cubicBezTo>
                  <a:pt x="16615" y="25624"/>
                  <a:pt x="14612" y="24884"/>
                  <a:pt x="13936" y="23365"/>
                </a:cubicBezTo>
                <a:cubicBezTo>
                  <a:pt x="13566" y="22561"/>
                  <a:pt x="13553" y="21630"/>
                  <a:pt x="13668" y="20749"/>
                </a:cubicBezTo>
                <a:cubicBezTo>
                  <a:pt x="13834" y="19550"/>
                  <a:pt x="14216" y="18338"/>
                  <a:pt x="15020" y="17432"/>
                </a:cubicBezTo>
                <a:cubicBezTo>
                  <a:pt x="15811" y="16513"/>
                  <a:pt x="17075" y="15951"/>
                  <a:pt x="18261" y="16194"/>
                </a:cubicBezTo>
                <a:cubicBezTo>
                  <a:pt x="19448" y="16449"/>
                  <a:pt x="20431" y="17636"/>
                  <a:pt x="20227" y="18835"/>
                </a:cubicBezTo>
                <a:cubicBezTo>
                  <a:pt x="20112" y="19588"/>
                  <a:pt x="19589" y="20239"/>
                  <a:pt x="19589" y="21005"/>
                </a:cubicBezTo>
                <a:cubicBezTo>
                  <a:pt x="19589" y="21974"/>
                  <a:pt x="20482" y="22753"/>
                  <a:pt x="21413" y="23034"/>
                </a:cubicBezTo>
                <a:cubicBezTo>
                  <a:pt x="23621" y="23684"/>
                  <a:pt x="26199" y="22000"/>
                  <a:pt x="26530" y="19729"/>
                </a:cubicBezTo>
                <a:cubicBezTo>
                  <a:pt x="26862" y="17444"/>
                  <a:pt x="24923" y="15122"/>
                  <a:pt x="22626" y="15007"/>
                </a:cubicBezTo>
                <a:cubicBezTo>
                  <a:pt x="21758" y="14956"/>
                  <a:pt x="20737" y="15339"/>
                  <a:pt x="20584" y="16194"/>
                </a:cubicBezTo>
                <a:cubicBezTo>
                  <a:pt x="20444" y="16921"/>
                  <a:pt x="21056" y="17598"/>
                  <a:pt x="21720" y="17929"/>
                </a:cubicBezTo>
                <a:cubicBezTo>
                  <a:pt x="23340" y="18733"/>
                  <a:pt x="25548" y="18031"/>
                  <a:pt x="26416" y="16436"/>
                </a:cubicBezTo>
                <a:cubicBezTo>
                  <a:pt x="27322" y="14790"/>
                  <a:pt x="26798" y="12723"/>
                  <a:pt x="25918" y="11051"/>
                </a:cubicBezTo>
                <a:cubicBezTo>
                  <a:pt x="25050" y="9380"/>
                  <a:pt x="23851" y="7848"/>
                  <a:pt x="23366" y="6036"/>
                </a:cubicBezTo>
                <a:cubicBezTo>
                  <a:pt x="22894" y="4212"/>
                  <a:pt x="23430" y="1915"/>
                  <a:pt x="25165" y="1187"/>
                </a:cubicBezTo>
                <a:cubicBezTo>
                  <a:pt x="26900" y="460"/>
                  <a:pt x="28904" y="1672"/>
                  <a:pt x="30014" y="3204"/>
                </a:cubicBezTo>
                <a:cubicBezTo>
                  <a:pt x="31060" y="4658"/>
                  <a:pt x="31660" y="6560"/>
                  <a:pt x="31188" y="8282"/>
                </a:cubicBezTo>
                <a:cubicBezTo>
                  <a:pt x="30499" y="10745"/>
                  <a:pt x="27947" y="12149"/>
                  <a:pt x="26479" y="14242"/>
                </a:cubicBezTo>
                <a:cubicBezTo>
                  <a:pt x="26250" y="14573"/>
                  <a:pt x="26045" y="14931"/>
                  <a:pt x="26020" y="15339"/>
                </a:cubicBezTo>
                <a:cubicBezTo>
                  <a:pt x="25982" y="16322"/>
                  <a:pt x="27015" y="16947"/>
                  <a:pt x="27615" y="17725"/>
                </a:cubicBezTo>
                <a:cubicBezTo>
                  <a:pt x="28802" y="19307"/>
                  <a:pt x="28100" y="21758"/>
                  <a:pt x="26530" y="22957"/>
                </a:cubicBezTo>
                <a:cubicBezTo>
                  <a:pt x="24961" y="24169"/>
                  <a:pt x="22843" y="24361"/>
                  <a:pt x="20877" y="24169"/>
                </a:cubicBezTo>
                <a:cubicBezTo>
                  <a:pt x="18491" y="23940"/>
                  <a:pt x="16130" y="23187"/>
                  <a:pt x="14191" y="21783"/>
                </a:cubicBezTo>
                <a:cubicBezTo>
                  <a:pt x="12251" y="20392"/>
                  <a:pt x="10745" y="18312"/>
                  <a:pt x="10273" y="15964"/>
                </a:cubicBezTo>
                <a:cubicBezTo>
                  <a:pt x="9903" y="14139"/>
                  <a:pt x="10056" y="12034"/>
                  <a:pt x="8768" y="10707"/>
                </a:cubicBezTo>
                <a:cubicBezTo>
                  <a:pt x="7619" y="9507"/>
                  <a:pt x="5552" y="9456"/>
                  <a:pt x="4212" y="10413"/>
                </a:cubicBezTo>
                <a:cubicBezTo>
                  <a:pt x="2859" y="11383"/>
                  <a:pt x="2234" y="13170"/>
                  <a:pt x="2464" y="14816"/>
                </a:cubicBezTo>
                <a:cubicBezTo>
                  <a:pt x="2744" y="16883"/>
                  <a:pt x="4786" y="18848"/>
                  <a:pt x="6777" y="18197"/>
                </a:cubicBezTo>
                <a:cubicBezTo>
                  <a:pt x="8372" y="17674"/>
                  <a:pt x="9087" y="15824"/>
                  <a:pt x="9342" y="14152"/>
                </a:cubicBezTo>
                <a:cubicBezTo>
                  <a:pt x="9610" y="12493"/>
                  <a:pt x="9661" y="10681"/>
                  <a:pt x="10682" y="9354"/>
                </a:cubicBezTo>
                <a:cubicBezTo>
                  <a:pt x="11205" y="8691"/>
                  <a:pt x="11996" y="8180"/>
                  <a:pt x="12838" y="8218"/>
                </a:cubicBezTo>
                <a:cubicBezTo>
                  <a:pt x="13872" y="8257"/>
                  <a:pt x="14765" y="9137"/>
                  <a:pt x="14969" y="10145"/>
                </a:cubicBezTo>
                <a:cubicBezTo>
                  <a:pt x="15173" y="11166"/>
                  <a:pt x="14791" y="12238"/>
                  <a:pt x="14101" y="13016"/>
                </a:cubicBezTo>
                <a:cubicBezTo>
                  <a:pt x="13502" y="13667"/>
                  <a:pt x="12685" y="14178"/>
                  <a:pt x="12379" y="15007"/>
                </a:cubicBezTo>
                <a:cubicBezTo>
                  <a:pt x="12085" y="15837"/>
                  <a:pt x="12864" y="17036"/>
                  <a:pt x="13655" y="16628"/>
                </a:cubicBezTo>
              </a:path>
            </a:pathLst>
          </a:custGeom>
          <a:noFill/>
          <a:ln w="19050" cap="flat" cmpd="sng">
            <a:solidFill>
              <a:schemeClr val="dk1"/>
            </a:solidFill>
            <a:prstDash val="solid"/>
            <a:miter lim="1276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39">
            <a:extLst>
              <a:ext uri="{FF2B5EF4-FFF2-40B4-BE49-F238E27FC236}">
                <a16:creationId xmlns:a16="http://schemas.microsoft.com/office/drawing/2014/main" id="{A753CF5D-000D-E50B-ED3B-20E0C9229C04}"/>
              </a:ext>
            </a:extLst>
          </p:cNvPr>
          <p:cNvSpPr/>
          <p:nvPr/>
        </p:nvSpPr>
        <p:spPr>
          <a:xfrm>
            <a:off x="6998750" y="3510449"/>
            <a:ext cx="381612" cy="413821"/>
          </a:xfrm>
          <a:custGeom>
            <a:avLst/>
            <a:gdLst/>
            <a:ahLst/>
            <a:cxnLst/>
            <a:rect l="l" t="t" r="r" b="b"/>
            <a:pathLst>
              <a:path w="12239" h="13272" extrusionOk="0">
                <a:moveTo>
                  <a:pt x="10087" y="496"/>
                </a:moveTo>
                <a:cubicBezTo>
                  <a:pt x="10089" y="496"/>
                  <a:pt x="10092" y="496"/>
                  <a:pt x="10095" y="497"/>
                </a:cubicBezTo>
                <a:cubicBezTo>
                  <a:pt x="10120" y="497"/>
                  <a:pt x="10158" y="535"/>
                  <a:pt x="10184" y="599"/>
                </a:cubicBezTo>
                <a:cubicBezTo>
                  <a:pt x="10222" y="663"/>
                  <a:pt x="10235" y="676"/>
                  <a:pt x="10248" y="714"/>
                </a:cubicBezTo>
                <a:cubicBezTo>
                  <a:pt x="11613" y="3151"/>
                  <a:pt x="11753" y="6635"/>
                  <a:pt x="10414" y="9085"/>
                </a:cubicBezTo>
                <a:cubicBezTo>
                  <a:pt x="9402" y="10913"/>
                  <a:pt x="7386" y="12554"/>
                  <a:pt x="5495" y="12554"/>
                </a:cubicBezTo>
                <a:cubicBezTo>
                  <a:pt x="5286" y="12554"/>
                  <a:pt x="5079" y="12534"/>
                  <a:pt x="4875" y="12492"/>
                </a:cubicBezTo>
                <a:cubicBezTo>
                  <a:pt x="4544" y="12428"/>
                  <a:pt x="4225" y="12301"/>
                  <a:pt x="3931" y="12122"/>
                </a:cubicBezTo>
                <a:cubicBezTo>
                  <a:pt x="7364" y="10246"/>
                  <a:pt x="9495" y="6431"/>
                  <a:pt x="10171" y="2781"/>
                </a:cubicBezTo>
                <a:cubicBezTo>
                  <a:pt x="10197" y="2641"/>
                  <a:pt x="10107" y="2513"/>
                  <a:pt x="9980" y="2488"/>
                </a:cubicBezTo>
                <a:cubicBezTo>
                  <a:pt x="9964" y="2485"/>
                  <a:pt x="9948" y="2483"/>
                  <a:pt x="9932" y="2483"/>
                </a:cubicBezTo>
                <a:cubicBezTo>
                  <a:pt x="9811" y="2483"/>
                  <a:pt x="9709" y="2568"/>
                  <a:pt x="9686" y="2692"/>
                </a:cubicBezTo>
                <a:cubicBezTo>
                  <a:pt x="9023" y="6265"/>
                  <a:pt x="6917" y="10029"/>
                  <a:pt x="3510" y="11790"/>
                </a:cubicBezTo>
                <a:cubicBezTo>
                  <a:pt x="2732" y="10884"/>
                  <a:pt x="3140" y="9008"/>
                  <a:pt x="3893" y="7834"/>
                </a:cubicBezTo>
                <a:cubicBezTo>
                  <a:pt x="5488" y="5346"/>
                  <a:pt x="6573" y="5499"/>
                  <a:pt x="8040" y="3853"/>
                </a:cubicBezTo>
                <a:cubicBezTo>
                  <a:pt x="9778" y="1926"/>
                  <a:pt x="9888" y="496"/>
                  <a:pt x="10087" y="496"/>
                </a:cubicBezTo>
                <a:close/>
                <a:moveTo>
                  <a:pt x="10066" y="0"/>
                </a:moveTo>
                <a:cubicBezTo>
                  <a:pt x="9693" y="0"/>
                  <a:pt x="9533" y="388"/>
                  <a:pt x="9406" y="701"/>
                </a:cubicBezTo>
                <a:cubicBezTo>
                  <a:pt x="9023" y="1748"/>
                  <a:pt x="8436" y="2705"/>
                  <a:pt x="7683" y="3521"/>
                </a:cubicBezTo>
                <a:cubicBezTo>
                  <a:pt x="7211" y="4032"/>
                  <a:pt x="6687" y="4478"/>
                  <a:pt x="6126" y="4848"/>
                </a:cubicBezTo>
                <a:cubicBezTo>
                  <a:pt x="5054" y="5550"/>
                  <a:pt x="4148" y="6469"/>
                  <a:pt x="3485" y="7566"/>
                </a:cubicBezTo>
                <a:cubicBezTo>
                  <a:pt x="2732" y="8740"/>
                  <a:pt x="2145" y="10820"/>
                  <a:pt x="3063" y="12020"/>
                </a:cubicBezTo>
                <a:cubicBezTo>
                  <a:pt x="2157" y="12428"/>
                  <a:pt x="1213" y="12683"/>
                  <a:pt x="231" y="12773"/>
                </a:cubicBezTo>
                <a:cubicBezTo>
                  <a:pt x="103" y="12786"/>
                  <a:pt x="1" y="12913"/>
                  <a:pt x="14" y="13053"/>
                </a:cubicBezTo>
                <a:lnTo>
                  <a:pt x="26" y="13053"/>
                </a:lnTo>
                <a:cubicBezTo>
                  <a:pt x="38" y="13174"/>
                  <a:pt x="141" y="13272"/>
                  <a:pt x="271" y="13272"/>
                </a:cubicBezTo>
                <a:cubicBezTo>
                  <a:pt x="279" y="13272"/>
                  <a:pt x="286" y="13271"/>
                  <a:pt x="294" y="13270"/>
                </a:cubicBezTo>
                <a:cubicBezTo>
                  <a:pt x="1379" y="13156"/>
                  <a:pt x="2438" y="12862"/>
                  <a:pt x="3434" y="12390"/>
                </a:cubicBezTo>
                <a:cubicBezTo>
                  <a:pt x="3459" y="12403"/>
                  <a:pt x="3472" y="12428"/>
                  <a:pt x="3497" y="12441"/>
                </a:cubicBezTo>
                <a:cubicBezTo>
                  <a:pt x="3880" y="12696"/>
                  <a:pt x="4314" y="12888"/>
                  <a:pt x="4773" y="12977"/>
                </a:cubicBezTo>
                <a:cubicBezTo>
                  <a:pt x="5011" y="13024"/>
                  <a:pt x="5250" y="13047"/>
                  <a:pt x="5490" y="13047"/>
                </a:cubicBezTo>
                <a:cubicBezTo>
                  <a:pt x="7639" y="13047"/>
                  <a:pt x="9790" y="11234"/>
                  <a:pt x="10835" y="9327"/>
                </a:cubicBezTo>
                <a:cubicBezTo>
                  <a:pt x="12238" y="6788"/>
                  <a:pt x="12162" y="3151"/>
                  <a:pt x="10682" y="471"/>
                </a:cubicBezTo>
                <a:cubicBezTo>
                  <a:pt x="10656" y="433"/>
                  <a:pt x="10631" y="395"/>
                  <a:pt x="10605" y="344"/>
                </a:cubicBezTo>
                <a:cubicBezTo>
                  <a:pt x="10528" y="178"/>
                  <a:pt x="10375" y="63"/>
                  <a:pt x="10184" y="12"/>
                </a:cubicBezTo>
                <a:cubicBezTo>
                  <a:pt x="10143" y="4"/>
                  <a:pt x="10103" y="0"/>
                  <a:pt x="100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853392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52"/>
        <p:cNvGrpSpPr/>
        <p:nvPr/>
      </p:nvGrpSpPr>
      <p:grpSpPr>
        <a:xfrm>
          <a:off x="0" y="0"/>
          <a:ext cx="0" cy="0"/>
          <a:chOff x="0" y="0"/>
          <a:chExt cx="0" cy="0"/>
        </a:xfrm>
      </p:grpSpPr>
      <p:sp>
        <p:nvSpPr>
          <p:cNvPr id="1153" name="Google Shape;1153;p56"/>
          <p:cNvSpPr txBox="1">
            <a:spLocks noGrp="1"/>
          </p:cNvSpPr>
          <p:nvPr>
            <p:ph type="subTitle" idx="4"/>
          </p:nvPr>
        </p:nvSpPr>
        <p:spPr>
          <a:xfrm>
            <a:off x="1304384" y="1124896"/>
            <a:ext cx="3722400" cy="462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Direction and causality</a:t>
            </a:r>
            <a:endParaRPr dirty="0"/>
          </a:p>
        </p:txBody>
      </p:sp>
      <p:sp>
        <p:nvSpPr>
          <p:cNvPr id="1154" name="Google Shape;1154;p56"/>
          <p:cNvSpPr txBox="1">
            <a:spLocks noGrp="1"/>
          </p:cNvSpPr>
          <p:nvPr>
            <p:ph type="subTitle" idx="5"/>
          </p:nvPr>
        </p:nvSpPr>
        <p:spPr>
          <a:xfrm>
            <a:off x="1431179" y="2196180"/>
            <a:ext cx="6855259" cy="462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GB" dirty="0"/>
              <a:t>Recall &amp; reference periods</a:t>
            </a:r>
          </a:p>
        </p:txBody>
      </p:sp>
      <p:sp>
        <p:nvSpPr>
          <p:cNvPr id="1155" name="Google Shape;1155;p56"/>
          <p:cNvSpPr txBox="1">
            <a:spLocks noGrp="1"/>
          </p:cNvSpPr>
          <p:nvPr>
            <p:ph type="subTitle" idx="6"/>
          </p:nvPr>
        </p:nvSpPr>
        <p:spPr>
          <a:xfrm>
            <a:off x="1441377" y="3096042"/>
            <a:ext cx="3722400" cy="462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Overlapping factors</a:t>
            </a:r>
            <a:endParaRPr dirty="0"/>
          </a:p>
        </p:txBody>
      </p:sp>
      <p:sp>
        <p:nvSpPr>
          <p:cNvPr id="1156" name="Google Shape;1156;p56"/>
          <p:cNvSpPr txBox="1">
            <a:spLocks noGrp="1"/>
          </p:cNvSpPr>
          <p:nvPr>
            <p:ph type="title"/>
          </p:nvPr>
        </p:nvSpPr>
        <p:spPr>
          <a:xfrm>
            <a:off x="720000" y="446600"/>
            <a:ext cx="46887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Limitations</a:t>
            </a:r>
            <a:endParaRPr dirty="0"/>
          </a:p>
        </p:txBody>
      </p:sp>
      <p:sp>
        <p:nvSpPr>
          <p:cNvPr id="1157" name="Google Shape;1157;p56"/>
          <p:cNvSpPr txBox="1">
            <a:spLocks noGrp="1"/>
          </p:cNvSpPr>
          <p:nvPr>
            <p:ph type="subTitle" idx="1"/>
          </p:nvPr>
        </p:nvSpPr>
        <p:spPr>
          <a:xfrm>
            <a:off x="1304384" y="1497849"/>
            <a:ext cx="7175452" cy="528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This is cross-sectional, self-report data. We can't establish that a protective factor came before (or caused a change in) an outcome, only that they co-occur</a:t>
            </a:r>
          </a:p>
          <a:p>
            <a:pPr marL="0" lvl="0" indent="0" algn="l" rtl="0">
              <a:spcBef>
                <a:spcPts val="0"/>
              </a:spcBef>
              <a:spcAft>
                <a:spcPts val="0"/>
              </a:spcAft>
              <a:buNone/>
            </a:pPr>
            <a:endParaRPr lang="en-GB" dirty="0"/>
          </a:p>
        </p:txBody>
      </p:sp>
      <p:sp>
        <p:nvSpPr>
          <p:cNvPr id="1158" name="Google Shape;1158;p56"/>
          <p:cNvSpPr txBox="1">
            <a:spLocks noGrp="1"/>
          </p:cNvSpPr>
          <p:nvPr>
            <p:ph type="subTitle" idx="2"/>
          </p:nvPr>
        </p:nvSpPr>
        <p:spPr>
          <a:xfrm>
            <a:off x="1446933" y="3417959"/>
            <a:ext cx="7486859" cy="528000"/>
          </a:xfrm>
          <a:prstGeom prst="rect">
            <a:avLst/>
          </a:prstGeom>
        </p:spPr>
        <p:txBody>
          <a:bodyPr spcFirstLastPara="1" wrap="square" lIns="91425" tIns="91425" rIns="91425" bIns="91425" anchor="t" anchorCtr="0">
            <a:noAutofit/>
          </a:bodyPr>
          <a:lstStyle/>
          <a:p>
            <a:pPr marL="0" lvl="0" indent="0"/>
            <a:r>
              <a:rPr lang="en-GB" dirty="0"/>
              <a:t>Protective factors are interrelated (i.e., a well-monitored student may also sleep more), so this analysis can't isolate each factor's independent contribution</a:t>
            </a:r>
          </a:p>
        </p:txBody>
      </p:sp>
      <p:sp>
        <p:nvSpPr>
          <p:cNvPr id="1159" name="Google Shape;1159;p56"/>
          <p:cNvSpPr txBox="1">
            <a:spLocks noGrp="1"/>
          </p:cNvSpPr>
          <p:nvPr>
            <p:ph type="subTitle" idx="3"/>
          </p:nvPr>
        </p:nvSpPr>
        <p:spPr>
          <a:xfrm>
            <a:off x="1431179" y="2518976"/>
            <a:ext cx="7321079" cy="528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Different questions ask about “during your life,” “past 12 months,” and “past 30 days”.</a:t>
            </a:r>
          </a:p>
          <a:p>
            <a:pPr marL="0" lvl="0" indent="0" algn="l" rtl="0">
              <a:spcBef>
                <a:spcPts val="0"/>
              </a:spcBef>
              <a:spcAft>
                <a:spcPts val="0"/>
              </a:spcAft>
              <a:buNone/>
            </a:pPr>
            <a:r>
              <a:rPr lang="en-GB" dirty="0"/>
              <a:t>These inconsistent windows can affect recall and comparability</a:t>
            </a:r>
          </a:p>
          <a:p>
            <a:pPr marL="0" lvl="0" indent="0" algn="l" rtl="0">
              <a:spcBef>
                <a:spcPts val="0"/>
              </a:spcBef>
              <a:spcAft>
                <a:spcPts val="0"/>
              </a:spcAft>
              <a:buNone/>
            </a:pPr>
            <a:endParaRPr lang="en-GB" dirty="0"/>
          </a:p>
        </p:txBody>
      </p:sp>
      <p:sp>
        <p:nvSpPr>
          <p:cNvPr id="1160" name="Google Shape;1160;p56"/>
          <p:cNvSpPr/>
          <p:nvPr/>
        </p:nvSpPr>
        <p:spPr>
          <a:xfrm>
            <a:off x="719996" y="1124896"/>
            <a:ext cx="503087" cy="503087"/>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 name="Google Shape;1160;p56">
            <a:extLst>
              <a:ext uri="{FF2B5EF4-FFF2-40B4-BE49-F238E27FC236}">
                <a16:creationId xmlns:a16="http://schemas.microsoft.com/office/drawing/2014/main" id="{43C508DE-1468-35DC-4C9D-0859E31890AF}"/>
              </a:ext>
            </a:extLst>
          </p:cNvPr>
          <p:cNvSpPr/>
          <p:nvPr/>
        </p:nvSpPr>
        <p:spPr>
          <a:xfrm>
            <a:off x="715358" y="2196180"/>
            <a:ext cx="503087" cy="503087"/>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Google Shape;1160;p56">
            <a:extLst>
              <a:ext uri="{FF2B5EF4-FFF2-40B4-BE49-F238E27FC236}">
                <a16:creationId xmlns:a16="http://schemas.microsoft.com/office/drawing/2014/main" id="{5D065E56-ECB4-70E9-389B-0B1B5A1450A4}"/>
              </a:ext>
            </a:extLst>
          </p:cNvPr>
          <p:cNvSpPr/>
          <p:nvPr/>
        </p:nvSpPr>
        <p:spPr>
          <a:xfrm>
            <a:off x="715358" y="3055555"/>
            <a:ext cx="503087" cy="503087"/>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1160;p56">
            <a:extLst>
              <a:ext uri="{FF2B5EF4-FFF2-40B4-BE49-F238E27FC236}">
                <a16:creationId xmlns:a16="http://schemas.microsoft.com/office/drawing/2014/main" id="{BA0E559F-8357-CD2D-AF29-EFEA569F7E13}"/>
              </a:ext>
            </a:extLst>
          </p:cNvPr>
          <p:cNvSpPr/>
          <p:nvPr/>
        </p:nvSpPr>
        <p:spPr>
          <a:xfrm>
            <a:off x="715357" y="3944563"/>
            <a:ext cx="503087" cy="503087"/>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1155;p56">
            <a:extLst>
              <a:ext uri="{FF2B5EF4-FFF2-40B4-BE49-F238E27FC236}">
                <a16:creationId xmlns:a16="http://schemas.microsoft.com/office/drawing/2014/main" id="{6F90DAFA-D4E4-BA05-D1E8-FBE3771208AA}"/>
              </a:ext>
            </a:extLst>
          </p:cNvPr>
          <p:cNvSpPr txBox="1">
            <a:spLocks/>
          </p:cNvSpPr>
          <p:nvPr/>
        </p:nvSpPr>
        <p:spPr>
          <a:xfrm>
            <a:off x="1420980" y="4036576"/>
            <a:ext cx="3742797" cy="4626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lt2"/>
              </a:buClr>
              <a:buSzPts val="2200"/>
              <a:buFont typeface="Alata"/>
              <a:buNone/>
              <a:defRPr sz="2200" b="0" i="0" u="none" strike="noStrike" cap="none" spc="0">
                <a:solidFill>
                  <a:schemeClr val="dk2"/>
                </a:solidFill>
                <a:latin typeface="Domine"/>
                <a:ea typeface="Domine"/>
                <a:cs typeface="Domine"/>
                <a:sym typeface="Domine"/>
              </a:defRPr>
            </a:lvl1pPr>
            <a:lvl2pPr marL="914400" marR="0" lvl="1" indent="-317500" algn="ctr" rtl="0">
              <a:lnSpc>
                <a:spcPct val="100000"/>
              </a:lnSpc>
              <a:spcBef>
                <a:spcPts val="0"/>
              </a:spcBef>
              <a:spcAft>
                <a:spcPts val="0"/>
              </a:spcAft>
              <a:buClr>
                <a:schemeClr val="lt2"/>
              </a:buClr>
              <a:buSzPts val="2200"/>
              <a:buFont typeface="Alata"/>
              <a:buNone/>
              <a:defRPr sz="2200" b="1" i="0" u="none" strike="noStrike" cap="none" spc="0">
                <a:solidFill>
                  <a:schemeClr val="lt2"/>
                </a:solidFill>
                <a:latin typeface="Alata"/>
                <a:ea typeface="Alata"/>
                <a:cs typeface="Alata"/>
                <a:sym typeface="Alata"/>
              </a:defRPr>
            </a:lvl2pPr>
            <a:lvl3pPr marL="1371600" marR="0" lvl="2" indent="-317500" algn="ctr" rtl="0">
              <a:lnSpc>
                <a:spcPct val="100000"/>
              </a:lnSpc>
              <a:spcBef>
                <a:spcPts val="1600"/>
              </a:spcBef>
              <a:spcAft>
                <a:spcPts val="0"/>
              </a:spcAft>
              <a:buClr>
                <a:schemeClr val="lt2"/>
              </a:buClr>
              <a:buSzPts val="2200"/>
              <a:buFont typeface="Alata"/>
              <a:buNone/>
              <a:defRPr sz="2200" b="1" i="0" u="none" strike="noStrike" cap="none" spc="0">
                <a:solidFill>
                  <a:schemeClr val="lt2"/>
                </a:solidFill>
                <a:latin typeface="Alata"/>
                <a:ea typeface="Alata"/>
                <a:cs typeface="Alata"/>
                <a:sym typeface="Alata"/>
              </a:defRPr>
            </a:lvl3pPr>
            <a:lvl4pPr marL="1828800" marR="0" lvl="3" indent="-317500" algn="ctr" rtl="0">
              <a:lnSpc>
                <a:spcPct val="100000"/>
              </a:lnSpc>
              <a:spcBef>
                <a:spcPts val="1600"/>
              </a:spcBef>
              <a:spcAft>
                <a:spcPts val="0"/>
              </a:spcAft>
              <a:buClr>
                <a:schemeClr val="lt2"/>
              </a:buClr>
              <a:buSzPts val="2200"/>
              <a:buFont typeface="Alata"/>
              <a:buNone/>
              <a:defRPr sz="2200" b="1" i="0" u="none" strike="noStrike" cap="none" spc="0">
                <a:solidFill>
                  <a:schemeClr val="lt2"/>
                </a:solidFill>
                <a:latin typeface="Alata"/>
                <a:ea typeface="Alata"/>
                <a:cs typeface="Alata"/>
                <a:sym typeface="Alata"/>
              </a:defRPr>
            </a:lvl4pPr>
            <a:lvl5pPr marL="2286000" marR="0" lvl="4" indent="-317500" algn="ctr" rtl="0">
              <a:lnSpc>
                <a:spcPct val="100000"/>
              </a:lnSpc>
              <a:spcBef>
                <a:spcPts val="1600"/>
              </a:spcBef>
              <a:spcAft>
                <a:spcPts val="0"/>
              </a:spcAft>
              <a:buClr>
                <a:schemeClr val="lt2"/>
              </a:buClr>
              <a:buSzPts val="2200"/>
              <a:buFont typeface="Alata"/>
              <a:buNone/>
              <a:defRPr sz="2200" b="1" i="0" u="none" strike="noStrike" cap="none" spc="0">
                <a:solidFill>
                  <a:schemeClr val="lt2"/>
                </a:solidFill>
                <a:latin typeface="Alata"/>
                <a:ea typeface="Alata"/>
                <a:cs typeface="Alata"/>
                <a:sym typeface="Alata"/>
              </a:defRPr>
            </a:lvl5pPr>
            <a:lvl6pPr marL="2743200" marR="0" lvl="5" indent="-317500" algn="ctr" rtl="0">
              <a:lnSpc>
                <a:spcPct val="100000"/>
              </a:lnSpc>
              <a:spcBef>
                <a:spcPts val="1600"/>
              </a:spcBef>
              <a:spcAft>
                <a:spcPts val="0"/>
              </a:spcAft>
              <a:buClr>
                <a:schemeClr val="lt2"/>
              </a:buClr>
              <a:buSzPts val="2200"/>
              <a:buFont typeface="Alata"/>
              <a:buNone/>
              <a:defRPr sz="2200" b="1" i="0" u="none" strike="noStrike" cap="none" spc="0">
                <a:solidFill>
                  <a:schemeClr val="lt2"/>
                </a:solidFill>
                <a:latin typeface="Alata"/>
                <a:ea typeface="Alata"/>
                <a:cs typeface="Alata"/>
                <a:sym typeface="Alata"/>
              </a:defRPr>
            </a:lvl6pPr>
            <a:lvl7pPr marL="3200400" marR="0" lvl="6" indent="-317500" algn="ctr" rtl="0">
              <a:lnSpc>
                <a:spcPct val="100000"/>
              </a:lnSpc>
              <a:spcBef>
                <a:spcPts val="1600"/>
              </a:spcBef>
              <a:spcAft>
                <a:spcPts val="0"/>
              </a:spcAft>
              <a:buClr>
                <a:schemeClr val="lt2"/>
              </a:buClr>
              <a:buSzPts val="2200"/>
              <a:buFont typeface="Alata"/>
              <a:buNone/>
              <a:defRPr sz="2200" b="1" i="0" u="none" strike="noStrike" cap="none" spc="0">
                <a:solidFill>
                  <a:schemeClr val="lt2"/>
                </a:solidFill>
                <a:latin typeface="Alata"/>
                <a:ea typeface="Alata"/>
                <a:cs typeface="Alata"/>
                <a:sym typeface="Alata"/>
              </a:defRPr>
            </a:lvl7pPr>
            <a:lvl8pPr marL="3657600" marR="0" lvl="7" indent="-317500" algn="ctr" rtl="0">
              <a:lnSpc>
                <a:spcPct val="100000"/>
              </a:lnSpc>
              <a:spcBef>
                <a:spcPts val="1600"/>
              </a:spcBef>
              <a:spcAft>
                <a:spcPts val="0"/>
              </a:spcAft>
              <a:buClr>
                <a:schemeClr val="lt2"/>
              </a:buClr>
              <a:buSzPts val="2200"/>
              <a:buFont typeface="Alata"/>
              <a:buNone/>
              <a:defRPr sz="2200" b="1" i="0" u="none" strike="noStrike" cap="none" spc="0">
                <a:solidFill>
                  <a:schemeClr val="lt2"/>
                </a:solidFill>
                <a:latin typeface="Alata"/>
                <a:ea typeface="Alata"/>
                <a:cs typeface="Alata"/>
                <a:sym typeface="Alata"/>
              </a:defRPr>
            </a:lvl8pPr>
            <a:lvl9pPr marL="4114800" marR="0" lvl="8" indent="-317500" algn="ctr" rtl="0">
              <a:lnSpc>
                <a:spcPct val="100000"/>
              </a:lnSpc>
              <a:spcBef>
                <a:spcPts val="1600"/>
              </a:spcBef>
              <a:spcAft>
                <a:spcPts val="1600"/>
              </a:spcAft>
              <a:buClr>
                <a:schemeClr val="lt2"/>
              </a:buClr>
              <a:buSzPts val="2200"/>
              <a:buFont typeface="Alata"/>
              <a:buNone/>
              <a:defRPr sz="2200" b="1" i="0" u="none" strike="noStrike" cap="none" spc="0">
                <a:solidFill>
                  <a:schemeClr val="lt2"/>
                </a:solidFill>
                <a:latin typeface="Alata"/>
                <a:ea typeface="Alata"/>
                <a:cs typeface="Alata"/>
                <a:sym typeface="Alata"/>
              </a:defRPr>
            </a:lvl9pPr>
          </a:lstStyle>
          <a:p>
            <a:pPr marL="0" indent="0"/>
            <a:r>
              <a:rPr lang="en-GB" dirty="0"/>
              <a:t>Unmeasured cofounders</a:t>
            </a:r>
          </a:p>
        </p:txBody>
      </p:sp>
      <p:sp>
        <p:nvSpPr>
          <p:cNvPr id="6" name="Google Shape;1158;p56">
            <a:extLst>
              <a:ext uri="{FF2B5EF4-FFF2-40B4-BE49-F238E27FC236}">
                <a16:creationId xmlns:a16="http://schemas.microsoft.com/office/drawing/2014/main" id="{05826FA4-E96E-60E3-51D3-295ED2AC2AA4}"/>
              </a:ext>
            </a:extLst>
          </p:cNvPr>
          <p:cNvSpPr txBox="1">
            <a:spLocks/>
          </p:cNvSpPr>
          <p:nvPr/>
        </p:nvSpPr>
        <p:spPr>
          <a:xfrm>
            <a:off x="1441377" y="4278386"/>
            <a:ext cx="7486859" cy="528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DM Sans"/>
              <a:buNone/>
              <a:defRPr sz="1400" b="0" i="0" u="none" strike="noStrike" cap="none" spc="0">
                <a:solidFill>
                  <a:schemeClr val="dk1"/>
                </a:solidFill>
                <a:latin typeface="DM Sans"/>
                <a:ea typeface="DM Sans"/>
                <a:cs typeface="DM Sans"/>
                <a:sym typeface="DM Sans"/>
              </a:defRPr>
            </a:lvl1pPr>
            <a:lvl2pPr marL="914400" marR="0" lvl="1" indent="-317500" algn="ctr" rtl="0">
              <a:lnSpc>
                <a:spcPct val="100000"/>
              </a:lnSpc>
              <a:spcBef>
                <a:spcPts val="0"/>
              </a:spcBef>
              <a:spcAft>
                <a:spcPts val="0"/>
              </a:spcAft>
              <a:buClr>
                <a:schemeClr val="dk1"/>
              </a:buClr>
              <a:buSzPts val="1400"/>
              <a:buFont typeface="DM Sans"/>
              <a:buNone/>
              <a:defRPr sz="1400" b="0" i="0" u="none" strike="noStrike" cap="none" spc="0">
                <a:solidFill>
                  <a:schemeClr val="dk1"/>
                </a:solidFill>
                <a:latin typeface="DM Sans"/>
                <a:ea typeface="DM Sans"/>
                <a:cs typeface="DM Sans"/>
                <a:sym typeface="DM Sans"/>
              </a:defRPr>
            </a:lvl2pPr>
            <a:lvl3pPr marL="1371600" marR="0" lvl="2" indent="-317500" algn="ctr" rtl="0">
              <a:lnSpc>
                <a:spcPct val="100000"/>
              </a:lnSpc>
              <a:spcBef>
                <a:spcPts val="1600"/>
              </a:spcBef>
              <a:spcAft>
                <a:spcPts val="0"/>
              </a:spcAft>
              <a:buClr>
                <a:schemeClr val="dk1"/>
              </a:buClr>
              <a:buSzPts val="1400"/>
              <a:buFont typeface="DM Sans"/>
              <a:buNone/>
              <a:defRPr sz="1400" b="0" i="0" u="none" strike="noStrike" cap="none" spc="0">
                <a:solidFill>
                  <a:schemeClr val="dk1"/>
                </a:solidFill>
                <a:latin typeface="DM Sans"/>
                <a:ea typeface="DM Sans"/>
                <a:cs typeface="DM Sans"/>
                <a:sym typeface="DM Sans"/>
              </a:defRPr>
            </a:lvl3pPr>
            <a:lvl4pPr marL="1828800" marR="0" lvl="3" indent="-317500" algn="ctr" rtl="0">
              <a:lnSpc>
                <a:spcPct val="100000"/>
              </a:lnSpc>
              <a:spcBef>
                <a:spcPts val="1600"/>
              </a:spcBef>
              <a:spcAft>
                <a:spcPts val="0"/>
              </a:spcAft>
              <a:buClr>
                <a:schemeClr val="dk1"/>
              </a:buClr>
              <a:buSzPts val="1400"/>
              <a:buFont typeface="DM Sans"/>
              <a:buNone/>
              <a:defRPr sz="1400" b="0" i="0" u="none" strike="noStrike" cap="none" spc="0">
                <a:solidFill>
                  <a:schemeClr val="dk1"/>
                </a:solidFill>
                <a:latin typeface="DM Sans"/>
                <a:ea typeface="DM Sans"/>
                <a:cs typeface="DM Sans"/>
                <a:sym typeface="DM Sans"/>
              </a:defRPr>
            </a:lvl4pPr>
            <a:lvl5pPr marL="2286000" marR="0" lvl="4" indent="-317500" algn="ctr" rtl="0">
              <a:lnSpc>
                <a:spcPct val="100000"/>
              </a:lnSpc>
              <a:spcBef>
                <a:spcPts val="1600"/>
              </a:spcBef>
              <a:spcAft>
                <a:spcPts val="0"/>
              </a:spcAft>
              <a:buClr>
                <a:schemeClr val="dk1"/>
              </a:buClr>
              <a:buSzPts val="1400"/>
              <a:buFont typeface="DM Sans"/>
              <a:buNone/>
              <a:defRPr sz="1400" b="0" i="0" u="none" strike="noStrike" cap="none" spc="0">
                <a:solidFill>
                  <a:schemeClr val="dk1"/>
                </a:solidFill>
                <a:latin typeface="DM Sans"/>
                <a:ea typeface="DM Sans"/>
                <a:cs typeface="DM Sans"/>
                <a:sym typeface="DM Sans"/>
              </a:defRPr>
            </a:lvl5pPr>
            <a:lvl6pPr marL="2743200" marR="0" lvl="5" indent="-317500" algn="ctr" rtl="0">
              <a:lnSpc>
                <a:spcPct val="100000"/>
              </a:lnSpc>
              <a:spcBef>
                <a:spcPts val="1600"/>
              </a:spcBef>
              <a:spcAft>
                <a:spcPts val="0"/>
              </a:spcAft>
              <a:buClr>
                <a:schemeClr val="dk1"/>
              </a:buClr>
              <a:buSzPts val="1400"/>
              <a:buFont typeface="DM Sans"/>
              <a:buNone/>
              <a:defRPr sz="1400" b="0" i="0" u="none" strike="noStrike" cap="none" spc="0">
                <a:solidFill>
                  <a:schemeClr val="dk1"/>
                </a:solidFill>
                <a:latin typeface="DM Sans"/>
                <a:ea typeface="DM Sans"/>
                <a:cs typeface="DM Sans"/>
                <a:sym typeface="DM Sans"/>
              </a:defRPr>
            </a:lvl6pPr>
            <a:lvl7pPr marL="3200400" marR="0" lvl="6" indent="-317500" algn="ctr" rtl="0">
              <a:lnSpc>
                <a:spcPct val="100000"/>
              </a:lnSpc>
              <a:spcBef>
                <a:spcPts val="1600"/>
              </a:spcBef>
              <a:spcAft>
                <a:spcPts val="0"/>
              </a:spcAft>
              <a:buClr>
                <a:schemeClr val="dk1"/>
              </a:buClr>
              <a:buSzPts val="1400"/>
              <a:buFont typeface="DM Sans"/>
              <a:buNone/>
              <a:defRPr sz="1400" b="0" i="0" u="none" strike="noStrike" cap="none" spc="0">
                <a:solidFill>
                  <a:schemeClr val="dk1"/>
                </a:solidFill>
                <a:latin typeface="DM Sans"/>
                <a:ea typeface="DM Sans"/>
                <a:cs typeface="DM Sans"/>
                <a:sym typeface="DM Sans"/>
              </a:defRPr>
            </a:lvl7pPr>
            <a:lvl8pPr marL="3657600" marR="0" lvl="7" indent="-317500" algn="ctr" rtl="0">
              <a:lnSpc>
                <a:spcPct val="100000"/>
              </a:lnSpc>
              <a:spcBef>
                <a:spcPts val="1600"/>
              </a:spcBef>
              <a:spcAft>
                <a:spcPts val="0"/>
              </a:spcAft>
              <a:buClr>
                <a:schemeClr val="dk1"/>
              </a:buClr>
              <a:buSzPts val="1400"/>
              <a:buFont typeface="DM Sans"/>
              <a:buNone/>
              <a:defRPr sz="1400" b="0" i="0" u="none" strike="noStrike" cap="none" spc="0">
                <a:solidFill>
                  <a:schemeClr val="dk1"/>
                </a:solidFill>
                <a:latin typeface="DM Sans"/>
                <a:ea typeface="DM Sans"/>
                <a:cs typeface="DM Sans"/>
                <a:sym typeface="DM Sans"/>
              </a:defRPr>
            </a:lvl8pPr>
            <a:lvl9pPr marL="4114800" marR="0" lvl="8" indent="-317500" algn="ctr" rtl="0">
              <a:lnSpc>
                <a:spcPct val="100000"/>
              </a:lnSpc>
              <a:spcBef>
                <a:spcPts val="1600"/>
              </a:spcBef>
              <a:spcAft>
                <a:spcPts val="1600"/>
              </a:spcAft>
              <a:buClr>
                <a:schemeClr val="dk1"/>
              </a:buClr>
              <a:buSzPts val="1400"/>
              <a:buFont typeface="DM Sans"/>
              <a:buNone/>
              <a:defRPr sz="1400" b="0" i="0" u="none" strike="noStrike" cap="none" spc="0">
                <a:solidFill>
                  <a:schemeClr val="dk1"/>
                </a:solidFill>
                <a:latin typeface="DM Sans"/>
                <a:ea typeface="DM Sans"/>
                <a:cs typeface="DM Sans"/>
                <a:sym typeface="DM Sans"/>
              </a:defRPr>
            </a:lvl9pPr>
          </a:lstStyle>
          <a:p>
            <a:pPr marL="0" indent="0"/>
            <a:r>
              <a:rPr lang="en-GB" dirty="0"/>
              <a:t>Household socioeconomic status is known to shape both protective factors and mental health outcomes, however isn’t captured in the YRBS</a:t>
            </a:r>
          </a:p>
        </p:txBody>
      </p:sp>
      <p:grpSp>
        <p:nvGrpSpPr>
          <p:cNvPr id="7" name="Google Shape;996;p51">
            <a:extLst>
              <a:ext uri="{FF2B5EF4-FFF2-40B4-BE49-F238E27FC236}">
                <a16:creationId xmlns:a16="http://schemas.microsoft.com/office/drawing/2014/main" id="{05D0E4F8-5051-6069-688C-68726DBC4F03}"/>
              </a:ext>
            </a:extLst>
          </p:cNvPr>
          <p:cNvGrpSpPr/>
          <p:nvPr/>
        </p:nvGrpSpPr>
        <p:grpSpPr>
          <a:xfrm>
            <a:off x="842752" y="1215073"/>
            <a:ext cx="239816" cy="296603"/>
            <a:chOff x="4741375" y="3313775"/>
            <a:chExt cx="350725" cy="433775"/>
          </a:xfrm>
        </p:grpSpPr>
        <p:sp>
          <p:nvSpPr>
            <p:cNvPr id="8" name="Google Shape;997;p51">
              <a:extLst>
                <a:ext uri="{FF2B5EF4-FFF2-40B4-BE49-F238E27FC236}">
                  <a16:creationId xmlns:a16="http://schemas.microsoft.com/office/drawing/2014/main" id="{66E31AAE-12C9-0B8C-B627-FE8632DA94BF}"/>
                </a:ext>
              </a:extLst>
            </p:cNvPr>
            <p:cNvSpPr/>
            <p:nvPr/>
          </p:nvSpPr>
          <p:spPr>
            <a:xfrm>
              <a:off x="4895075" y="3435525"/>
              <a:ext cx="82725" cy="118225"/>
            </a:xfrm>
            <a:custGeom>
              <a:avLst/>
              <a:gdLst/>
              <a:ahLst/>
              <a:cxnLst/>
              <a:rect l="l" t="t" r="r" b="b"/>
              <a:pathLst>
                <a:path w="3309" h="4729" extrusionOk="0">
                  <a:moveTo>
                    <a:pt x="1505" y="0"/>
                  </a:moveTo>
                  <a:lnTo>
                    <a:pt x="0" y="2485"/>
                  </a:lnTo>
                  <a:lnTo>
                    <a:pt x="1307" y="2868"/>
                  </a:lnTo>
                  <a:cubicBezTo>
                    <a:pt x="1520" y="2939"/>
                    <a:pt x="1662" y="3138"/>
                    <a:pt x="1662" y="3365"/>
                  </a:cubicBezTo>
                  <a:lnTo>
                    <a:pt x="1662" y="4728"/>
                  </a:lnTo>
                  <a:lnTo>
                    <a:pt x="3309" y="2442"/>
                  </a:lnTo>
                  <a:lnTo>
                    <a:pt x="1875" y="2059"/>
                  </a:lnTo>
                  <a:cubicBezTo>
                    <a:pt x="1647" y="2002"/>
                    <a:pt x="1491" y="1789"/>
                    <a:pt x="1491" y="1562"/>
                  </a:cubicBezTo>
                  <a:lnTo>
                    <a:pt x="1505" y="1562"/>
                  </a:lnTo>
                  <a:lnTo>
                    <a:pt x="150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998;p51">
              <a:extLst>
                <a:ext uri="{FF2B5EF4-FFF2-40B4-BE49-F238E27FC236}">
                  <a16:creationId xmlns:a16="http://schemas.microsoft.com/office/drawing/2014/main" id="{48E11A17-75DA-A3FD-014B-A18132A0C625}"/>
                </a:ext>
              </a:extLst>
            </p:cNvPr>
            <p:cNvSpPr/>
            <p:nvPr/>
          </p:nvSpPr>
          <p:spPr>
            <a:xfrm>
              <a:off x="4741375" y="3313775"/>
              <a:ext cx="350725" cy="433775"/>
            </a:xfrm>
            <a:custGeom>
              <a:avLst/>
              <a:gdLst/>
              <a:ahLst/>
              <a:cxnLst/>
              <a:rect l="l" t="t" r="r" b="b"/>
              <a:pathLst>
                <a:path w="14029" h="17351" extrusionOk="0">
                  <a:moveTo>
                    <a:pt x="8143" y="2532"/>
                  </a:moveTo>
                  <a:cubicBezTo>
                    <a:pt x="8402" y="2532"/>
                    <a:pt x="8662" y="2723"/>
                    <a:pt x="8662" y="3039"/>
                  </a:cubicBezTo>
                  <a:lnTo>
                    <a:pt x="8662" y="6035"/>
                  </a:lnTo>
                  <a:lnTo>
                    <a:pt x="10436" y="6503"/>
                  </a:lnTo>
                  <a:cubicBezTo>
                    <a:pt x="10777" y="6588"/>
                    <a:pt x="10933" y="7000"/>
                    <a:pt x="10720" y="7298"/>
                  </a:cubicBezTo>
                  <a:lnTo>
                    <a:pt x="7724" y="11472"/>
                  </a:lnTo>
                  <a:cubicBezTo>
                    <a:pt x="7625" y="11614"/>
                    <a:pt x="7469" y="11685"/>
                    <a:pt x="7313" y="11685"/>
                  </a:cubicBezTo>
                  <a:cubicBezTo>
                    <a:pt x="7256" y="11685"/>
                    <a:pt x="7199" y="11685"/>
                    <a:pt x="7157" y="11671"/>
                  </a:cubicBezTo>
                  <a:cubicBezTo>
                    <a:pt x="6944" y="11600"/>
                    <a:pt x="6802" y="11401"/>
                    <a:pt x="6802" y="11174"/>
                  </a:cubicBezTo>
                  <a:lnTo>
                    <a:pt x="6802" y="8604"/>
                  </a:lnTo>
                  <a:lnTo>
                    <a:pt x="5226" y="8136"/>
                  </a:lnTo>
                  <a:cubicBezTo>
                    <a:pt x="5084" y="8093"/>
                    <a:pt x="4956" y="7980"/>
                    <a:pt x="4899" y="7838"/>
                  </a:cubicBezTo>
                  <a:cubicBezTo>
                    <a:pt x="4842" y="7682"/>
                    <a:pt x="4856" y="7525"/>
                    <a:pt x="4942" y="7383"/>
                  </a:cubicBezTo>
                  <a:lnTo>
                    <a:pt x="7724" y="2769"/>
                  </a:lnTo>
                  <a:cubicBezTo>
                    <a:pt x="7822" y="2606"/>
                    <a:pt x="7983" y="2532"/>
                    <a:pt x="8143" y="2532"/>
                  </a:cubicBezTo>
                  <a:close/>
                  <a:moveTo>
                    <a:pt x="7866" y="0"/>
                  </a:moveTo>
                  <a:cubicBezTo>
                    <a:pt x="7073" y="0"/>
                    <a:pt x="6272" y="154"/>
                    <a:pt x="5510" y="469"/>
                  </a:cubicBezTo>
                  <a:cubicBezTo>
                    <a:pt x="3209" y="1420"/>
                    <a:pt x="1719" y="3649"/>
                    <a:pt x="1704" y="6148"/>
                  </a:cubicBezTo>
                  <a:lnTo>
                    <a:pt x="1704" y="7412"/>
                  </a:lnTo>
                  <a:lnTo>
                    <a:pt x="185" y="10294"/>
                  </a:lnTo>
                  <a:cubicBezTo>
                    <a:pt x="1" y="10635"/>
                    <a:pt x="256" y="11046"/>
                    <a:pt x="640" y="11046"/>
                  </a:cubicBezTo>
                  <a:lnTo>
                    <a:pt x="1719" y="11046"/>
                  </a:lnTo>
                  <a:lnTo>
                    <a:pt x="1719" y="12296"/>
                  </a:lnTo>
                  <a:cubicBezTo>
                    <a:pt x="1719" y="14056"/>
                    <a:pt x="3153" y="15490"/>
                    <a:pt x="4913" y="15490"/>
                  </a:cubicBezTo>
                  <a:lnTo>
                    <a:pt x="6816" y="15490"/>
                  </a:lnTo>
                  <a:lnTo>
                    <a:pt x="6816" y="16853"/>
                  </a:lnTo>
                  <a:cubicBezTo>
                    <a:pt x="6816" y="17123"/>
                    <a:pt x="7043" y="17350"/>
                    <a:pt x="7327" y="17350"/>
                  </a:cubicBezTo>
                  <a:lnTo>
                    <a:pt x="13531" y="17350"/>
                  </a:lnTo>
                  <a:cubicBezTo>
                    <a:pt x="13815" y="17350"/>
                    <a:pt x="14028" y="17123"/>
                    <a:pt x="14028" y="16853"/>
                  </a:cubicBezTo>
                  <a:lnTo>
                    <a:pt x="14028" y="6148"/>
                  </a:lnTo>
                  <a:cubicBezTo>
                    <a:pt x="14028" y="4515"/>
                    <a:pt x="13375" y="2939"/>
                    <a:pt x="12225" y="1789"/>
                  </a:cubicBezTo>
                  <a:lnTo>
                    <a:pt x="12211" y="1789"/>
                  </a:lnTo>
                  <a:cubicBezTo>
                    <a:pt x="11034" y="622"/>
                    <a:pt x="9464" y="0"/>
                    <a:pt x="786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 name="Google Shape;996;p51">
            <a:extLst>
              <a:ext uri="{FF2B5EF4-FFF2-40B4-BE49-F238E27FC236}">
                <a16:creationId xmlns:a16="http://schemas.microsoft.com/office/drawing/2014/main" id="{5FB1669C-1DBA-3DA0-5B4D-A006A942902E}"/>
              </a:ext>
            </a:extLst>
          </p:cNvPr>
          <p:cNvGrpSpPr/>
          <p:nvPr/>
        </p:nvGrpSpPr>
        <p:grpSpPr>
          <a:xfrm>
            <a:off x="805013" y="2299421"/>
            <a:ext cx="239816" cy="296603"/>
            <a:chOff x="4741375" y="3313775"/>
            <a:chExt cx="350725" cy="433775"/>
          </a:xfrm>
        </p:grpSpPr>
        <p:sp>
          <p:nvSpPr>
            <p:cNvPr id="11" name="Google Shape;997;p51">
              <a:extLst>
                <a:ext uri="{FF2B5EF4-FFF2-40B4-BE49-F238E27FC236}">
                  <a16:creationId xmlns:a16="http://schemas.microsoft.com/office/drawing/2014/main" id="{ADAE8E59-D773-EDB1-47B6-C226BBFB299A}"/>
                </a:ext>
              </a:extLst>
            </p:cNvPr>
            <p:cNvSpPr/>
            <p:nvPr/>
          </p:nvSpPr>
          <p:spPr>
            <a:xfrm>
              <a:off x="4895075" y="3435525"/>
              <a:ext cx="82725" cy="118225"/>
            </a:xfrm>
            <a:custGeom>
              <a:avLst/>
              <a:gdLst/>
              <a:ahLst/>
              <a:cxnLst/>
              <a:rect l="l" t="t" r="r" b="b"/>
              <a:pathLst>
                <a:path w="3309" h="4729" extrusionOk="0">
                  <a:moveTo>
                    <a:pt x="1505" y="0"/>
                  </a:moveTo>
                  <a:lnTo>
                    <a:pt x="0" y="2485"/>
                  </a:lnTo>
                  <a:lnTo>
                    <a:pt x="1307" y="2868"/>
                  </a:lnTo>
                  <a:cubicBezTo>
                    <a:pt x="1520" y="2939"/>
                    <a:pt x="1662" y="3138"/>
                    <a:pt x="1662" y="3365"/>
                  </a:cubicBezTo>
                  <a:lnTo>
                    <a:pt x="1662" y="4728"/>
                  </a:lnTo>
                  <a:lnTo>
                    <a:pt x="3309" y="2442"/>
                  </a:lnTo>
                  <a:lnTo>
                    <a:pt x="1875" y="2059"/>
                  </a:lnTo>
                  <a:cubicBezTo>
                    <a:pt x="1647" y="2002"/>
                    <a:pt x="1491" y="1789"/>
                    <a:pt x="1491" y="1562"/>
                  </a:cubicBezTo>
                  <a:lnTo>
                    <a:pt x="1505" y="1562"/>
                  </a:lnTo>
                  <a:lnTo>
                    <a:pt x="150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998;p51">
              <a:extLst>
                <a:ext uri="{FF2B5EF4-FFF2-40B4-BE49-F238E27FC236}">
                  <a16:creationId xmlns:a16="http://schemas.microsoft.com/office/drawing/2014/main" id="{2092CB52-2227-E466-9292-2A87D108EF7A}"/>
                </a:ext>
              </a:extLst>
            </p:cNvPr>
            <p:cNvSpPr/>
            <p:nvPr/>
          </p:nvSpPr>
          <p:spPr>
            <a:xfrm>
              <a:off x="4741375" y="3313775"/>
              <a:ext cx="350725" cy="433775"/>
            </a:xfrm>
            <a:custGeom>
              <a:avLst/>
              <a:gdLst/>
              <a:ahLst/>
              <a:cxnLst/>
              <a:rect l="l" t="t" r="r" b="b"/>
              <a:pathLst>
                <a:path w="14029" h="17351" extrusionOk="0">
                  <a:moveTo>
                    <a:pt x="8143" y="2532"/>
                  </a:moveTo>
                  <a:cubicBezTo>
                    <a:pt x="8402" y="2532"/>
                    <a:pt x="8662" y="2723"/>
                    <a:pt x="8662" y="3039"/>
                  </a:cubicBezTo>
                  <a:lnTo>
                    <a:pt x="8662" y="6035"/>
                  </a:lnTo>
                  <a:lnTo>
                    <a:pt x="10436" y="6503"/>
                  </a:lnTo>
                  <a:cubicBezTo>
                    <a:pt x="10777" y="6588"/>
                    <a:pt x="10933" y="7000"/>
                    <a:pt x="10720" y="7298"/>
                  </a:cubicBezTo>
                  <a:lnTo>
                    <a:pt x="7724" y="11472"/>
                  </a:lnTo>
                  <a:cubicBezTo>
                    <a:pt x="7625" y="11614"/>
                    <a:pt x="7469" y="11685"/>
                    <a:pt x="7313" y="11685"/>
                  </a:cubicBezTo>
                  <a:cubicBezTo>
                    <a:pt x="7256" y="11685"/>
                    <a:pt x="7199" y="11685"/>
                    <a:pt x="7157" y="11671"/>
                  </a:cubicBezTo>
                  <a:cubicBezTo>
                    <a:pt x="6944" y="11600"/>
                    <a:pt x="6802" y="11401"/>
                    <a:pt x="6802" y="11174"/>
                  </a:cubicBezTo>
                  <a:lnTo>
                    <a:pt x="6802" y="8604"/>
                  </a:lnTo>
                  <a:lnTo>
                    <a:pt x="5226" y="8136"/>
                  </a:lnTo>
                  <a:cubicBezTo>
                    <a:pt x="5084" y="8093"/>
                    <a:pt x="4956" y="7980"/>
                    <a:pt x="4899" y="7838"/>
                  </a:cubicBezTo>
                  <a:cubicBezTo>
                    <a:pt x="4842" y="7682"/>
                    <a:pt x="4856" y="7525"/>
                    <a:pt x="4942" y="7383"/>
                  </a:cubicBezTo>
                  <a:lnTo>
                    <a:pt x="7724" y="2769"/>
                  </a:lnTo>
                  <a:cubicBezTo>
                    <a:pt x="7822" y="2606"/>
                    <a:pt x="7983" y="2532"/>
                    <a:pt x="8143" y="2532"/>
                  </a:cubicBezTo>
                  <a:close/>
                  <a:moveTo>
                    <a:pt x="7866" y="0"/>
                  </a:moveTo>
                  <a:cubicBezTo>
                    <a:pt x="7073" y="0"/>
                    <a:pt x="6272" y="154"/>
                    <a:pt x="5510" y="469"/>
                  </a:cubicBezTo>
                  <a:cubicBezTo>
                    <a:pt x="3209" y="1420"/>
                    <a:pt x="1719" y="3649"/>
                    <a:pt x="1704" y="6148"/>
                  </a:cubicBezTo>
                  <a:lnTo>
                    <a:pt x="1704" y="7412"/>
                  </a:lnTo>
                  <a:lnTo>
                    <a:pt x="185" y="10294"/>
                  </a:lnTo>
                  <a:cubicBezTo>
                    <a:pt x="1" y="10635"/>
                    <a:pt x="256" y="11046"/>
                    <a:pt x="640" y="11046"/>
                  </a:cubicBezTo>
                  <a:lnTo>
                    <a:pt x="1719" y="11046"/>
                  </a:lnTo>
                  <a:lnTo>
                    <a:pt x="1719" y="12296"/>
                  </a:lnTo>
                  <a:cubicBezTo>
                    <a:pt x="1719" y="14056"/>
                    <a:pt x="3153" y="15490"/>
                    <a:pt x="4913" y="15490"/>
                  </a:cubicBezTo>
                  <a:lnTo>
                    <a:pt x="6816" y="15490"/>
                  </a:lnTo>
                  <a:lnTo>
                    <a:pt x="6816" y="16853"/>
                  </a:lnTo>
                  <a:cubicBezTo>
                    <a:pt x="6816" y="17123"/>
                    <a:pt x="7043" y="17350"/>
                    <a:pt x="7327" y="17350"/>
                  </a:cubicBezTo>
                  <a:lnTo>
                    <a:pt x="13531" y="17350"/>
                  </a:lnTo>
                  <a:cubicBezTo>
                    <a:pt x="13815" y="17350"/>
                    <a:pt x="14028" y="17123"/>
                    <a:pt x="14028" y="16853"/>
                  </a:cubicBezTo>
                  <a:lnTo>
                    <a:pt x="14028" y="6148"/>
                  </a:lnTo>
                  <a:cubicBezTo>
                    <a:pt x="14028" y="4515"/>
                    <a:pt x="13375" y="2939"/>
                    <a:pt x="12225" y="1789"/>
                  </a:cubicBezTo>
                  <a:lnTo>
                    <a:pt x="12211" y="1789"/>
                  </a:lnTo>
                  <a:cubicBezTo>
                    <a:pt x="11034" y="622"/>
                    <a:pt x="9464" y="0"/>
                    <a:pt x="786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 name="Google Shape;996;p51">
            <a:extLst>
              <a:ext uri="{FF2B5EF4-FFF2-40B4-BE49-F238E27FC236}">
                <a16:creationId xmlns:a16="http://schemas.microsoft.com/office/drawing/2014/main" id="{EC35D8B0-0A13-7D0B-6069-8895A0CABE2B}"/>
              </a:ext>
            </a:extLst>
          </p:cNvPr>
          <p:cNvGrpSpPr/>
          <p:nvPr/>
        </p:nvGrpSpPr>
        <p:grpSpPr>
          <a:xfrm>
            <a:off x="827940" y="3158796"/>
            <a:ext cx="239816" cy="296603"/>
            <a:chOff x="4741375" y="3313775"/>
            <a:chExt cx="350725" cy="433775"/>
          </a:xfrm>
        </p:grpSpPr>
        <p:sp>
          <p:nvSpPr>
            <p:cNvPr id="14" name="Google Shape;997;p51">
              <a:extLst>
                <a:ext uri="{FF2B5EF4-FFF2-40B4-BE49-F238E27FC236}">
                  <a16:creationId xmlns:a16="http://schemas.microsoft.com/office/drawing/2014/main" id="{6A181196-75B1-9ED4-91E6-1426722C5679}"/>
                </a:ext>
              </a:extLst>
            </p:cNvPr>
            <p:cNvSpPr/>
            <p:nvPr/>
          </p:nvSpPr>
          <p:spPr>
            <a:xfrm>
              <a:off x="4895075" y="3435525"/>
              <a:ext cx="82725" cy="118225"/>
            </a:xfrm>
            <a:custGeom>
              <a:avLst/>
              <a:gdLst/>
              <a:ahLst/>
              <a:cxnLst/>
              <a:rect l="l" t="t" r="r" b="b"/>
              <a:pathLst>
                <a:path w="3309" h="4729" extrusionOk="0">
                  <a:moveTo>
                    <a:pt x="1505" y="0"/>
                  </a:moveTo>
                  <a:lnTo>
                    <a:pt x="0" y="2485"/>
                  </a:lnTo>
                  <a:lnTo>
                    <a:pt x="1307" y="2868"/>
                  </a:lnTo>
                  <a:cubicBezTo>
                    <a:pt x="1520" y="2939"/>
                    <a:pt x="1662" y="3138"/>
                    <a:pt x="1662" y="3365"/>
                  </a:cubicBezTo>
                  <a:lnTo>
                    <a:pt x="1662" y="4728"/>
                  </a:lnTo>
                  <a:lnTo>
                    <a:pt x="3309" y="2442"/>
                  </a:lnTo>
                  <a:lnTo>
                    <a:pt x="1875" y="2059"/>
                  </a:lnTo>
                  <a:cubicBezTo>
                    <a:pt x="1647" y="2002"/>
                    <a:pt x="1491" y="1789"/>
                    <a:pt x="1491" y="1562"/>
                  </a:cubicBezTo>
                  <a:lnTo>
                    <a:pt x="1505" y="1562"/>
                  </a:lnTo>
                  <a:lnTo>
                    <a:pt x="150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998;p51">
              <a:extLst>
                <a:ext uri="{FF2B5EF4-FFF2-40B4-BE49-F238E27FC236}">
                  <a16:creationId xmlns:a16="http://schemas.microsoft.com/office/drawing/2014/main" id="{210C31CD-011B-ACC6-E105-F1EF0CBA34D3}"/>
                </a:ext>
              </a:extLst>
            </p:cNvPr>
            <p:cNvSpPr/>
            <p:nvPr/>
          </p:nvSpPr>
          <p:spPr>
            <a:xfrm>
              <a:off x="4741375" y="3313775"/>
              <a:ext cx="350725" cy="433775"/>
            </a:xfrm>
            <a:custGeom>
              <a:avLst/>
              <a:gdLst/>
              <a:ahLst/>
              <a:cxnLst/>
              <a:rect l="l" t="t" r="r" b="b"/>
              <a:pathLst>
                <a:path w="14029" h="17351" extrusionOk="0">
                  <a:moveTo>
                    <a:pt x="8143" y="2532"/>
                  </a:moveTo>
                  <a:cubicBezTo>
                    <a:pt x="8402" y="2532"/>
                    <a:pt x="8662" y="2723"/>
                    <a:pt x="8662" y="3039"/>
                  </a:cubicBezTo>
                  <a:lnTo>
                    <a:pt x="8662" y="6035"/>
                  </a:lnTo>
                  <a:lnTo>
                    <a:pt x="10436" y="6503"/>
                  </a:lnTo>
                  <a:cubicBezTo>
                    <a:pt x="10777" y="6588"/>
                    <a:pt x="10933" y="7000"/>
                    <a:pt x="10720" y="7298"/>
                  </a:cubicBezTo>
                  <a:lnTo>
                    <a:pt x="7724" y="11472"/>
                  </a:lnTo>
                  <a:cubicBezTo>
                    <a:pt x="7625" y="11614"/>
                    <a:pt x="7469" y="11685"/>
                    <a:pt x="7313" y="11685"/>
                  </a:cubicBezTo>
                  <a:cubicBezTo>
                    <a:pt x="7256" y="11685"/>
                    <a:pt x="7199" y="11685"/>
                    <a:pt x="7157" y="11671"/>
                  </a:cubicBezTo>
                  <a:cubicBezTo>
                    <a:pt x="6944" y="11600"/>
                    <a:pt x="6802" y="11401"/>
                    <a:pt x="6802" y="11174"/>
                  </a:cubicBezTo>
                  <a:lnTo>
                    <a:pt x="6802" y="8604"/>
                  </a:lnTo>
                  <a:lnTo>
                    <a:pt x="5226" y="8136"/>
                  </a:lnTo>
                  <a:cubicBezTo>
                    <a:pt x="5084" y="8093"/>
                    <a:pt x="4956" y="7980"/>
                    <a:pt x="4899" y="7838"/>
                  </a:cubicBezTo>
                  <a:cubicBezTo>
                    <a:pt x="4842" y="7682"/>
                    <a:pt x="4856" y="7525"/>
                    <a:pt x="4942" y="7383"/>
                  </a:cubicBezTo>
                  <a:lnTo>
                    <a:pt x="7724" y="2769"/>
                  </a:lnTo>
                  <a:cubicBezTo>
                    <a:pt x="7822" y="2606"/>
                    <a:pt x="7983" y="2532"/>
                    <a:pt x="8143" y="2532"/>
                  </a:cubicBezTo>
                  <a:close/>
                  <a:moveTo>
                    <a:pt x="7866" y="0"/>
                  </a:moveTo>
                  <a:cubicBezTo>
                    <a:pt x="7073" y="0"/>
                    <a:pt x="6272" y="154"/>
                    <a:pt x="5510" y="469"/>
                  </a:cubicBezTo>
                  <a:cubicBezTo>
                    <a:pt x="3209" y="1420"/>
                    <a:pt x="1719" y="3649"/>
                    <a:pt x="1704" y="6148"/>
                  </a:cubicBezTo>
                  <a:lnTo>
                    <a:pt x="1704" y="7412"/>
                  </a:lnTo>
                  <a:lnTo>
                    <a:pt x="185" y="10294"/>
                  </a:lnTo>
                  <a:cubicBezTo>
                    <a:pt x="1" y="10635"/>
                    <a:pt x="256" y="11046"/>
                    <a:pt x="640" y="11046"/>
                  </a:cubicBezTo>
                  <a:lnTo>
                    <a:pt x="1719" y="11046"/>
                  </a:lnTo>
                  <a:lnTo>
                    <a:pt x="1719" y="12296"/>
                  </a:lnTo>
                  <a:cubicBezTo>
                    <a:pt x="1719" y="14056"/>
                    <a:pt x="3153" y="15490"/>
                    <a:pt x="4913" y="15490"/>
                  </a:cubicBezTo>
                  <a:lnTo>
                    <a:pt x="6816" y="15490"/>
                  </a:lnTo>
                  <a:lnTo>
                    <a:pt x="6816" y="16853"/>
                  </a:lnTo>
                  <a:cubicBezTo>
                    <a:pt x="6816" y="17123"/>
                    <a:pt x="7043" y="17350"/>
                    <a:pt x="7327" y="17350"/>
                  </a:cubicBezTo>
                  <a:lnTo>
                    <a:pt x="13531" y="17350"/>
                  </a:lnTo>
                  <a:cubicBezTo>
                    <a:pt x="13815" y="17350"/>
                    <a:pt x="14028" y="17123"/>
                    <a:pt x="14028" y="16853"/>
                  </a:cubicBezTo>
                  <a:lnTo>
                    <a:pt x="14028" y="6148"/>
                  </a:lnTo>
                  <a:cubicBezTo>
                    <a:pt x="14028" y="4515"/>
                    <a:pt x="13375" y="2939"/>
                    <a:pt x="12225" y="1789"/>
                  </a:cubicBezTo>
                  <a:lnTo>
                    <a:pt x="12211" y="1789"/>
                  </a:lnTo>
                  <a:cubicBezTo>
                    <a:pt x="11034" y="622"/>
                    <a:pt x="9464" y="0"/>
                    <a:pt x="786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 name="Google Shape;996;p51">
            <a:extLst>
              <a:ext uri="{FF2B5EF4-FFF2-40B4-BE49-F238E27FC236}">
                <a16:creationId xmlns:a16="http://schemas.microsoft.com/office/drawing/2014/main" id="{84D41364-3CE7-87DE-A72E-7CF5C51E1A48}"/>
              </a:ext>
            </a:extLst>
          </p:cNvPr>
          <p:cNvGrpSpPr/>
          <p:nvPr/>
        </p:nvGrpSpPr>
        <p:grpSpPr>
          <a:xfrm>
            <a:off x="827940" y="4021701"/>
            <a:ext cx="239816" cy="296603"/>
            <a:chOff x="4741375" y="3313775"/>
            <a:chExt cx="350725" cy="433775"/>
          </a:xfrm>
        </p:grpSpPr>
        <p:sp>
          <p:nvSpPr>
            <p:cNvPr id="20" name="Google Shape;997;p51">
              <a:extLst>
                <a:ext uri="{FF2B5EF4-FFF2-40B4-BE49-F238E27FC236}">
                  <a16:creationId xmlns:a16="http://schemas.microsoft.com/office/drawing/2014/main" id="{1E6A9EE9-01E5-3C20-CA1C-B314D5F30916}"/>
                </a:ext>
              </a:extLst>
            </p:cNvPr>
            <p:cNvSpPr/>
            <p:nvPr/>
          </p:nvSpPr>
          <p:spPr>
            <a:xfrm>
              <a:off x="4895075" y="3435525"/>
              <a:ext cx="82725" cy="118225"/>
            </a:xfrm>
            <a:custGeom>
              <a:avLst/>
              <a:gdLst/>
              <a:ahLst/>
              <a:cxnLst/>
              <a:rect l="l" t="t" r="r" b="b"/>
              <a:pathLst>
                <a:path w="3309" h="4729" extrusionOk="0">
                  <a:moveTo>
                    <a:pt x="1505" y="0"/>
                  </a:moveTo>
                  <a:lnTo>
                    <a:pt x="0" y="2485"/>
                  </a:lnTo>
                  <a:lnTo>
                    <a:pt x="1307" y="2868"/>
                  </a:lnTo>
                  <a:cubicBezTo>
                    <a:pt x="1520" y="2939"/>
                    <a:pt x="1662" y="3138"/>
                    <a:pt x="1662" y="3365"/>
                  </a:cubicBezTo>
                  <a:lnTo>
                    <a:pt x="1662" y="4728"/>
                  </a:lnTo>
                  <a:lnTo>
                    <a:pt x="3309" y="2442"/>
                  </a:lnTo>
                  <a:lnTo>
                    <a:pt x="1875" y="2059"/>
                  </a:lnTo>
                  <a:cubicBezTo>
                    <a:pt x="1647" y="2002"/>
                    <a:pt x="1491" y="1789"/>
                    <a:pt x="1491" y="1562"/>
                  </a:cubicBezTo>
                  <a:lnTo>
                    <a:pt x="1505" y="1562"/>
                  </a:lnTo>
                  <a:lnTo>
                    <a:pt x="150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998;p51">
              <a:extLst>
                <a:ext uri="{FF2B5EF4-FFF2-40B4-BE49-F238E27FC236}">
                  <a16:creationId xmlns:a16="http://schemas.microsoft.com/office/drawing/2014/main" id="{E1CFB5ED-B75E-E52F-CE4C-F42E070628BA}"/>
                </a:ext>
              </a:extLst>
            </p:cNvPr>
            <p:cNvSpPr/>
            <p:nvPr/>
          </p:nvSpPr>
          <p:spPr>
            <a:xfrm>
              <a:off x="4741375" y="3313775"/>
              <a:ext cx="350725" cy="433775"/>
            </a:xfrm>
            <a:custGeom>
              <a:avLst/>
              <a:gdLst/>
              <a:ahLst/>
              <a:cxnLst/>
              <a:rect l="l" t="t" r="r" b="b"/>
              <a:pathLst>
                <a:path w="14029" h="17351" extrusionOk="0">
                  <a:moveTo>
                    <a:pt x="8143" y="2532"/>
                  </a:moveTo>
                  <a:cubicBezTo>
                    <a:pt x="8402" y="2532"/>
                    <a:pt x="8662" y="2723"/>
                    <a:pt x="8662" y="3039"/>
                  </a:cubicBezTo>
                  <a:lnTo>
                    <a:pt x="8662" y="6035"/>
                  </a:lnTo>
                  <a:lnTo>
                    <a:pt x="10436" y="6503"/>
                  </a:lnTo>
                  <a:cubicBezTo>
                    <a:pt x="10777" y="6588"/>
                    <a:pt x="10933" y="7000"/>
                    <a:pt x="10720" y="7298"/>
                  </a:cubicBezTo>
                  <a:lnTo>
                    <a:pt x="7724" y="11472"/>
                  </a:lnTo>
                  <a:cubicBezTo>
                    <a:pt x="7625" y="11614"/>
                    <a:pt x="7469" y="11685"/>
                    <a:pt x="7313" y="11685"/>
                  </a:cubicBezTo>
                  <a:cubicBezTo>
                    <a:pt x="7256" y="11685"/>
                    <a:pt x="7199" y="11685"/>
                    <a:pt x="7157" y="11671"/>
                  </a:cubicBezTo>
                  <a:cubicBezTo>
                    <a:pt x="6944" y="11600"/>
                    <a:pt x="6802" y="11401"/>
                    <a:pt x="6802" y="11174"/>
                  </a:cubicBezTo>
                  <a:lnTo>
                    <a:pt x="6802" y="8604"/>
                  </a:lnTo>
                  <a:lnTo>
                    <a:pt x="5226" y="8136"/>
                  </a:lnTo>
                  <a:cubicBezTo>
                    <a:pt x="5084" y="8093"/>
                    <a:pt x="4956" y="7980"/>
                    <a:pt x="4899" y="7838"/>
                  </a:cubicBezTo>
                  <a:cubicBezTo>
                    <a:pt x="4842" y="7682"/>
                    <a:pt x="4856" y="7525"/>
                    <a:pt x="4942" y="7383"/>
                  </a:cubicBezTo>
                  <a:lnTo>
                    <a:pt x="7724" y="2769"/>
                  </a:lnTo>
                  <a:cubicBezTo>
                    <a:pt x="7822" y="2606"/>
                    <a:pt x="7983" y="2532"/>
                    <a:pt x="8143" y="2532"/>
                  </a:cubicBezTo>
                  <a:close/>
                  <a:moveTo>
                    <a:pt x="7866" y="0"/>
                  </a:moveTo>
                  <a:cubicBezTo>
                    <a:pt x="7073" y="0"/>
                    <a:pt x="6272" y="154"/>
                    <a:pt x="5510" y="469"/>
                  </a:cubicBezTo>
                  <a:cubicBezTo>
                    <a:pt x="3209" y="1420"/>
                    <a:pt x="1719" y="3649"/>
                    <a:pt x="1704" y="6148"/>
                  </a:cubicBezTo>
                  <a:lnTo>
                    <a:pt x="1704" y="7412"/>
                  </a:lnTo>
                  <a:lnTo>
                    <a:pt x="185" y="10294"/>
                  </a:lnTo>
                  <a:cubicBezTo>
                    <a:pt x="1" y="10635"/>
                    <a:pt x="256" y="11046"/>
                    <a:pt x="640" y="11046"/>
                  </a:cubicBezTo>
                  <a:lnTo>
                    <a:pt x="1719" y="11046"/>
                  </a:lnTo>
                  <a:lnTo>
                    <a:pt x="1719" y="12296"/>
                  </a:lnTo>
                  <a:cubicBezTo>
                    <a:pt x="1719" y="14056"/>
                    <a:pt x="3153" y="15490"/>
                    <a:pt x="4913" y="15490"/>
                  </a:cubicBezTo>
                  <a:lnTo>
                    <a:pt x="6816" y="15490"/>
                  </a:lnTo>
                  <a:lnTo>
                    <a:pt x="6816" y="16853"/>
                  </a:lnTo>
                  <a:cubicBezTo>
                    <a:pt x="6816" y="17123"/>
                    <a:pt x="7043" y="17350"/>
                    <a:pt x="7327" y="17350"/>
                  </a:cubicBezTo>
                  <a:lnTo>
                    <a:pt x="13531" y="17350"/>
                  </a:lnTo>
                  <a:cubicBezTo>
                    <a:pt x="13815" y="17350"/>
                    <a:pt x="14028" y="17123"/>
                    <a:pt x="14028" y="16853"/>
                  </a:cubicBezTo>
                  <a:lnTo>
                    <a:pt x="14028" y="6148"/>
                  </a:lnTo>
                  <a:cubicBezTo>
                    <a:pt x="14028" y="4515"/>
                    <a:pt x="13375" y="2939"/>
                    <a:pt x="12225" y="1789"/>
                  </a:cubicBezTo>
                  <a:lnTo>
                    <a:pt x="12211" y="1789"/>
                  </a:lnTo>
                  <a:cubicBezTo>
                    <a:pt x="11034" y="622"/>
                    <a:pt x="9464" y="0"/>
                    <a:pt x="786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85">
          <a:extLst>
            <a:ext uri="{FF2B5EF4-FFF2-40B4-BE49-F238E27FC236}">
              <a16:creationId xmlns:a16="http://schemas.microsoft.com/office/drawing/2014/main" id="{BE0ADA1D-B7A6-5CFC-17CB-C42D13A5BC5B}"/>
            </a:ext>
          </a:extLst>
        </p:cNvPr>
        <p:cNvGrpSpPr/>
        <p:nvPr/>
      </p:nvGrpSpPr>
      <p:grpSpPr>
        <a:xfrm>
          <a:off x="0" y="0"/>
          <a:ext cx="0" cy="0"/>
          <a:chOff x="0" y="0"/>
          <a:chExt cx="0" cy="0"/>
        </a:xfrm>
      </p:grpSpPr>
      <p:sp>
        <p:nvSpPr>
          <p:cNvPr id="487" name="Google Shape;487;p39">
            <a:extLst>
              <a:ext uri="{FF2B5EF4-FFF2-40B4-BE49-F238E27FC236}">
                <a16:creationId xmlns:a16="http://schemas.microsoft.com/office/drawing/2014/main" id="{C308F3AC-A5F0-49C4-BAEC-3283925C04E9}"/>
              </a:ext>
            </a:extLst>
          </p:cNvPr>
          <p:cNvSpPr txBox="1">
            <a:spLocks noGrp="1"/>
          </p:cNvSpPr>
          <p:nvPr>
            <p:ph type="title"/>
          </p:nvPr>
        </p:nvSpPr>
        <p:spPr>
          <a:xfrm>
            <a:off x="2123955" y="2389600"/>
            <a:ext cx="4890188" cy="877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4000" dirty="0"/>
              <a:t>Conclusions</a:t>
            </a:r>
            <a:endParaRPr dirty="0"/>
          </a:p>
        </p:txBody>
      </p:sp>
      <p:sp>
        <p:nvSpPr>
          <p:cNvPr id="488" name="Google Shape;488;p39">
            <a:extLst>
              <a:ext uri="{FF2B5EF4-FFF2-40B4-BE49-F238E27FC236}">
                <a16:creationId xmlns:a16="http://schemas.microsoft.com/office/drawing/2014/main" id="{8CCC98A6-D3CC-DD3D-F9EE-D67BFDB67F0E}"/>
              </a:ext>
            </a:extLst>
          </p:cNvPr>
          <p:cNvSpPr txBox="1">
            <a:spLocks noGrp="1"/>
          </p:cNvSpPr>
          <p:nvPr>
            <p:ph type="title" idx="2"/>
          </p:nvPr>
        </p:nvSpPr>
        <p:spPr>
          <a:xfrm>
            <a:off x="4043550" y="1263975"/>
            <a:ext cx="1056900" cy="1061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05</a:t>
            </a:r>
            <a:endParaRPr dirty="0"/>
          </a:p>
        </p:txBody>
      </p:sp>
      <p:sp>
        <p:nvSpPr>
          <p:cNvPr id="489" name="Google Shape;489;p39">
            <a:extLst>
              <a:ext uri="{FF2B5EF4-FFF2-40B4-BE49-F238E27FC236}">
                <a16:creationId xmlns:a16="http://schemas.microsoft.com/office/drawing/2014/main" id="{4503B9E7-D270-FEA3-81D7-C00A76D8006D}"/>
              </a:ext>
            </a:extLst>
          </p:cNvPr>
          <p:cNvSpPr txBox="1">
            <a:spLocks noGrp="1"/>
          </p:cNvSpPr>
          <p:nvPr>
            <p:ph type="subTitle" idx="1"/>
          </p:nvPr>
        </p:nvSpPr>
        <p:spPr>
          <a:xfrm>
            <a:off x="3005695" y="3564238"/>
            <a:ext cx="3126708" cy="713400"/>
          </a:xfrm>
          <a:prstGeom prst="rect">
            <a:avLst/>
          </a:prstGeom>
        </p:spPr>
        <p:txBody>
          <a:bodyPr spcFirstLastPara="1" wrap="square" lIns="91425" tIns="91425" rIns="91425" bIns="91425" anchor="t" anchorCtr="0">
            <a:noAutofit/>
          </a:bodyPr>
          <a:lstStyle/>
          <a:p>
            <a:pPr marL="0" indent="0"/>
            <a:r>
              <a:rPr lang="en-GB" dirty="0"/>
              <a:t>A summary of our conclusions, limitations, and next steps</a:t>
            </a:r>
          </a:p>
        </p:txBody>
      </p:sp>
      <p:grpSp>
        <p:nvGrpSpPr>
          <p:cNvPr id="490" name="Google Shape;490;p39">
            <a:extLst>
              <a:ext uri="{FF2B5EF4-FFF2-40B4-BE49-F238E27FC236}">
                <a16:creationId xmlns:a16="http://schemas.microsoft.com/office/drawing/2014/main" id="{68E2F6F3-22EA-6EAF-8AC9-8C778A130CC4}"/>
              </a:ext>
            </a:extLst>
          </p:cNvPr>
          <p:cNvGrpSpPr/>
          <p:nvPr/>
        </p:nvGrpSpPr>
        <p:grpSpPr>
          <a:xfrm>
            <a:off x="6315245" y="1351843"/>
            <a:ext cx="383377" cy="247104"/>
            <a:chOff x="1087650" y="1031275"/>
            <a:chExt cx="298000" cy="192075"/>
          </a:xfrm>
        </p:grpSpPr>
        <p:sp>
          <p:nvSpPr>
            <p:cNvPr id="491" name="Google Shape;491;p39">
              <a:extLst>
                <a:ext uri="{FF2B5EF4-FFF2-40B4-BE49-F238E27FC236}">
                  <a16:creationId xmlns:a16="http://schemas.microsoft.com/office/drawing/2014/main" id="{AC02ACDD-6506-98E8-4213-261202C33B83}"/>
                </a:ext>
              </a:extLst>
            </p:cNvPr>
            <p:cNvSpPr/>
            <p:nvPr/>
          </p:nvSpPr>
          <p:spPr>
            <a:xfrm>
              <a:off x="1094350" y="1037650"/>
              <a:ext cx="284275" cy="179975"/>
            </a:xfrm>
            <a:custGeom>
              <a:avLst/>
              <a:gdLst/>
              <a:ahLst/>
              <a:cxnLst/>
              <a:rect l="l" t="t" r="r" b="b"/>
              <a:pathLst>
                <a:path w="11371" h="7199" extrusionOk="0">
                  <a:moveTo>
                    <a:pt x="5615" y="0"/>
                  </a:moveTo>
                  <a:cubicBezTo>
                    <a:pt x="4518" y="0"/>
                    <a:pt x="3574" y="664"/>
                    <a:pt x="2885" y="1902"/>
                  </a:cubicBezTo>
                  <a:cubicBezTo>
                    <a:pt x="2655" y="2297"/>
                    <a:pt x="2476" y="2603"/>
                    <a:pt x="2106" y="2795"/>
                  </a:cubicBezTo>
                  <a:cubicBezTo>
                    <a:pt x="1979" y="2871"/>
                    <a:pt x="1838" y="2935"/>
                    <a:pt x="1698" y="2999"/>
                  </a:cubicBezTo>
                  <a:cubicBezTo>
                    <a:pt x="1404" y="3114"/>
                    <a:pt x="1124" y="3267"/>
                    <a:pt x="868" y="3458"/>
                  </a:cubicBezTo>
                  <a:cubicBezTo>
                    <a:pt x="256" y="3918"/>
                    <a:pt x="1" y="4734"/>
                    <a:pt x="230" y="5475"/>
                  </a:cubicBezTo>
                  <a:cubicBezTo>
                    <a:pt x="447" y="6074"/>
                    <a:pt x="983" y="6495"/>
                    <a:pt x="1621" y="6559"/>
                  </a:cubicBezTo>
                  <a:lnTo>
                    <a:pt x="1749" y="6559"/>
                  </a:lnTo>
                  <a:cubicBezTo>
                    <a:pt x="2017" y="6546"/>
                    <a:pt x="2272" y="6508"/>
                    <a:pt x="2527" y="6432"/>
                  </a:cubicBezTo>
                  <a:cubicBezTo>
                    <a:pt x="2731" y="6381"/>
                    <a:pt x="2948" y="6342"/>
                    <a:pt x="3178" y="6330"/>
                  </a:cubicBezTo>
                  <a:cubicBezTo>
                    <a:pt x="3255" y="6330"/>
                    <a:pt x="3344" y="6342"/>
                    <a:pt x="3421" y="6355"/>
                  </a:cubicBezTo>
                  <a:cubicBezTo>
                    <a:pt x="3625" y="6432"/>
                    <a:pt x="3803" y="6521"/>
                    <a:pt x="3969" y="6649"/>
                  </a:cubicBezTo>
                  <a:cubicBezTo>
                    <a:pt x="4059" y="6712"/>
                    <a:pt x="4148" y="6763"/>
                    <a:pt x="4224" y="6814"/>
                  </a:cubicBezTo>
                  <a:cubicBezTo>
                    <a:pt x="4652" y="7059"/>
                    <a:pt x="5127" y="7198"/>
                    <a:pt x="5615" y="7198"/>
                  </a:cubicBezTo>
                  <a:cubicBezTo>
                    <a:pt x="5636" y="7198"/>
                    <a:pt x="5658" y="7198"/>
                    <a:pt x="5679" y="7197"/>
                  </a:cubicBezTo>
                  <a:cubicBezTo>
                    <a:pt x="5704" y="7198"/>
                    <a:pt x="5729" y="7198"/>
                    <a:pt x="5754" y="7198"/>
                  </a:cubicBezTo>
                  <a:cubicBezTo>
                    <a:pt x="6174" y="7198"/>
                    <a:pt x="6582" y="7097"/>
                    <a:pt x="6955" y="6917"/>
                  </a:cubicBezTo>
                  <a:cubicBezTo>
                    <a:pt x="7032" y="6878"/>
                    <a:pt x="7096" y="6840"/>
                    <a:pt x="7159" y="6802"/>
                  </a:cubicBezTo>
                  <a:cubicBezTo>
                    <a:pt x="7274" y="6738"/>
                    <a:pt x="7389" y="6674"/>
                    <a:pt x="7504" y="6636"/>
                  </a:cubicBezTo>
                  <a:cubicBezTo>
                    <a:pt x="7642" y="6583"/>
                    <a:pt x="7789" y="6556"/>
                    <a:pt x="7938" y="6556"/>
                  </a:cubicBezTo>
                  <a:cubicBezTo>
                    <a:pt x="7968" y="6556"/>
                    <a:pt x="7997" y="6557"/>
                    <a:pt x="8027" y="6559"/>
                  </a:cubicBezTo>
                  <a:cubicBezTo>
                    <a:pt x="8180" y="6559"/>
                    <a:pt x="8346" y="6572"/>
                    <a:pt x="8525" y="6585"/>
                  </a:cubicBezTo>
                  <a:cubicBezTo>
                    <a:pt x="8703" y="6598"/>
                    <a:pt x="8895" y="6623"/>
                    <a:pt x="9074" y="6623"/>
                  </a:cubicBezTo>
                  <a:cubicBezTo>
                    <a:pt x="9176" y="6623"/>
                    <a:pt x="9278" y="6610"/>
                    <a:pt x="9367" y="6598"/>
                  </a:cubicBezTo>
                  <a:cubicBezTo>
                    <a:pt x="10324" y="6495"/>
                    <a:pt x="11090" y="5755"/>
                    <a:pt x="11230" y="4798"/>
                  </a:cubicBezTo>
                  <a:cubicBezTo>
                    <a:pt x="11370" y="3841"/>
                    <a:pt x="10847" y="2910"/>
                    <a:pt x="9967" y="2527"/>
                  </a:cubicBezTo>
                  <a:cubicBezTo>
                    <a:pt x="9737" y="2438"/>
                    <a:pt x="9507" y="2361"/>
                    <a:pt x="9265" y="2323"/>
                  </a:cubicBezTo>
                  <a:cubicBezTo>
                    <a:pt x="8984" y="2272"/>
                    <a:pt x="8703" y="2170"/>
                    <a:pt x="8448" y="2029"/>
                  </a:cubicBezTo>
                  <a:cubicBezTo>
                    <a:pt x="8193" y="1825"/>
                    <a:pt x="7976" y="1583"/>
                    <a:pt x="7810" y="1289"/>
                  </a:cubicBezTo>
                  <a:cubicBezTo>
                    <a:pt x="7644" y="1021"/>
                    <a:pt x="7453" y="779"/>
                    <a:pt x="7223" y="562"/>
                  </a:cubicBezTo>
                  <a:cubicBezTo>
                    <a:pt x="6891" y="281"/>
                    <a:pt x="6483" y="102"/>
                    <a:pt x="6049" y="39"/>
                  </a:cubicBezTo>
                  <a:cubicBezTo>
                    <a:pt x="5909" y="13"/>
                    <a:pt x="5756" y="0"/>
                    <a:pt x="561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39">
              <a:extLst>
                <a:ext uri="{FF2B5EF4-FFF2-40B4-BE49-F238E27FC236}">
                  <a16:creationId xmlns:a16="http://schemas.microsoft.com/office/drawing/2014/main" id="{2C9704F5-635F-1706-A63C-2E89311717ED}"/>
                </a:ext>
              </a:extLst>
            </p:cNvPr>
            <p:cNvSpPr/>
            <p:nvPr/>
          </p:nvSpPr>
          <p:spPr>
            <a:xfrm>
              <a:off x="1087650" y="1031275"/>
              <a:ext cx="298000" cy="192075"/>
            </a:xfrm>
            <a:custGeom>
              <a:avLst/>
              <a:gdLst/>
              <a:ahLst/>
              <a:cxnLst/>
              <a:rect l="l" t="t" r="r" b="b"/>
              <a:pathLst>
                <a:path w="11920" h="7683" extrusionOk="0">
                  <a:moveTo>
                    <a:pt x="5883" y="485"/>
                  </a:moveTo>
                  <a:lnTo>
                    <a:pt x="5883" y="498"/>
                  </a:lnTo>
                  <a:cubicBezTo>
                    <a:pt x="5921" y="494"/>
                    <a:pt x="5958" y="493"/>
                    <a:pt x="5994" y="493"/>
                  </a:cubicBezTo>
                  <a:cubicBezTo>
                    <a:pt x="6093" y="493"/>
                    <a:pt x="6189" y="505"/>
                    <a:pt x="6292" y="523"/>
                  </a:cubicBezTo>
                  <a:cubicBezTo>
                    <a:pt x="6675" y="574"/>
                    <a:pt x="7045" y="740"/>
                    <a:pt x="7338" y="995"/>
                  </a:cubicBezTo>
                  <a:cubicBezTo>
                    <a:pt x="7823" y="1416"/>
                    <a:pt x="8040" y="2118"/>
                    <a:pt x="8576" y="2476"/>
                  </a:cubicBezTo>
                  <a:cubicBezTo>
                    <a:pt x="9035" y="2782"/>
                    <a:pt x="9635" y="2782"/>
                    <a:pt x="10133" y="2986"/>
                  </a:cubicBezTo>
                  <a:cubicBezTo>
                    <a:pt x="11919" y="3752"/>
                    <a:pt x="11536" y="6393"/>
                    <a:pt x="9609" y="6610"/>
                  </a:cubicBezTo>
                  <a:cubicBezTo>
                    <a:pt x="9520" y="6623"/>
                    <a:pt x="9431" y="6623"/>
                    <a:pt x="9342" y="6623"/>
                  </a:cubicBezTo>
                  <a:cubicBezTo>
                    <a:pt x="8984" y="6623"/>
                    <a:pt x="8627" y="6559"/>
                    <a:pt x="8282" y="6559"/>
                  </a:cubicBezTo>
                  <a:cubicBezTo>
                    <a:pt x="8078" y="6559"/>
                    <a:pt x="7887" y="6585"/>
                    <a:pt x="7695" y="6648"/>
                  </a:cubicBezTo>
                  <a:cubicBezTo>
                    <a:pt x="7491" y="6738"/>
                    <a:pt x="7300" y="6840"/>
                    <a:pt x="7108" y="6942"/>
                  </a:cubicBezTo>
                  <a:cubicBezTo>
                    <a:pt x="6740" y="7126"/>
                    <a:pt x="6342" y="7216"/>
                    <a:pt x="5943" y="7216"/>
                  </a:cubicBezTo>
                  <a:cubicBezTo>
                    <a:pt x="5486" y="7216"/>
                    <a:pt x="5029" y="7097"/>
                    <a:pt x="4620" y="6865"/>
                  </a:cubicBezTo>
                  <a:cubicBezTo>
                    <a:pt x="4327" y="6687"/>
                    <a:pt x="4071" y="6470"/>
                    <a:pt x="3752" y="6380"/>
                  </a:cubicBezTo>
                  <a:cubicBezTo>
                    <a:pt x="3650" y="6355"/>
                    <a:pt x="3548" y="6342"/>
                    <a:pt x="3446" y="6342"/>
                  </a:cubicBezTo>
                  <a:cubicBezTo>
                    <a:pt x="2974" y="6342"/>
                    <a:pt x="2502" y="6572"/>
                    <a:pt x="2017" y="6572"/>
                  </a:cubicBezTo>
                  <a:lnTo>
                    <a:pt x="1902" y="6572"/>
                  </a:lnTo>
                  <a:cubicBezTo>
                    <a:pt x="1366" y="6508"/>
                    <a:pt x="907" y="6151"/>
                    <a:pt x="728" y="5640"/>
                  </a:cubicBezTo>
                  <a:cubicBezTo>
                    <a:pt x="524" y="5002"/>
                    <a:pt x="741" y="4288"/>
                    <a:pt x="1290" y="3892"/>
                  </a:cubicBezTo>
                  <a:cubicBezTo>
                    <a:pt x="1660" y="3599"/>
                    <a:pt x="2093" y="3471"/>
                    <a:pt x="2489" y="3254"/>
                  </a:cubicBezTo>
                  <a:cubicBezTo>
                    <a:pt x="2897" y="3024"/>
                    <a:pt x="3127" y="2667"/>
                    <a:pt x="3357" y="2259"/>
                  </a:cubicBezTo>
                  <a:cubicBezTo>
                    <a:pt x="3918" y="1263"/>
                    <a:pt x="4748" y="485"/>
                    <a:pt x="5883" y="485"/>
                  </a:cubicBezTo>
                  <a:close/>
                  <a:moveTo>
                    <a:pt x="5896" y="0"/>
                  </a:moveTo>
                  <a:lnTo>
                    <a:pt x="5883" y="13"/>
                  </a:lnTo>
                  <a:cubicBezTo>
                    <a:pt x="4697" y="13"/>
                    <a:pt x="3676" y="702"/>
                    <a:pt x="2948" y="2029"/>
                  </a:cubicBezTo>
                  <a:cubicBezTo>
                    <a:pt x="2731" y="2399"/>
                    <a:pt x="2566" y="2667"/>
                    <a:pt x="2272" y="2833"/>
                  </a:cubicBezTo>
                  <a:cubicBezTo>
                    <a:pt x="2144" y="2897"/>
                    <a:pt x="2004" y="2960"/>
                    <a:pt x="1864" y="3024"/>
                  </a:cubicBezTo>
                  <a:cubicBezTo>
                    <a:pt x="1558" y="3139"/>
                    <a:pt x="1264" y="3305"/>
                    <a:pt x="996" y="3509"/>
                  </a:cubicBezTo>
                  <a:cubicBezTo>
                    <a:pt x="294" y="4032"/>
                    <a:pt x="1" y="4951"/>
                    <a:pt x="269" y="5793"/>
                  </a:cubicBezTo>
                  <a:cubicBezTo>
                    <a:pt x="524" y="6482"/>
                    <a:pt x="1136" y="6967"/>
                    <a:pt x="1864" y="7031"/>
                  </a:cubicBezTo>
                  <a:lnTo>
                    <a:pt x="2030" y="7031"/>
                  </a:lnTo>
                  <a:cubicBezTo>
                    <a:pt x="2310" y="7031"/>
                    <a:pt x="2591" y="6980"/>
                    <a:pt x="2859" y="6916"/>
                  </a:cubicBezTo>
                  <a:cubicBezTo>
                    <a:pt x="3051" y="6853"/>
                    <a:pt x="3255" y="6827"/>
                    <a:pt x="3446" y="6814"/>
                  </a:cubicBezTo>
                  <a:cubicBezTo>
                    <a:pt x="3510" y="6814"/>
                    <a:pt x="3574" y="6814"/>
                    <a:pt x="3637" y="6840"/>
                  </a:cubicBezTo>
                  <a:cubicBezTo>
                    <a:pt x="3816" y="6891"/>
                    <a:pt x="3969" y="6980"/>
                    <a:pt x="4122" y="7095"/>
                  </a:cubicBezTo>
                  <a:cubicBezTo>
                    <a:pt x="4199" y="7146"/>
                    <a:pt x="4288" y="7210"/>
                    <a:pt x="4378" y="7261"/>
                  </a:cubicBezTo>
                  <a:cubicBezTo>
                    <a:pt x="4863" y="7541"/>
                    <a:pt x="5407" y="7682"/>
                    <a:pt x="5953" y="7682"/>
                  </a:cubicBezTo>
                  <a:cubicBezTo>
                    <a:pt x="6425" y="7682"/>
                    <a:pt x="6900" y="7576"/>
                    <a:pt x="7338" y="7363"/>
                  </a:cubicBezTo>
                  <a:cubicBezTo>
                    <a:pt x="7415" y="7325"/>
                    <a:pt x="7478" y="7286"/>
                    <a:pt x="7542" y="7248"/>
                  </a:cubicBezTo>
                  <a:cubicBezTo>
                    <a:pt x="7644" y="7184"/>
                    <a:pt x="7759" y="7133"/>
                    <a:pt x="7861" y="7095"/>
                  </a:cubicBezTo>
                  <a:cubicBezTo>
                    <a:pt x="7978" y="7053"/>
                    <a:pt x="8103" y="7028"/>
                    <a:pt x="8222" y="7028"/>
                  </a:cubicBezTo>
                  <a:cubicBezTo>
                    <a:pt x="8247" y="7028"/>
                    <a:pt x="8271" y="7029"/>
                    <a:pt x="8295" y="7031"/>
                  </a:cubicBezTo>
                  <a:cubicBezTo>
                    <a:pt x="8448" y="7031"/>
                    <a:pt x="8614" y="7044"/>
                    <a:pt x="8780" y="7057"/>
                  </a:cubicBezTo>
                  <a:cubicBezTo>
                    <a:pt x="8946" y="7069"/>
                    <a:pt x="9150" y="7095"/>
                    <a:pt x="9354" y="7095"/>
                  </a:cubicBezTo>
                  <a:cubicBezTo>
                    <a:pt x="9456" y="7095"/>
                    <a:pt x="9571" y="7082"/>
                    <a:pt x="9673" y="7069"/>
                  </a:cubicBezTo>
                  <a:cubicBezTo>
                    <a:pt x="10745" y="6955"/>
                    <a:pt x="11587" y="6125"/>
                    <a:pt x="11741" y="5066"/>
                  </a:cubicBezTo>
                  <a:cubicBezTo>
                    <a:pt x="11906" y="3994"/>
                    <a:pt x="11319" y="2960"/>
                    <a:pt x="10337" y="2539"/>
                  </a:cubicBezTo>
                  <a:cubicBezTo>
                    <a:pt x="10094" y="2437"/>
                    <a:pt x="9852" y="2374"/>
                    <a:pt x="9597" y="2322"/>
                  </a:cubicBezTo>
                  <a:cubicBezTo>
                    <a:pt x="9342" y="2271"/>
                    <a:pt x="9086" y="2195"/>
                    <a:pt x="8857" y="2067"/>
                  </a:cubicBezTo>
                  <a:cubicBezTo>
                    <a:pt x="8627" y="1876"/>
                    <a:pt x="8436" y="1646"/>
                    <a:pt x="8295" y="1391"/>
                  </a:cubicBezTo>
                  <a:cubicBezTo>
                    <a:pt x="8116" y="1110"/>
                    <a:pt x="7912" y="842"/>
                    <a:pt x="7670" y="613"/>
                  </a:cubicBezTo>
                  <a:cubicBezTo>
                    <a:pt x="7300" y="306"/>
                    <a:pt x="6853" y="102"/>
                    <a:pt x="6368" y="38"/>
                  </a:cubicBezTo>
                  <a:cubicBezTo>
                    <a:pt x="6215" y="13"/>
                    <a:pt x="6049" y="0"/>
                    <a:pt x="58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93" name="Google Shape;493;p39">
            <a:extLst>
              <a:ext uri="{FF2B5EF4-FFF2-40B4-BE49-F238E27FC236}">
                <a16:creationId xmlns:a16="http://schemas.microsoft.com/office/drawing/2014/main" id="{EF561F00-D224-9BC9-F84F-1392C1204151}"/>
              </a:ext>
            </a:extLst>
          </p:cNvPr>
          <p:cNvSpPr/>
          <p:nvPr/>
        </p:nvSpPr>
        <p:spPr>
          <a:xfrm>
            <a:off x="7577906" y="1061448"/>
            <a:ext cx="485272" cy="326060"/>
          </a:xfrm>
          <a:custGeom>
            <a:avLst/>
            <a:gdLst/>
            <a:ahLst/>
            <a:cxnLst/>
            <a:rect l="l" t="t" r="r" b="b"/>
            <a:pathLst>
              <a:path w="15441" h="10375" extrusionOk="0">
                <a:moveTo>
                  <a:pt x="8416" y="485"/>
                </a:moveTo>
                <a:lnTo>
                  <a:pt x="8416" y="485"/>
                </a:lnTo>
                <a:cubicBezTo>
                  <a:pt x="9128" y="487"/>
                  <a:pt x="9827" y="844"/>
                  <a:pt x="10145" y="1468"/>
                </a:cubicBezTo>
                <a:cubicBezTo>
                  <a:pt x="10209" y="1608"/>
                  <a:pt x="10272" y="1735"/>
                  <a:pt x="10349" y="1863"/>
                </a:cubicBezTo>
                <a:cubicBezTo>
                  <a:pt x="10732" y="2399"/>
                  <a:pt x="11561" y="2259"/>
                  <a:pt x="12161" y="2501"/>
                </a:cubicBezTo>
                <a:cubicBezTo>
                  <a:pt x="12773" y="2756"/>
                  <a:pt x="13118" y="3407"/>
                  <a:pt x="13246" y="4058"/>
                </a:cubicBezTo>
                <a:cubicBezTo>
                  <a:pt x="13271" y="4326"/>
                  <a:pt x="13322" y="4581"/>
                  <a:pt x="13386" y="4849"/>
                </a:cubicBezTo>
                <a:cubicBezTo>
                  <a:pt x="13654" y="5717"/>
                  <a:pt x="14586" y="6304"/>
                  <a:pt x="14739" y="7197"/>
                </a:cubicBezTo>
                <a:cubicBezTo>
                  <a:pt x="14892" y="8001"/>
                  <a:pt x="14611" y="8843"/>
                  <a:pt x="13731" y="9277"/>
                </a:cubicBezTo>
                <a:cubicBezTo>
                  <a:pt x="13003" y="9647"/>
                  <a:pt x="12072" y="9736"/>
                  <a:pt x="11255" y="9787"/>
                </a:cubicBezTo>
                <a:cubicBezTo>
                  <a:pt x="10285" y="9864"/>
                  <a:pt x="9443" y="9877"/>
                  <a:pt x="8460" y="9877"/>
                </a:cubicBezTo>
                <a:lnTo>
                  <a:pt x="8422" y="9877"/>
                </a:lnTo>
                <a:cubicBezTo>
                  <a:pt x="8097" y="9881"/>
                  <a:pt x="7773" y="9882"/>
                  <a:pt x="7449" y="9882"/>
                </a:cubicBezTo>
                <a:cubicBezTo>
                  <a:pt x="6668" y="9882"/>
                  <a:pt x="5889" y="9873"/>
                  <a:pt x="5104" y="9864"/>
                </a:cubicBezTo>
                <a:cubicBezTo>
                  <a:pt x="4959" y="9868"/>
                  <a:pt x="4814" y="9870"/>
                  <a:pt x="4669" y="9870"/>
                </a:cubicBezTo>
                <a:cubicBezTo>
                  <a:pt x="3822" y="9870"/>
                  <a:pt x="2983" y="9807"/>
                  <a:pt x="2144" y="9698"/>
                </a:cubicBezTo>
                <a:cubicBezTo>
                  <a:pt x="1761" y="9660"/>
                  <a:pt x="1404" y="9545"/>
                  <a:pt x="1072" y="9366"/>
                </a:cubicBezTo>
                <a:cubicBezTo>
                  <a:pt x="740" y="9175"/>
                  <a:pt x="523" y="8843"/>
                  <a:pt x="498" y="8460"/>
                </a:cubicBezTo>
                <a:cubicBezTo>
                  <a:pt x="498" y="8001"/>
                  <a:pt x="932" y="7618"/>
                  <a:pt x="1289" y="7337"/>
                </a:cubicBezTo>
                <a:cubicBezTo>
                  <a:pt x="1557" y="7133"/>
                  <a:pt x="1850" y="6929"/>
                  <a:pt x="2042" y="6636"/>
                </a:cubicBezTo>
                <a:cubicBezTo>
                  <a:pt x="2374" y="6151"/>
                  <a:pt x="2348" y="5474"/>
                  <a:pt x="2731" y="5015"/>
                </a:cubicBezTo>
                <a:cubicBezTo>
                  <a:pt x="3165" y="4492"/>
                  <a:pt x="3943" y="4454"/>
                  <a:pt x="4568" y="4186"/>
                </a:cubicBezTo>
                <a:cubicBezTo>
                  <a:pt x="4964" y="3994"/>
                  <a:pt x="5296" y="3713"/>
                  <a:pt x="5538" y="3343"/>
                </a:cubicBezTo>
                <a:cubicBezTo>
                  <a:pt x="5806" y="2935"/>
                  <a:pt x="5947" y="2463"/>
                  <a:pt x="6163" y="2029"/>
                </a:cubicBezTo>
                <a:cubicBezTo>
                  <a:pt x="6546" y="1289"/>
                  <a:pt x="7223" y="676"/>
                  <a:pt x="8039" y="523"/>
                </a:cubicBezTo>
                <a:cubicBezTo>
                  <a:pt x="8165" y="498"/>
                  <a:pt x="8290" y="485"/>
                  <a:pt x="8416" y="485"/>
                </a:cubicBezTo>
                <a:close/>
                <a:moveTo>
                  <a:pt x="8409" y="0"/>
                </a:moveTo>
                <a:lnTo>
                  <a:pt x="8422" y="13"/>
                </a:lnTo>
                <a:cubicBezTo>
                  <a:pt x="8392" y="10"/>
                  <a:pt x="8362" y="9"/>
                  <a:pt x="8332" y="9"/>
                </a:cubicBezTo>
                <a:cubicBezTo>
                  <a:pt x="8200" y="9"/>
                  <a:pt x="8073" y="30"/>
                  <a:pt x="7937" y="51"/>
                </a:cubicBezTo>
                <a:cubicBezTo>
                  <a:pt x="7031" y="230"/>
                  <a:pt x="6202" y="881"/>
                  <a:pt x="5730" y="1812"/>
                </a:cubicBezTo>
                <a:cubicBezTo>
                  <a:pt x="5628" y="1991"/>
                  <a:pt x="5551" y="2195"/>
                  <a:pt x="5474" y="2374"/>
                </a:cubicBezTo>
                <a:cubicBezTo>
                  <a:pt x="5385" y="2616"/>
                  <a:pt x="5270" y="2858"/>
                  <a:pt x="5130" y="3088"/>
                </a:cubicBezTo>
                <a:cubicBezTo>
                  <a:pt x="4938" y="3369"/>
                  <a:pt x="4670" y="3599"/>
                  <a:pt x="4351" y="3739"/>
                </a:cubicBezTo>
                <a:cubicBezTo>
                  <a:pt x="4160" y="3828"/>
                  <a:pt x="3969" y="3892"/>
                  <a:pt x="3764" y="3943"/>
                </a:cubicBezTo>
                <a:cubicBezTo>
                  <a:pt x="3292" y="4083"/>
                  <a:pt x="2744" y="4249"/>
                  <a:pt x="2361" y="4709"/>
                </a:cubicBezTo>
                <a:cubicBezTo>
                  <a:pt x="2131" y="5015"/>
                  <a:pt x="1965" y="5372"/>
                  <a:pt x="1876" y="5742"/>
                </a:cubicBezTo>
                <a:cubicBezTo>
                  <a:pt x="1825" y="5959"/>
                  <a:pt x="1748" y="6176"/>
                  <a:pt x="1633" y="6380"/>
                </a:cubicBezTo>
                <a:cubicBezTo>
                  <a:pt x="1493" y="6559"/>
                  <a:pt x="1314" y="6725"/>
                  <a:pt x="1123" y="6853"/>
                </a:cubicBezTo>
                <a:cubicBezTo>
                  <a:pt x="1072" y="6891"/>
                  <a:pt x="1021" y="6929"/>
                  <a:pt x="970" y="6980"/>
                </a:cubicBezTo>
                <a:cubicBezTo>
                  <a:pt x="651" y="7223"/>
                  <a:pt x="0" y="7746"/>
                  <a:pt x="13" y="8473"/>
                </a:cubicBezTo>
                <a:cubicBezTo>
                  <a:pt x="38" y="9022"/>
                  <a:pt x="345" y="9507"/>
                  <a:pt x="817" y="9787"/>
                </a:cubicBezTo>
                <a:cubicBezTo>
                  <a:pt x="1200" y="10004"/>
                  <a:pt x="1621" y="10145"/>
                  <a:pt x="2055" y="10183"/>
                </a:cubicBezTo>
                <a:cubicBezTo>
                  <a:pt x="2964" y="10310"/>
                  <a:pt x="3883" y="10364"/>
                  <a:pt x="4804" y="10364"/>
                </a:cubicBezTo>
                <a:cubicBezTo>
                  <a:pt x="4904" y="10364"/>
                  <a:pt x="5004" y="10363"/>
                  <a:pt x="5104" y="10362"/>
                </a:cubicBezTo>
                <a:cubicBezTo>
                  <a:pt x="6202" y="10374"/>
                  <a:pt x="7325" y="10374"/>
                  <a:pt x="8422" y="10374"/>
                </a:cubicBezTo>
                <a:lnTo>
                  <a:pt x="8460" y="10374"/>
                </a:lnTo>
                <a:cubicBezTo>
                  <a:pt x="9417" y="10374"/>
                  <a:pt x="10272" y="10362"/>
                  <a:pt x="11293" y="10285"/>
                </a:cubicBezTo>
                <a:cubicBezTo>
                  <a:pt x="12059" y="10234"/>
                  <a:pt x="13105" y="10145"/>
                  <a:pt x="13947" y="9724"/>
                </a:cubicBezTo>
                <a:cubicBezTo>
                  <a:pt x="14917" y="9252"/>
                  <a:pt x="15440" y="8167"/>
                  <a:pt x="15224" y="7120"/>
                </a:cubicBezTo>
                <a:cubicBezTo>
                  <a:pt x="15109" y="6521"/>
                  <a:pt x="14739" y="6049"/>
                  <a:pt x="14420" y="5653"/>
                </a:cubicBezTo>
                <a:cubicBezTo>
                  <a:pt x="14177" y="5372"/>
                  <a:pt x="13973" y="5053"/>
                  <a:pt x="13833" y="4709"/>
                </a:cubicBezTo>
                <a:cubicBezTo>
                  <a:pt x="13794" y="4568"/>
                  <a:pt x="13769" y="4415"/>
                  <a:pt x="13756" y="4262"/>
                </a:cubicBezTo>
                <a:cubicBezTo>
                  <a:pt x="13743" y="4160"/>
                  <a:pt x="13731" y="4071"/>
                  <a:pt x="13705" y="3969"/>
                </a:cubicBezTo>
                <a:cubicBezTo>
                  <a:pt x="13552" y="3063"/>
                  <a:pt x="13041" y="2348"/>
                  <a:pt x="12352" y="2067"/>
                </a:cubicBezTo>
                <a:cubicBezTo>
                  <a:pt x="12084" y="1965"/>
                  <a:pt x="11804" y="1901"/>
                  <a:pt x="11523" y="1863"/>
                </a:cubicBezTo>
                <a:cubicBezTo>
                  <a:pt x="11115" y="1799"/>
                  <a:pt x="10859" y="1748"/>
                  <a:pt x="10745" y="1595"/>
                </a:cubicBezTo>
                <a:cubicBezTo>
                  <a:pt x="10706" y="1531"/>
                  <a:pt x="10668" y="1468"/>
                  <a:pt x="10642" y="1404"/>
                </a:cubicBezTo>
                <a:cubicBezTo>
                  <a:pt x="10617" y="1353"/>
                  <a:pt x="10591" y="1302"/>
                  <a:pt x="10566" y="1251"/>
                </a:cubicBezTo>
                <a:cubicBezTo>
                  <a:pt x="10183" y="485"/>
                  <a:pt x="9341" y="0"/>
                  <a:pt x="840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39">
            <a:extLst>
              <a:ext uri="{FF2B5EF4-FFF2-40B4-BE49-F238E27FC236}">
                <a16:creationId xmlns:a16="http://schemas.microsoft.com/office/drawing/2014/main" id="{286882DF-ECFA-0E40-D85D-1452D8C6BF26}"/>
              </a:ext>
            </a:extLst>
          </p:cNvPr>
          <p:cNvSpPr/>
          <p:nvPr/>
        </p:nvSpPr>
        <p:spPr>
          <a:xfrm>
            <a:off x="1651325" y="905499"/>
            <a:ext cx="374616" cy="241457"/>
          </a:xfrm>
          <a:custGeom>
            <a:avLst/>
            <a:gdLst/>
            <a:ahLst/>
            <a:cxnLst/>
            <a:rect l="l" t="t" r="r" b="b"/>
            <a:pathLst>
              <a:path w="11920" h="7683" extrusionOk="0">
                <a:moveTo>
                  <a:pt x="5883" y="485"/>
                </a:moveTo>
                <a:lnTo>
                  <a:pt x="5883" y="498"/>
                </a:lnTo>
                <a:cubicBezTo>
                  <a:pt x="5921" y="494"/>
                  <a:pt x="5958" y="493"/>
                  <a:pt x="5994" y="493"/>
                </a:cubicBezTo>
                <a:cubicBezTo>
                  <a:pt x="6093" y="493"/>
                  <a:pt x="6189" y="505"/>
                  <a:pt x="6292" y="523"/>
                </a:cubicBezTo>
                <a:cubicBezTo>
                  <a:pt x="6675" y="574"/>
                  <a:pt x="7045" y="740"/>
                  <a:pt x="7338" y="995"/>
                </a:cubicBezTo>
                <a:cubicBezTo>
                  <a:pt x="7823" y="1416"/>
                  <a:pt x="8040" y="2118"/>
                  <a:pt x="8576" y="2476"/>
                </a:cubicBezTo>
                <a:cubicBezTo>
                  <a:pt x="9035" y="2782"/>
                  <a:pt x="9635" y="2782"/>
                  <a:pt x="10133" y="2986"/>
                </a:cubicBezTo>
                <a:cubicBezTo>
                  <a:pt x="11919" y="3752"/>
                  <a:pt x="11536" y="6393"/>
                  <a:pt x="9609" y="6610"/>
                </a:cubicBezTo>
                <a:cubicBezTo>
                  <a:pt x="9520" y="6623"/>
                  <a:pt x="9431" y="6623"/>
                  <a:pt x="9342" y="6623"/>
                </a:cubicBezTo>
                <a:cubicBezTo>
                  <a:pt x="8984" y="6623"/>
                  <a:pt x="8627" y="6559"/>
                  <a:pt x="8282" y="6559"/>
                </a:cubicBezTo>
                <a:cubicBezTo>
                  <a:pt x="8078" y="6559"/>
                  <a:pt x="7887" y="6585"/>
                  <a:pt x="7695" y="6648"/>
                </a:cubicBezTo>
                <a:cubicBezTo>
                  <a:pt x="7491" y="6738"/>
                  <a:pt x="7300" y="6840"/>
                  <a:pt x="7108" y="6942"/>
                </a:cubicBezTo>
                <a:cubicBezTo>
                  <a:pt x="6740" y="7126"/>
                  <a:pt x="6342" y="7216"/>
                  <a:pt x="5943" y="7216"/>
                </a:cubicBezTo>
                <a:cubicBezTo>
                  <a:pt x="5486" y="7216"/>
                  <a:pt x="5029" y="7097"/>
                  <a:pt x="4620" y="6865"/>
                </a:cubicBezTo>
                <a:cubicBezTo>
                  <a:pt x="4327" y="6687"/>
                  <a:pt x="4071" y="6470"/>
                  <a:pt x="3752" y="6380"/>
                </a:cubicBezTo>
                <a:cubicBezTo>
                  <a:pt x="3650" y="6355"/>
                  <a:pt x="3548" y="6342"/>
                  <a:pt x="3446" y="6342"/>
                </a:cubicBezTo>
                <a:cubicBezTo>
                  <a:pt x="2974" y="6342"/>
                  <a:pt x="2502" y="6572"/>
                  <a:pt x="2017" y="6572"/>
                </a:cubicBezTo>
                <a:lnTo>
                  <a:pt x="1902" y="6572"/>
                </a:lnTo>
                <a:cubicBezTo>
                  <a:pt x="1366" y="6508"/>
                  <a:pt x="907" y="6151"/>
                  <a:pt x="728" y="5640"/>
                </a:cubicBezTo>
                <a:cubicBezTo>
                  <a:pt x="524" y="5002"/>
                  <a:pt x="741" y="4288"/>
                  <a:pt x="1290" y="3892"/>
                </a:cubicBezTo>
                <a:cubicBezTo>
                  <a:pt x="1660" y="3599"/>
                  <a:pt x="2093" y="3471"/>
                  <a:pt x="2489" y="3254"/>
                </a:cubicBezTo>
                <a:cubicBezTo>
                  <a:pt x="2897" y="3024"/>
                  <a:pt x="3127" y="2667"/>
                  <a:pt x="3357" y="2259"/>
                </a:cubicBezTo>
                <a:cubicBezTo>
                  <a:pt x="3918" y="1263"/>
                  <a:pt x="4748" y="485"/>
                  <a:pt x="5883" y="485"/>
                </a:cubicBezTo>
                <a:close/>
                <a:moveTo>
                  <a:pt x="5896" y="0"/>
                </a:moveTo>
                <a:lnTo>
                  <a:pt x="5883" y="13"/>
                </a:lnTo>
                <a:cubicBezTo>
                  <a:pt x="4697" y="13"/>
                  <a:pt x="3676" y="702"/>
                  <a:pt x="2948" y="2029"/>
                </a:cubicBezTo>
                <a:cubicBezTo>
                  <a:pt x="2731" y="2399"/>
                  <a:pt x="2566" y="2667"/>
                  <a:pt x="2272" y="2833"/>
                </a:cubicBezTo>
                <a:cubicBezTo>
                  <a:pt x="2144" y="2897"/>
                  <a:pt x="2004" y="2960"/>
                  <a:pt x="1864" y="3024"/>
                </a:cubicBezTo>
                <a:cubicBezTo>
                  <a:pt x="1558" y="3139"/>
                  <a:pt x="1264" y="3305"/>
                  <a:pt x="996" y="3509"/>
                </a:cubicBezTo>
                <a:cubicBezTo>
                  <a:pt x="294" y="4032"/>
                  <a:pt x="1" y="4951"/>
                  <a:pt x="269" y="5793"/>
                </a:cubicBezTo>
                <a:cubicBezTo>
                  <a:pt x="524" y="6482"/>
                  <a:pt x="1136" y="6967"/>
                  <a:pt x="1864" y="7031"/>
                </a:cubicBezTo>
                <a:lnTo>
                  <a:pt x="2030" y="7031"/>
                </a:lnTo>
                <a:cubicBezTo>
                  <a:pt x="2310" y="7031"/>
                  <a:pt x="2591" y="6980"/>
                  <a:pt x="2859" y="6916"/>
                </a:cubicBezTo>
                <a:cubicBezTo>
                  <a:pt x="3051" y="6853"/>
                  <a:pt x="3255" y="6827"/>
                  <a:pt x="3446" y="6814"/>
                </a:cubicBezTo>
                <a:cubicBezTo>
                  <a:pt x="3510" y="6814"/>
                  <a:pt x="3574" y="6814"/>
                  <a:pt x="3637" y="6840"/>
                </a:cubicBezTo>
                <a:cubicBezTo>
                  <a:pt x="3816" y="6891"/>
                  <a:pt x="3969" y="6980"/>
                  <a:pt x="4122" y="7095"/>
                </a:cubicBezTo>
                <a:cubicBezTo>
                  <a:pt x="4199" y="7146"/>
                  <a:pt x="4288" y="7210"/>
                  <a:pt x="4378" y="7261"/>
                </a:cubicBezTo>
                <a:cubicBezTo>
                  <a:pt x="4863" y="7541"/>
                  <a:pt x="5407" y="7682"/>
                  <a:pt x="5953" y="7682"/>
                </a:cubicBezTo>
                <a:cubicBezTo>
                  <a:pt x="6425" y="7682"/>
                  <a:pt x="6900" y="7576"/>
                  <a:pt x="7338" y="7363"/>
                </a:cubicBezTo>
                <a:cubicBezTo>
                  <a:pt x="7415" y="7325"/>
                  <a:pt x="7478" y="7286"/>
                  <a:pt x="7542" y="7248"/>
                </a:cubicBezTo>
                <a:cubicBezTo>
                  <a:pt x="7644" y="7184"/>
                  <a:pt x="7759" y="7133"/>
                  <a:pt x="7861" y="7095"/>
                </a:cubicBezTo>
                <a:cubicBezTo>
                  <a:pt x="7978" y="7053"/>
                  <a:pt x="8103" y="7028"/>
                  <a:pt x="8222" y="7028"/>
                </a:cubicBezTo>
                <a:cubicBezTo>
                  <a:pt x="8247" y="7028"/>
                  <a:pt x="8271" y="7029"/>
                  <a:pt x="8295" y="7031"/>
                </a:cubicBezTo>
                <a:cubicBezTo>
                  <a:pt x="8448" y="7031"/>
                  <a:pt x="8614" y="7044"/>
                  <a:pt x="8780" y="7057"/>
                </a:cubicBezTo>
                <a:cubicBezTo>
                  <a:pt x="8946" y="7069"/>
                  <a:pt x="9150" y="7095"/>
                  <a:pt x="9354" y="7095"/>
                </a:cubicBezTo>
                <a:cubicBezTo>
                  <a:pt x="9456" y="7095"/>
                  <a:pt x="9571" y="7082"/>
                  <a:pt x="9673" y="7069"/>
                </a:cubicBezTo>
                <a:cubicBezTo>
                  <a:pt x="10745" y="6955"/>
                  <a:pt x="11587" y="6125"/>
                  <a:pt x="11741" y="5066"/>
                </a:cubicBezTo>
                <a:cubicBezTo>
                  <a:pt x="11906" y="3994"/>
                  <a:pt x="11319" y="2960"/>
                  <a:pt x="10337" y="2539"/>
                </a:cubicBezTo>
                <a:cubicBezTo>
                  <a:pt x="10094" y="2437"/>
                  <a:pt x="9852" y="2374"/>
                  <a:pt x="9597" y="2322"/>
                </a:cubicBezTo>
                <a:cubicBezTo>
                  <a:pt x="9342" y="2271"/>
                  <a:pt x="9086" y="2195"/>
                  <a:pt x="8857" y="2067"/>
                </a:cubicBezTo>
                <a:cubicBezTo>
                  <a:pt x="8627" y="1876"/>
                  <a:pt x="8436" y="1646"/>
                  <a:pt x="8295" y="1391"/>
                </a:cubicBezTo>
                <a:cubicBezTo>
                  <a:pt x="8116" y="1110"/>
                  <a:pt x="7912" y="842"/>
                  <a:pt x="7670" y="613"/>
                </a:cubicBezTo>
                <a:cubicBezTo>
                  <a:pt x="7300" y="306"/>
                  <a:pt x="6853" y="102"/>
                  <a:pt x="6368" y="38"/>
                </a:cubicBezTo>
                <a:cubicBezTo>
                  <a:pt x="6215" y="13"/>
                  <a:pt x="6049" y="0"/>
                  <a:pt x="58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5" name="Google Shape;495;p39">
            <a:extLst>
              <a:ext uri="{FF2B5EF4-FFF2-40B4-BE49-F238E27FC236}">
                <a16:creationId xmlns:a16="http://schemas.microsoft.com/office/drawing/2014/main" id="{F5FDBA4B-6E90-1277-B3A5-0493A60EFD80}"/>
              </a:ext>
            </a:extLst>
          </p:cNvPr>
          <p:cNvGrpSpPr/>
          <p:nvPr/>
        </p:nvGrpSpPr>
        <p:grpSpPr>
          <a:xfrm>
            <a:off x="2187622" y="1538425"/>
            <a:ext cx="485272" cy="326060"/>
            <a:chOff x="2493575" y="1248525"/>
            <a:chExt cx="386025" cy="259375"/>
          </a:xfrm>
        </p:grpSpPr>
        <p:sp>
          <p:nvSpPr>
            <p:cNvPr id="496" name="Google Shape;496;p39">
              <a:extLst>
                <a:ext uri="{FF2B5EF4-FFF2-40B4-BE49-F238E27FC236}">
                  <a16:creationId xmlns:a16="http://schemas.microsoft.com/office/drawing/2014/main" id="{90F022A5-5787-176B-06FA-76A5EF33531D}"/>
                </a:ext>
              </a:extLst>
            </p:cNvPr>
            <p:cNvSpPr/>
            <p:nvPr/>
          </p:nvSpPr>
          <p:spPr>
            <a:xfrm>
              <a:off x="2499950" y="1254550"/>
              <a:ext cx="372625" cy="246975"/>
            </a:xfrm>
            <a:custGeom>
              <a:avLst/>
              <a:gdLst/>
              <a:ahLst/>
              <a:cxnLst/>
              <a:rect l="l" t="t" r="r" b="b"/>
              <a:pathLst>
                <a:path w="14905" h="9879" extrusionOk="0">
                  <a:moveTo>
                    <a:pt x="8222" y="0"/>
                  </a:moveTo>
                  <a:cubicBezTo>
                    <a:pt x="8199" y="0"/>
                    <a:pt x="8177" y="1"/>
                    <a:pt x="8154" y="1"/>
                  </a:cubicBezTo>
                  <a:cubicBezTo>
                    <a:pt x="8014" y="1"/>
                    <a:pt x="7874" y="14"/>
                    <a:pt x="7733" y="40"/>
                  </a:cubicBezTo>
                  <a:cubicBezTo>
                    <a:pt x="6891" y="206"/>
                    <a:pt x="6125" y="805"/>
                    <a:pt x="5692" y="1673"/>
                  </a:cubicBezTo>
                  <a:cubicBezTo>
                    <a:pt x="5602" y="1852"/>
                    <a:pt x="5513" y="2043"/>
                    <a:pt x="5436" y="2222"/>
                  </a:cubicBezTo>
                  <a:cubicBezTo>
                    <a:pt x="5347" y="2477"/>
                    <a:pt x="5219" y="2732"/>
                    <a:pt x="5079" y="2962"/>
                  </a:cubicBezTo>
                  <a:cubicBezTo>
                    <a:pt x="4862" y="3294"/>
                    <a:pt x="4556" y="3549"/>
                    <a:pt x="4199" y="3715"/>
                  </a:cubicBezTo>
                  <a:cubicBezTo>
                    <a:pt x="3994" y="3804"/>
                    <a:pt x="3790" y="3868"/>
                    <a:pt x="3586" y="3932"/>
                  </a:cubicBezTo>
                  <a:cubicBezTo>
                    <a:pt x="3114" y="4059"/>
                    <a:pt x="2616" y="4213"/>
                    <a:pt x="2284" y="4608"/>
                  </a:cubicBezTo>
                  <a:cubicBezTo>
                    <a:pt x="2080" y="4889"/>
                    <a:pt x="1927" y="5221"/>
                    <a:pt x="1863" y="5565"/>
                  </a:cubicBezTo>
                  <a:cubicBezTo>
                    <a:pt x="1800" y="5808"/>
                    <a:pt x="1710" y="6037"/>
                    <a:pt x="1583" y="6267"/>
                  </a:cubicBezTo>
                  <a:cubicBezTo>
                    <a:pt x="1429" y="6471"/>
                    <a:pt x="1238" y="6650"/>
                    <a:pt x="1021" y="6790"/>
                  </a:cubicBezTo>
                  <a:lnTo>
                    <a:pt x="868" y="6905"/>
                  </a:lnTo>
                  <a:cubicBezTo>
                    <a:pt x="421" y="7262"/>
                    <a:pt x="0" y="7683"/>
                    <a:pt x="0" y="8219"/>
                  </a:cubicBezTo>
                  <a:cubicBezTo>
                    <a:pt x="26" y="8679"/>
                    <a:pt x="281" y="9100"/>
                    <a:pt x="689" y="9330"/>
                  </a:cubicBezTo>
                  <a:cubicBezTo>
                    <a:pt x="1047" y="9534"/>
                    <a:pt x="1429" y="9649"/>
                    <a:pt x="1838" y="9700"/>
                  </a:cubicBezTo>
                  <a:cubicBezTo>
                    <a:pt x="2735" y="9815"/>
                    <a:pt x="3642" y="9867"/>
                    <a:pt x="4550" y="9867"/>
                  </a:cubicBezTo>
                  <a:cubicBezTo>
                    <a:pt x="4650" y="9867"/>
                    <a:pt x="4749" y="9867"/>
                    <a:pt x="4849" y="9865"/>
                  </a:cubicBezTo>
                  <a:cubicBezTo>
                    <a:pt x="5959" y="9878"/>
                    <a:pt x="7070" y="9878"/>
                    <a:pt x="8167" y="9878"/>
                  </a:cubicBezTo>
                  <a:lnTo>
                    <a:pt x="8205" y="9878"/>
                  </a:lnTo>
                  <a:cubicBezTo>
                    <a:pt x="9162" y="9878"/>
                    <a:pt x="10017" y="9865"/>
                    <a:pt x="11013" y="9789"/>
                  </a:cubicBezTo>
                  <a:cubicBezTo>
                    <a:pt x="11766" y="9738"/>
                    <a:pt x="12786" y="9661"/>
                    <a:pt x="13590" y="9253"/>
                  </a:cubicBezTo>
                  <a:cubicBezTo>
                    <a:pt x="14471" y="8806"/>
                    <a:pt x="14905" y="7926"/>
                    <a:pt x="14726" y="6918"/>
                  </a:cubicBezTo>
                  <a:cubicBezTo>
                    <a:pt x="14624" y="6382"/>
                    <a:pt x="14292" y="5961"/>
                    <a:pt x="13973" y="5552"/>
                  </a:cubicBezTo>
                  <a:cubicBezTo>
                    <a:pt x="13718" y="5221"/>
                    <a:pt x="13463" y="4902"/>
                    <a:pt x="13361" y="4544"/>
                  </a:cubicBezTo>
                  <a:cubicBezTo>
                    <a:pt x="13310" y="4378"/>
                    <a:pt x="13284" y="4213"/>
                    <a:pt x="13259" y="4047"/>
                  </a:cubicBezTo>
                  <a:cubicBezTo>
                    <a:pt x="13246" y="3957"/>
                    <a:pt x="13233" y="3868"/>
                    <a:pt x="13220" y="3766"/>
                  </a:cubicBezTo>
                  <a:cubicBezTo>
                    <a:pt x="13067" y="2949"/>
                    <a:pt x="12621" y="2298"/>
                    <a:pt x="12008" y="2043"/>
                  </a:cubicBezTo>
                  <a:cubicBezTo>
                    <a:pt x="11753" y="1954"/>
                    <a:pt x="11498" y="1890"/>
                    <a:pt x="11230" y="1865"/>
                  </a:cubicBezTo>
                  <a:cubicBezTo>
                    <a:pt x="10821" y="1801"/>
                    <a:pt x="10477" y="1737"/>
                    <a:pt x="10298" y="1482"/>
                  </a:cubicBezTo>
                  <a:cubicBezTo>
                    <a:pt x="10247" y="1418"/>
                    <a:pt x="10209" y="1329"/>
                    <a:pt x="10171" y="1252"/>
                  </a:cubicBezTo>
                  <a:cubicBezTo>
                    <a:pt x="10145" y="1214"/>
                    <a:pt x="10132" y="1163"/>
                    <a:pt x="10107" y="1112"/>
                  </a:cubicBezTo>
                  <a:cubicBezTo>
                    <a:pt x="9722" y="429"/>
                    <a:pt x="9000" y="0"/>
                    <a:pt x="82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39">
              <a:extLst>
                <a:ext uri="{FF2B5EF4-FFF2-40B4-BE49-F238E27FC236}">
                  <a16:creationId xmlns:a16="http://schemas.microsoft.com/office/drawing/2014/main" id="{FCF8C72D-3E08-D51C-A418-B2DC4640B2B1}"/>
                </a:ext>
              </a:extLst>
            </p:cNvPr>
            <p:cNvSpPr/>
            <p:nvPr/>
          </p:nvSpPr>
          <p:spPr>
            <a:xfrm>
              <a:off x="2493575" y="1248525"/>
              <a:ext cx="386025" cy="259375"/>
            </a:xfrm>
            <a:custGeom>
              <a:avLst/>
              <a:gdLst/>
              <a:ahLst/>
              <a:cxnLst/>
              <a:rect l="l" t="t" r="r" b="b"/>
              <a:pathLst>
                <a:path w="15441" h="10375" extrusionOk="0">
                  <a:moveTo>
                    <a:pt x="8416" y="485"/>
                  </a:moveTo>
                  <a:lnTo>
                    <a:pt x="8416" y="485"/>
                  </a:lnTo>
                  <a:cubicBezTo>
                    <a:pt x="9128" y="487"/>
                    <a:pt x="9827" y="844"/>
                    <a:pt x="10145" y="1468"/>
                  </a:cubicBezTo>
                  <a:cubicBezTo>
                    <a:pt x="10209" y="1608"/>
                    <a:pt x="10272" y="1735"/>
                    <a:pt x="10349" y="1863"/>
                  </a:cubicBezTo>
                  <a:cubicBezTo>
                    <a:pt x="10732" y="2399"/>
                    <a:pt x="11561" y="2259"/>
                    <a:pt x="12161" y="2501"/>
                  </a:cubicBezTo>
                  <a:cubicBezTo>
                    <a:pt x="12773" y="2756"/>
                    <a:pt x="13118" y="3407"/>
                    <a:pt x="13246" y="4058"/>
                  </a:cubicBezTo>
                  <a:cubicBezTo>
                    <a:pt x="13271" y="4326"/>
                    <a:pt x="13322" y="4581"/>
                    <a:pt x="13386" y="4849"/>
                  </a:cubicBezTo>
                  <a:cubicBezTo>
                    <a:pt x="13654" y="5717"/>
                    <a:pt x="14586" y="6304"/>
                    <a:pt x="14739" y="7197"/>
                  </a:cubicBezTo>
                  <a:cubicBezTo>
                    <a:pt x="14892" y="8001"/>
                    <a:pt x="14611" y="8843"/>
                    <a:pt x="13731" y="9277"/>
                  </a:cubicBezTo>
                  <a:cubicBezTo>
                    <a:pt x="13003" y="9647"/>
                    <a:pt x="12072" y="9736"/>
                    <a:pt x="11255" y="9787"/>
                  </a:cubicBezTo>
                  <a:cubicBezTo>
                    <a:pt x="10285" y="9864"/>
                    <a:pt x="9443" y="9877"/>
                    <a:pt x="8460" y="9877"/>
                  </a:cubicBezTo>
                  <a:lnTo>
                    <a:pt x="8422" y="9877"/>
                  </a:lnTo>
                  <a:cubicBezTo>
                    <a:pt x="8097" y="9881"/>
                    <a:pt x="7773" y="9882"/>
                    <a:pt x="7449" y="9882"/>
                  </a:cubicBezTo>
                  <a:cubicBezTo>
                    <a:pt x="6668" y="9882"/>
                    <a:pt x="5889" y="9873"/>
                    <a:pt x="5104" y="9864"/>
                  </a:cubicBezTo>
                  <a:cubicBezTo>
                    <a:pt x="4959" y="9868"/>
                    <a:pt x="4814" y="9870"/>
                    <a:pt x="4669" y="9870"/>
                  </a:cubicBezTo>
                  <a:cubicBezTo>
                    <a:pt x="3822" y="9870"/>
                    <a:pt x="2983" y="9807"/>
                    <a:pt x="2144" y="9698"/>
                  </a:cubicBezTo>
                  <a:cubicBezTo>
                    <a:pt x="1761" y="9660"/>
                    <a:pt x="1404" y="9545"/>
                    <a:pt x="1072" y="9366"/>
                  </a:cubicBezTo>
                  <a:cubicBezTo>
                    <a:pt x="740" y="9175"/>
                    <a:pt x="523" y="8843"/>
                    <a:pt x="498" y="8460"/>
                  </a:cubicBezTo>
                  <a:cubicBezTo>
                    <a:pt x="498" y="8001"/>
                    <a:pt x="932" y="7618"/>
                    <a:pt x="1289" y="7337"/>
                  </a:cubicBezTo>
                  <a:cubicBezTo>
                    <a:pt x="1557" y="7133"/>
                    <a:pt x="1850" y="6929"/>
                    <a:pt x="2042" y="6636"/>
                  </a:cubicBezTo>
                  <a:cubicBezTo>
                    <a:pt x="2374" y="6151"/>
                    <a:pt x="2348" y="5474"/>
                    <a:pt x="2731" y="5015"/>
                  </a:cubicBezTo>
                  <a:cubicBezTo>
                    <a:pt x="3165" y="4492"/>
                    <a:pt x="3943" y="4454"/>
                    <a:pt x="4568" y="4186"/>
                  </a:cubicBezTo>
                  <a:cubicBezTo>
                    <a:pt x="4964" y="3994"/>
                    <a:pt x="5296" y="3713"/>
                    <a:pt x="5538" y="3343"/>
                  </a:cubicBezTo>
                  <a:cubicBezTo>
                    <a:pt x="5806" y="2935"/>
                    <a:pt x="5947" y="2463"/>
                    <a:pt x="6163" y="2029"/>
                  </a:cubicBezTo>
                  <a:cubicBezTo>
                    <a:pt x="6546" y="1289"/>
                    <a:pt x="7223" y="676"/>
                    <a:pt x="8039" y="523"/>
                  </a:cubicBezTo>
                  <a:cubicBezTo>
                    <a:pt x="8165" y="498"/>
                    <a:pt x="8290" y="485"/>
                    <a:pt x="8416" y="485"/>
                  </a:cubicBezTo>
                  <a:close/>
                  <a:moveTo>
                    <a:pt x="8409" y="0"/>
                  </a:moveTo>
                  <a:lnTo>
                    <a:pt x="8422" y="13"/>
                  </a:lnTo>
                  <a:cubicBezTo>
                    <a:pt x="8392" y="10"/>
                    <a:pt x="8362" y="9"/>
                    <a:pt x="8332" y="9"/>
                  </a:cubicBezTo>
                  <a:cubicBezTo>
                    <a:pt x="8200" y="9"/>
                    <a:pt x="8073" y="30"/>
                    <a:pt x="7937" y="51"/>
                  </a:cubicBezTo>
                  <a:cubicBezTo>
                    <a:pt x="7031" y="230"/>
                    <a:pt x="6202" y="881"/>
                    <a:pt x="5730" y="1812"/>
                  </a:cubicBezTo>
                  <a:cubicBezTo>
                    <a:pt x="5628" y="1991"/>
                    <a:pt x="5551" y="2195"/>
                    <a:pt x="5474" y="2374"/>
                  </a:cubicBezTo>
                  <a:cubicBezTo>
                    <a:pt x="5385" y="2616"/>
                    <a:pt x="5270" y="2858"/>
                    <a:pt x="5130" y="3088"/>
                  </a:cubicBezTo>
                  <a:cubicBezTo>
                    <a:pt x="4938" y="3369"/>
                    <a:pt x="4670" y="3599"/>
                    <a:pt x="4351" y="3739"/>
                  </a:cubicBezTo>
                  <a:cubicBezTo>
                    <a:pt x="4160" y="3828"/>
                    <a:pt x="3969" y="3892"/>
                    <a:pt x="3764" y="3943"/>
                  </a:cubicBezTo>
                  <a:cubicBezTo>
                    <a:pt x="3292" y="4083"/>
                    <a:pt x="2744" y="4249"/>
                    <a:pt x="2361" y="4709"/>
                  </a:cubicBezTo>
                  <a:cubicBezTo>
                    <a:pt x="2131" y="5015"/>
                    <a:pt x="1965" y="5372"/>
                    <a:pt x="1876" y="5742"/>
                  </a:cubicBezTo>
                  <a:cubicBezTo>
                    <a:pt x="1825" y="5959"/>
                    <a:pt x="1748" y="6176"/>
                    <a:pt x="1633" y="6380"/>
                  </a:cubicBezTo>
                  <a:cubicBezTo>
                    <a:pt x="1493" y="6559"/>
                    <a:pt x="1314" y="6725"/>
                    <a:pt x="1123" y="6853"/>
                  </a:cubicBezTo>
                  <a:cubicBezTo>
                    <a:pt x="1072" y="6891"/>
                    <a:pt x="1021" y="6929"/>
                    <a:pt x="970" y="6980"/>
                  </a:cubicBezTo>
                  <a:cubicBezTo>
                    <a:pt x="651" y="7223"/>
                    <a:pt x="0" y="7746"/>
                    <a:pt x="13" y="8473"/>
                  </a:cubicBezTo>
                  <a:cubicBezTo>
                    <a:pt x="38" y="9022"/>
                    <a:pt x="345" y="9507"/>
                    <a:pt x="817" y="9787"/>
                  </a:cubicBezTo>
                  <a:cubicBezTo>
                    <a:pt x="1200" y="10004"/>
                    <a:pt x="1621" y="10145"/>
                    <a:pt x="2055" y="10183"/>
                  </a:cubicBezTo>
                  <a:cubicBezTo>
                    <a:pt x="2964" y="10310"/>
                    <a:pt x="3883" y="10364"/>
                    <a:pt x="4804" y="10364"/>
                  </a:cubicBezTo>
                  <a:cubicBezTo>
                    <a:pt x="4904" y="10364"/>
                    <a:pt x="5004" y="10363"/>
                    <a:pt x="5104" y="10362"/>
                  </a:cubicBezTo>
                  <a:cubicBezTo>
                    <a:pt x="6202" y="10374"/>
                    <a:pt x="7325" y="10374"/>
                    <a:pt x="8422" y="10374"/>
                  </a:cubicBezTo>
                  <a:lnTo>
                    <a:pt x="8460" y="10374"/>
                  </a:lnTo>
                  <a:cubicBezTo>
                    <a:pt x="9417" y="10374"/>
                    <a:pt x="10272" y="10362"/>
                    <a:pt x="11293" y="10285"/>
                  </a:cubicBezTo>
                  <a:cubicBezTo>
                    <a:pt x="12059" y="10234"/>
                    <a:pt x="13105" y="10145"/>
                    <a:pt x="13947" y="9724"/>
                  </a:cubicBezTo>
                  <a:cubicBezTo>
                    <a:pt x="14917" y="9252"/>
                    <a:pt x="15440" y="8167"/>
                    <a:pt x="15224" y="7120"/>
                  </a:cubicBezTo>
                  <a:cubicBezTo>
                    <a:pt x="15109" y="6521"/>
                    <a:pt x="14739" y="6049"/>
                    <a:pt x="14420" y="5653"/>
                  </a:cubicBezTo>
                  <a:cubicBezTo>
                    <a:pt x="14177" y="5372"/>
                    <a:pt x="13973" y="5053"/>
                    <a:pt x="13833" y="4709"/>
                  </a:cubicBezTo>
                  <a:cubicBezTo>
                    <a:pt x="13794" y="4568"/>
                    <a:pt x="13769" y="4415"/>
                    <a:pt x="13756" y="4262"/>
                  </a:cubicBezTo>
                  <a:cubicBezTo>
                    <a:pt x="13743" y="4160"/>
                    <a:pt x="13731" y="4071"/>
                    <a:pt x="13705" y="3969"/>
                  </a:cubicBezTo>
                  <a:cubicBezTo>
                    <a:pt x="13552" y="3063"/>
                    <a:pt x="13041" y="2348"/>
                    <a:pt x="12352" y="2067"/>
                  </a:cubicBezTo>
                  <a:cubicBezTo>
                    <a:pt x="12084" y="1965"/>
                    <a:pt x="11804" y="1901"/>
                    <a:pt x="11523" y="1863"/>
                  </a:cubicBezTo>
                  <a:cubicBezTo>
                    <a:pt x="11115" y="1799"/>
                    <a:pt x="10859" y="1748"/>
                    <a:pt x="10745" y="1595"/>
                  </a:cubicBezTo>
                  <a:cubicBezTo>
                    <a:pt x="10706" y="1531"/>
                    <a:pt x="10668" y="1468"/>
                    <a:pt x="10642" y="1404"/>
                  </a:cubicBezTo>
                  <a:cubicBezTo>
                    <a:pt x="10617" y="1353"/>
                    <a:pt x="10591" y="1302"/>
                    <a:pt x="10566" y="1251"/>
                  </a:cubicBezTo>
                  <a:cubicBezTo>
                    <a:pt x="10183" y="485"/>
                    <a:pt x="9341" y="0"/>
                    <a:pt x="840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98" name="Google Shape;498;p39">
            <a:extLst>
              <a:ext uri="{FF2B5EF4-FFF2-40B4-BE49-F238E27FC236}">
                <a16:creationId xmlns:a16="http://schemas.microsoft.com/office/drawing/2014/main" id="{BC6DFFB3-593F-0672-EF5D-4FFE588A7FC1}"/>
              </a:ext>
            </a:extLst>
          </p:cNvPr>
          <p:cNvSpPr/>
          <p:nvPr/>
        </p:nvSpPr>
        <p:spPr>
          <a:xfrm>
            <a:off x="825952" y="3143349"/>
            <a:ext cx="1070221" cy="866189"/>
          </a:xfrm>
          <a:custGeom>
            <a:avLst/>
            <a:gdLst/>
            <a:ahLst/>
            <a:cxnLst/>
            <a:rect l="l" t="t" r="r" b="b"/>
            <a:pathLst>
              <a:path w="31661" h="25625" fill="none" extrusionOk="0">
                <a:moveTo>
                  <a:pt x="24489" y="25267"/>
                </a:moveTo>
                <a:cubicBezTo>
                  <a:pt x="23404" y="24705"/>
                  <a:pt x="22358" y="23735"/>
                  <a:pt x="22383" y="22523"/>
                </a:cubicBezTo>
                <a:cubicBezTo>
                  <a:pt x="22421" y="20673"/>
                  <a:pt x="24872" y="19422"/>
                  <a:pt x="24616" y="17585"/>
                </a:cubicBezTo>
                <a:cubicBezTo>
                  <a:pt x="24463" y="16411"/>
                  <a:pt x="23213" y="15696"/>
                  <a:pt x="22051" y="15479"/>
                </a:cubicBezTo>
                <a:cubicBezTo>
                  <a:pt x="20877" y="15250"/>
                  <a:pt x="19652" y="15326"/>
                  <a:pt x="18555" y="14892"/>
                </a:cubicBezTo>
                <a:cubicBezTo>
                  <a:pt x="16934" y="14190"/>
                  <a:pt x="15965" y="12532"/>
                  <a:pt x="16143" y="10783"/>
                </a:cubicBezTo>
                <a:cubicBezTo>
                  <a:pt x="16347" y="9124"/>
                  <a:pt x="18147" y="7619"/>
                  <a:pt x="19652" y="8333"/>
                </a:cubicBezTo>
                <a:cubicBezTo>
                  <a:pt x="20112" y="8537"/>
                  <a:pt x="20469" y="8908"/>
                  <a:pt x="20788" y="9290"/>
                </a:cubicBezTo>
                <a:cubicBezTo>
                  <a:pt x="21299" y="9877"/>
                  <a:pt x="21783" y="10554"/>
                  <a:pt x="21847" y="11319"/>
                </a:cubicBezTo>
                <a:cubicBezTo>
                  <a:pt x="21962" y="12889"/>
                  <a:pt x="20367" y="13961"/>
                  <a:pt x="19002" y="14739"/>
                </a:cubicBezTo>
                <a:cubicBezTo>
                  <a:pt x="17636" y="15518"/>
                  <a:pt x="16092" y="16743"/>
                  <a:pt x="16398" y="18287"/>
                </a:cubicBezTo>
                <a:cubicBezTo>
                  <a:pt x="16692" y="19741"/>
                  <a:pt x="18657" y="20354"/>
                  <a:pt x="20010" y="19729"/>
                </a:cubicBezTo>
                <a:cubicBezTo>
                  <a:pt x="21375" y="19091"/>
                  <a:pt x="22179" y="17700"/>
                  <a:pt x="22728" y="16309"/>
                </a:cubicBezTo>
                <a:cubicBezTo>
                  <a:pt x="22945" y="15747"/>
                  <a:pt x="23174" y="15135"/>
                  <a:pt x="23685" y="14816"/>
                </a:cubicBezTo>
                <a:cubicBezTo>
                  <a:pt x="24259" y="14458"/>
                  <a:pt x="24999" y="14599"/>
                  <a:pt x="25675" y="14650"/>
                </a:cubicBezTo>
                <a:cubicBezTo>
                  <a:pt x="27526" y="14816"/>
                  <a:pt x="29542" y="14139"/>
                  <a:pt x="30588" y="12595"/>
                </a:cubicBezTo>
                <a:cubicBezTo>
                  <a:pt x="31647" y="11064"/>
                  <a:pt x="31392" y="8652"/>
                  <a:pt x="29810" y="7657"/>
                </a:cubicBezTo>
                <a:cubicBezTo>
                  <a:pt x="28700" y="6955"/>
                  <a:pt x="27194" y="7083"/>
                  <a:pt x="26084" y="7785"/>
                </a:cubicBezTo>
                <a:cubicBezTo>
                  <a:pt x="24974" y="8499"/>
                  <a:pt x="24246" y="9686"/>
                  <a:pt x="23889" y="10962"/>
                </a:cubicBezTo>
                <a:cubicBezTo>
                  <a:pt x="23468" y="12442"/>
                  <a:pt x="23570" y="14165"/>
                  <a:pt x="24527" y="15377"/>
                </a:cubicBezTo>
                <a:cubicBezTo>
                  <a:pt x="25484" y="16602"/>
                  <a:pt x="27436" y="17049"/>
                  <a:pt x="28649" y="16092"/>
                </a:cubicBezTo>
                <a:cubicBezTo>
                  <a:pt x="30116" y="14918"/>
                  <a:pt x="29682" y="12366"/>
                  <a:pt x="28215" y="11166"/>
                </a:cubicBezTo>
                <a:cubicBezTo>
                  <a:pt x="26747" y="9979"/>
                  <a:pt x="24706" y="9839"/>
                  <a:pt x="22817" y="9954"/>
                </a:cubicBezTo>
                <a:cubicBezTo>
                  <a:pt x="21541" y="10030"/>
                  <a:pt x="20201" y="10247"/>
                  <a:pt x="19257" y="11102"/>
                </a:cubicBezTo>
                <a:cubicBezTo>
                  <a:pt x="18300" y="11957"/>
                  <a:pt x="18032" y="13642"/>
                  <a:pt x="19002" y="14471"/>
                </a:cubicBezTo>
                <a:cubicBezTo>
                  <a:pt x="20010" y="15313"/>
                  <a:pt x="21669" y="14701"/>
                  <a:pt x="22409" y="13603"/>
                </a:cubicBezTo>
                <a:cubicBezTo>
                  <a:pt x="23162" y="12519"/>
                  <a:pt x="23302" y="11153"/>
                  <a:pt x="23595" y="9865"/>
                </a:cubicBezTo>
                <a:cubicBezTo>
                  <a:pt x="23876" y="8576"/>
                  <a:pt x="24438" y="7198"/>
                  <a:pt x="25624" y="6623"/>
                </a:cubicBezTo>
                <a:cubicBezTo>
                  <a:pt x="26211" y="6330"/>
                  <a:pt x="26900" y="6279"/>
                  <a:pt x="27487" y="5985"/>
                </a:cubicBezTo>
                <a:cubicBezTo>
                  <a:pt x="29185" y="5143"/>
                  <a:pt x="29236" y="2400"/>
                  <a:pt x="27768" y="1200"/>
                </a:cubicBezTo>
                <a:cubicBezTo>
                  <a:pt x="26301" y="1"/>
                  <a:pt x="23965" y="307"/>
                  <a:pt x="22562" y="1583"/>
                </a:cubicBezTo>
                <a:cubicBezTo>
                  <a:pt x="21720" y="2336"/>
                  <a:pt x="21158" y="3344"/>
                  <a:pt x="20482" y="4263"/>
                </a:cubicBezTo>
                <a:cubicBezTo>
                  <a:pt x="18606" y="6815"/>
                  <a:pt x="15875" y="8614"/>
                  <a:pt x="12787" y="9341"/>
                </a:cubicBezTo>
                <a:cubicBezTo>
                  <a:pt x="12455" y="9443"/>
                  <a:pt x="12098" y="9469"/>
                  <a:pt x="11754" y="9431"/>
                </a:cubicBezTo>
                <a:cubicBezTo>
                  <a:pt x="11383" y="9341"/>
                  <a:pt x="11039" y="9163"/>
                  <a:pt x="10771" y="8882"/>
                </a:cubicBezTo>
                <a:cubicBezTo>
                  <a:pt x="9750" y="7912"/>
                  <a:pt x="9508" y="6381"/>
                  <a:pt x="10158" y="5143"/>
                </a:cubicBezTo>
                <a:cubicBezTo>
                  <a:pt x="10822" y="3905"/>
                  <a:pt x="12226" y="3242"/>
                  <a:pt x="13591" y="3548"/>
                </a:cubicBezTo>
                <a:cubicBezTo>
                  <a:pt x="14867" y="3816"/>
                  <a:pt x="15837" y="4850"/>
                  <a:pt x="16845" y="5692"/>
                </a:cubicBezTo>
                <a:cubicBezTo>
                  <a:pt x="18006" y="6674"/>
                  <a:pt x="19423" y="7491"/>
                  <a:pt x="20941" y="7376"/>
                </a:cubicBezTo>
                <a:cubicBezTo>
                  <a:pt x="22447" y="7274"/>
                  <a:pt x="23927" y="5909"/>
                  <a:pt x="23685" y="4416"/>
                </a:cubicBezTo>
                <a:cubicBezTo>
                  <a:pt x="23417" y="2872"/>
                  <a:pt x="21490" y="2081"/>
                  <a:pt x="19971" y="2489"/>
                </a:cubicBezTo>
                <a:cubicBezTo>
                  <a:pt x="18453" y="2897"/>
                  <a:pt x="17304" y="4122"/>
                  <a:pt x="16296" y="5335"/>
                </a:cubicBezTo>
                <a:cubicBezTo>
                  <a:pt x="15518" y="6279"/>
                  <a:pt x="14625" y="7338"/>
                  <a:pt x="13400" y="7402"/>
                </a:cubicBezTo>
                <a:cubicBezTo>
                  <a:pt x="12034" y="7491"/>
                  <a:pt x="10873" y="6126"/>
                  <a:pt x="10784" y="4760"/>
                </a:cubicBezTo>
                <a:cubicBezTo>
                  <a:pt x="10707" y="3382"/>
                  <a:pt x="11473" y="2081"/>
                  <a:pt x="12443" y="1085"/>
                </a:cubicBezTo>
                <a:cubicBezTo>
                  <a:pt x="12953" y="562"/>
                  <a:pt x="13629" y="77"/>
                  <a:pt x="14369" y="166"/>
                </a:cubicBezTo>
                <a:cubicBezTo>
                  <a:pt x="15390" y="307"/>
                  <a:pt x="15901" y="1494"/>
                  <a:pt x="16105" y="2514"/>
                </a:cubicBezTo>
                <a:cubicBezTo>
                  <a:pt x="16654" y="5220"/>
                  <a:pt x="16296" y="8308"/>
                  <a:pt x="14357" y="10273"/>
                </a:cubicBezTo>
                <a:cubicBezTo>
                  <a:pt x="11958" y="12697"/>
                  <a:pt x="7428" y="12442"/>
                  <a:pt x="5335" y="9763"/>
                </a:cubicBezTo>
                <a:cubicBezTo>
                  <a:pt x="4773" y="9048"/>
                  <a:pt x="4365" y="8155"/>
                  <a:pt x="4442" y="7249"/>
                </a:cubicBezTo>
                <a:cubicBezTo>
                  <a:pt x="4531" y="6572"/>
                  <a:pt x="4799" y="5934"/>
                  <a:pt x="5233" y="5411"/>
                </a:cubicBezTo>
                <a:cubicBezTo>
                  <a:pt x="6011" y="4365"/>
                  <a:pt x="7211" y="3561"/>
                  <a:pt x="8525" y="3561"/>
                </a:cubicBezTo>
                <a:cubicBezTo>
                  <a:pt x="9827" y="3561"/>
                  <a:pt x="11141" y="4543"/>
                  <a:pt x="11256" y="5845"/>
                </a:cubicBezTo>
                <a:cubicBezTo>
                  <a:pt x="11358" y="7070"/>
                  <a:pt x="10414" y="8180"/>
                  <a:pt x="9291" y="8716"/>
                </a:cubicBezTo>
                <a:cubicBezTo>
                  <a:pt x="8168" y="9239"/>
                  <a:pt x="6892" y="9290"/>
                  <a:pt x="5679" y="9418"/>
                </a:cubicBezTo>
                <a:cubicBezTo>
                  <a:pt x="4454" y="9546"/>
                  <a:pt x="3166" y="9763"/>
                  <a:pt x="2196" y="10528"/>
                </a:cubicBezTo>
                <a:cubicBezTo>
                  <a:pt x="652" y="11740"/>
                  <a:pt x="511" y="14497"/>
                  <a:pt x="2170" y="15556"/>
                </a:cubicBezTo>
                <a:cubicBezTo>
                  <a:pt x="3497" y="16398"/>
                  <a:pt x="5373" y="15862"/>
                  <a:pt x="6458" y="14714"/>
                </a:cubicBezTo>
                <a:cubicBezTo>
                  <a:pt x="7555" y="13578"/>
                  <a:pt x="8040" y="11996"/>
                  <a:pt x="8397" y="10464"/>
                </a:cubicBezTo>
                <a:cubicBezTo>
                  <a:pt x="8653" y="9392"/>
                  <a:pt x="8831" y="8206"/>
                  <a:pt x="8283" y="7274"/>
                </a:cubicBezTo>
                <a:cubicBezTo>
                  <a:pt x="7849" y="6534"/>
                  <a:pt x="7019" y="6100"/>
                  <a:pt x="6177" y="5947"/>
                </a:cubicBezTo>
                <a:cubicBezTo>
                  <a:pt x="4556" y="5654"/>
                  <a:pt x="2821" y="6343"/>
                  <a:pt x="1685" y="7568"/>
                </a:cubicBezTo>
                <a:cubicBezTo>
                  <a:pt x="550" y="8780"/>
                  <a:pt x="1" y="10477"/>
                  <a:pt x="14" y="12136"/>
                </a:cubicBezTo>
                <a:cubicBezTo>
                  <a:pt x="14" y="13157"/>
                  <a:pt x="243" y="14203"/>
                  <a:pt x="830" y="15033"/>
                </a:cubicBezTo>
                <a:cubicBezTo>
                  <a:pt x="1953" y="16602"/>
                  <a:pt x="4186" y="17036"/>
                  <a:pt x="6037" y="16538"/>
                </a:cubicBezTo>
                <a:cubicBezTo>
                  <a:pt x="7517" y="16130"/>
                  <a:pt x="8831" y="15224"/>
                  <a:pt x="10299" y="14777"/>
                </a:cubicBezTo>
                <a:cubicBezTo>
                  <a:pt x="11779" y="14344"/>
                  <a:pt x="13655" y="14509"/>
                  <a:pt x="14472" y="15811"/>
                </a:cubicBezTo>
                <a:cubicBezTo>
                  <a:pt x="15250" y="17062"/>
                  <a:pt x="14574" y="18912"/>
                  <a:pt x="13234" y="19524"/>
                </a:cubicBezTo>
                <a:cubicBezTo>
                  <a:pt x="11894" y="20137"/>
                  <a:pt x="10197" y="19601"/>
                  <a:pt x="9278" y="18440"/>
                </a:cubicBezTo>
                <a:cubicBezTo>
                  <a:pt x="8372" y="17279"/>
                  <a:pt x="8206" y="15645"/>
                  <a:pt x="8640" y="14242"/>
                </a:cubicBezTo>
                <a:cubicBezTo>
                  <a:pt x="9125" y="12710"/>
                  <a:pt x="10312" y="11396"/>
                  <a:pt x="11830" y="10924"/>
                </a:cubicBezTo>
                <a:cubicBezTo>
                  <a:pt x="13999" y="10247"/>
                  <a:pt x="16590" y="11562"/>
                  <a:pt x="17330" y="13718"/>
                </a:cubicBezTo>
                <a:cubicBezTo>
                  <a:pt x="18057" y="15862"/>
                  <a:pt x="16820" y="18491"/>
                  <a:pt x="14688" y="19282"/>
                </a:cubicBezTo>
                <a:cubicBezTo>
                  <a:pt x="12966" y="19920"/>
                  <a:pt x="11001" y="19448"/>
                  <a:pt x="9240" y="19997"/>
                </a:cubicBezTo>
                <a:cubicBezTo>
                  <a:pt x="8449" y="20239"/>
                  <a:pt x="7721" y="20686"/>
                  <a:pt x="7147" y="21298"/>
                </a:cubicBezTo>
                <a:cubicBezTo>
                  <a:pt x="6764" y="21707"/>
                  <a:pt x="6445" y="22204"/>
                  <a:pt x="6394" y="22753"/>
                </a:cubicBezTo>
                <a:cubicBezTo>
                  <a:pt x="6330" y="23710"/>
                  <a:pt x="7160" y="24565"/>
                  <a:pt x="8091" y="24756"/>
                </a:cubicBezTo>
                <a:cubicBezTo>
                  <a:pt x="9035" y="24935"/>
                  <a:pt x="10005" y="24565"/>
                  <a:pt x="10771" y="23991"/>
                </a:cubicBezTo>
                <a:cubicBezTo>
                  <a:pt x="11856" y="23174"/>
                  <a:pt x="12621" y="21872"/>
                  <a:pt x="12583" y="20520"/>
                </a:cubicBezTo>
                <a:cubicBezTo>
                  <a:pt x="12557" y="19167"/>
                  <a:pt x="11600" y="17827"/>
                  <a:pt x="10273" y="17559"/>
                </a:cubicBezTo>
                <a:cubicBezTo>
                  <a:pt x="8946" y="17291"/>
                  <a:pt x="7440" y="18312"/>
                  <a:pt x="7389" y="19665"/>
                </a:cubicBezTo>
                <a:cubicBezTo>
                  <a:pt x="7338" y="20928"/>
                  <a:pt x="8512" y="22013"/>
                  <a:pt x="9776" y="22179"/>
                </a:cubicBezTo>
                <a:cubicBezTo>
                  <a:pt x="11026" y="22332"/>
                  <a:pt x="12277" y="21758"/>
                  <a:pt x="13247" y="20954"/>
                </a:cubicBezTo>
                <a:cubicBezTo>
                  <a:pt x="13987" y="20341"/>
                  <a:pt x="14612" y="19588"/>
                  <a:pt x="15480" y="19193"/>
                </a:cubicBezTo>
                <a:cubicBezTo>
                  <a:pt x="16985" y="18491"/>
                  <a:pt x="18989" y="19231"/>
                  <a:pt x="19678" y="20737"/>
                </a:cubicBezTo>
                <a:cubicBezTo>
                  <a:pt x="20367" y="22242"/>
                  <a:pt x="19627" y="24246"/>
                  <a:pt x="18121" y="24935"/>
                </a:cubicBezTo>
                <a:cubicBezTo>
                  <a:pt x="16615" y="25624"/>
                  <a:pt x="14612" y="24884"/>
                  <a:pt x="13936" y="23365"/>
                </a:cubicBezTo>
                <a:cubicBezTo>
                  <a:pt x="13566" y="22561"/>
                  <a:pt x="13553" y="21630"/>
                  <a:pt x="13668" y="20749"/>
                </a:cubicBezTo>
                <a:cubicBezTo>
                  <a:pt x="13834" y="19550"/>
                  <a:pt x="14216" y="18338"/>
                  <a:pt x="15020" y="17432"/>
                </a:cubicBezTo>
                <a:cubicBezTo>
                  <a:pt x="15811" y="16513"/>
                  <a:pt x="17075" y="15951"/>
                  <a:pt x="18261" y="16194"/>
                </a:cubicBezTo>
                <a:cubicBezTo>
                  <a:pt x="19448" y="16449"/>
                  <a:pt x="20431" y="17636"/>
                  <a:pt x="20227" y="18835"/>
                </a:cubicBezTo>
                <a:cubicBezTo>
                  <a:pt x="20112" y="19588"/>
                  <a:pt x="19589" y="20239"/>
                  <a:pt x="19589" y="21005"/>
                </a:cubicBezTo>
                <a:cubicBezTo>
                  <a:pt x="19589" y="21974"/>
                  <a:pt x="20482" y="22753"/>
                  <a:pt x="21413" y="23034"/>
                </a:cubicBezTo>
                <a:cubicBezTo>
                  <a:pt x="23621" y="23684"/>
                  <a:pt x="26199" y="22000"/>
                  <a:pt x="26530" y="19729"/>
                </a:cubicBezTo>
                <a:cubicBezTo>
                  <a:pt x="26862" y="17444"/>
                  <a:pt x="24923" y="15122"/>
                  <a:pt x="22626" y="15007"/>
                </a:cubicBezTo>
                <a:cubicBezTo>
                  <a:pt x="21758" y="14956"/>
                  <a:pt x="20737" y="15339"/>
                  <a:pt x="20584" y="16194"/>
                </a:cubicBezTo>
                <a:cubicBezTo>
                  <a:pt x="20444" y="16921"/>
                  <a:pt x="21056" y="17598"/>
                  <a:pt x="21720" y="17929"/>
                </a:cubicBezTo>
                <a:cubicBezTo>
                  <a:pt x="23340" y="18733"/>
                  <a:pt x="25548" y="18031"/>
                  <a:pt x="26416" y="16436"/>
                </a:cubicBezTo>
                <a:cubicBezTo>
                  <a:pt x="27322" y="14790"/>
                  <a:pt x="26798" y="12723"/>
                  <a:pt x="25918" y="11051"/>
                </a:cubicBezTo>
                <a:cubicBezTo>
                  <a:pt x="25050" y="9380"/>
                  <a:pt x="23851" y="7848"/>
                  <a:pt x="23366" y="6036"/>
                </a:cubicBezTo>
                <a:cubicBezTo>
                  <a:pt x="22894" y="4212"/>
                  <a:pt x="23430" y="1915"/>
                  <a:pt x="25165" y="1187"/>
                </a:cubicBezTo>
                <a:cubicBezTo>
                  <a:pt x="26900" y="460"/>
                  <a:pt x="28904" y="1672"/>
                  <a:pt x="30014" y="3204"/>
                </a:cubicBezTo>
                <a:cubicBezTo>
                  <a:pt x="31060" y="4658"/>
                  <a:pt x="31660" y="6560"/>
                  <a:pt x="31188" y="8282"/>
                </a:cubicBezTo>
                <a:cubicBezTo>
                  <a:pt x="30499" y="10745"/>
                  <a:pt x="27947" y="12149"/>
                  <a:pt x="26479" y="14242"/>
                </a:cubicBezTo>
                <a:cubicBezTo>
                  <a:pt x="26250" y="14573"/>
                  <a:pt x="26045" y="14931"/>
                  <a:pt x="26020" y="15339"/>
                </a:cubicBezTo>
                <a:cubicBezTo>
                  <a:pt x="25982" y="16322"/>
                  <a:pt x="27015" y="16947"/>
                  <a:pt x="27615" y="17725"/>
                </a:cubicBezTo>
                <a:cubicBezTo>
                  <a:pt x="28802" y="19307"/>
                  <a:pt x="28100" y="21758"/>
                  <a:pt x="26530" y="22957"/>
                </a:cubicBezTo>
                <a:cubicBezTo>
                  <a:pt x="24961" y="24169"/>
                  <a:pt x="22843" y="24361"/>
                  <a:pt x="20877" y="24169"/>
                </a:cubicBezTo>
                <a:cubicBezTo>
                  <a:pt x="18491" y="23940"/>
                  <a:pt x="16130" y="23187"/>
                  <a:pt x="14191" y="21783"/>
                </a:cubicBezTo>
                <a:cubicBezTo>
                  <a:pt x="12251" y="20392"/>
                  <a:pt x="10745" y="18312"/>
                  <a:pt x="10273" y="15964"/>
                </a:cubicBezTo>
                <a:cubicBezTo>
                  <a:pt x="9903" y="14139"/>
                  <a:pt x="10056" y="12034"/>
                  <a:pt x="8768" y="10707"/>
                </a:cubicBezTo>
                <a:cubicBezTo>
                  <a:pt x="7619" y="9507"/>
                  <a:pt x="5552" y="9456"/>
                  <a:pt x="4212" y="10413"/>
                </a:cubicBezTo>
                <a:cubicBezTo>
                  <a:pt x="2859" y="11383"/>
                  <a:pt x="2234" y="13170"/>
                  <a:pt x="2464" y="14816"/>
                </a:cubicBezTo>
                <a:cubicBezTo>
                  <a:pt x="2744" y="16883"/>
                  <a:pt x="4786" y="18848"/>
                  <a:pt x="6777" y="18197"/>
                </a:cubicBezTo>
                <a:cubicBezTo>
                  <a:pt x="8372" y="17674"/>
                  <a:pt x="9087" y="15824"/>
                  <a:pt x="9342" y="14152"/>
                </a:cubicBezTo>
                <a:cubicBezTo>
                  <a:pt x="9610" y="12493"/>
                  <a:pt x="9661" y="10681"/>
                  <a:pt x="10682" y="9354"/>
                </a:cubicBezTo>
                <a:cubicBezTo>
                  <a:pt x="11205" y="8691"/>
                  <a:pt x="11996" y="8180"/>
                  <a:pt x="12838" y="8218"/>
                </a:cubicBezTo>
                <a:cubicBezTo>
                  <a:pt x="13872" y="8257"/>
                  <a:pt x="14765" y="9137"/>
                  <a:pt x="14969" y="10145"/>
                </a:cubicBezTo>
                <a:cubicBezTo>
                  <a:pt x="15173" y="11166"/>
                  <a:pt x="14791" y="12238"/>
                  <a:pt x="14101" y="13016"/>
                </a:cubicBezTo>
                <a:cubicBezTo>
                  <a:pt x="13502" y="13667"/>
                  <a:pt x="12685" y="14178"/>
                  <a:pt x="12379" y="15007"/>
                </a:cubicBezTo>
                <a:cubicBezTo>
                  <a:pt x="12085" y="15837"/>
                  <a:pt x="12864" y="17036"/>
                  <a:pt x="13655" y="16628"/>
                </a:cubicBezTo>
              </a:path>
            </a:pathLst>
          </a:custGeom>
          <a:noFill/>
          <a:ln w="19050" cap="flat" cmpd="sng">
            <a:solidFill>
              <a:schemeClr val="dk1"/>
            </a:solidFill>
            <a:prstDash val="solid"/>
            <a:miter lim="1276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9" name="Google Shape;499;p39">
            <a:extLst>
              <a:ext uri="{FF2B5EF4-FFF2-40B4-BE49-F238E27FC236}">
                <a16:creationId xmlns:a16="http://schemas.microsoft.com/office/drawing/2014/main" id="{6964186E-4E12-F975-C3ED-9E27EDF9CF76}"/>
              </a:ext>
            </a:extLst>
          </p:cNvPr>
          <p:cNvGrpSpPr/>
          <p:nvPr/>
        </p:nvGrpSpPr>
        <p:grpSpPr>
          <a:xfrm rot="-2316253">
            <a:off x="1055698" y="1468819"/>
            <a:ext cx="664301" cy="1213372"/>
            <a:chOff x="849025" y="3368050"/>
            <a:chExt cx="491325" cy="897425"/>
          </a:xfrm>
        </p:grpSpPr>
        <p:sp>
          <p:nvSpPr>
            <p:cNvPr id="500" name="Google Shape;500;p39">
              <a:extLst>
                <a:ext uri="{FF2B5EF4-FFF2-40B4-BE49-F238E27FC236}">
                  <a16:creationId xmlns:a16="http://schemas.microsoft.com/office/drawing/2014/main" id="{86690EFB-15C4-0C36-4039-7D1A4F8DAC68}"/>
                </a:ext>
              </a:extLst>
            </p:cNvPr>
            <p:cNvSpPr/>
            <p:nvPr/>
          </p:nvSpPr>
          <p:spPr>
            <a:xfrm>
              <a:off x="862600" y="3987625"/>
              <a:ext cx="375725" cy="232000"/>
            </a:xfrm>
            <a:custGeom>
              <a:avLst/>
              <a:gdLst/>
              <a:ahLst/>
              <a:cxnLst/>
              <a:rect l="l" t="t" r="r" b="b"/>
              <a:pathLst>
                <a:path w="15029" h="9280" extrusionOk="0">
                  <a:moveTo>
                    <a:pt x="1258" y="0"/>
                  </a:moveTo>
                  <a:cubicBezTo>
                    <a:pt x="380" y="0"/>
                    <a:pt x="1" y="868"/>
                    <a:pt x="389" y="2194"/>
                  </a:cubicBezTo>
                  <a:cubicBezTo>
                    <a:pt x="1474" y="5881"/>
                    <a:pt x="4468" y="9279"/>
                    <a:pt x="8133" y="9279"/>
                  </a:cubicBezTo>
                  <a:cubicBezTo>
                    <a:pt x="8477" y="9279"/>
                    <a:pt x="8827" y="9249"/>
                    <a:pt x="9181" y="9187"/>
                  </a:cubicBezTo>
                  <a:cubicBezTo>
                    <a:pt x="12946" y="8536"/>
                    <a:pt x="15026" y="5805"/>
                    <a:pt x="15026" y="4376"/>
                  </a:cubicBezTo>
                  <a:cubicBezTo>
                    <a:pt x="15029" y="3594"/>
                    <a:pt x="14596" y="3298"/>
                    <a:pt x="13931" y="3298"/>
                  </a:cubicBezTo>
                  <a:cubicBezTo>
                    <a:pt x="11847" y="3298"/>
                    <a:pt x="7485" y="6209"/>
                    <a:pt x="7135" y="6209"/>
                  </a:cubicBezTo>
                  <a:cubicBezTo>
                    <a:pt x="7124" y="6209"/>
                    <a:pt x="7117" y="6206"/>
                    <a:pt x="7114" y="6201"/>
                  </a:cubicBezTo>
                  <a:cubicBezTo>
                    <a:pt x="4682" y="1694"/>
                    <a:pt x="2484" y="0"/>
                    <a:pt x="125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39">
              <a:extLst>
                <a:ext uri="{FF2B5EF4-FFF2-40B4-BE49-F238E27FC236}">
                  <a16:creationId xmlns:a16="http://schemas.microsoft.com/office/drawing/2014/main" id="{048529B1-86F8-608F-FAFA-50C778CD7375}"/>
                </a:ext>
              </a:extLst>
            </p:cNvPr>
            <p:cNvSpPr/>
            <p:nvPr/>
          </p:nvSpPr>
          <p:spPr>
            <a:xfrm>
              <a:off x="849025" y="3949300"/>
              <a:ext cx="389875" cy="286200"/>
            </a:xfrm>
            <a:custGeom>
              <a:avLst/>
              <a:gdLst/>
              <a:ahLst/>
              <a:cxnLst/>
              <a:rect l="l" t="t" r="r" b="b"/>
              <a:pathLst>
                <a:path w="15595" h="11448" fill="none" extrusionOk="0">
                  <a:moveTo>
                    <a:pt x="7657" y="7734"/>
                  </a:moveTo>
                  <a:cubicBezTo>
                    <a:pt x="3484" y="1"/>
                    <a:pt x="1" y="550"/>
                    <a:pt x="932" y="3727"/>
                  </a:cubicBezTo>
                  <a:cubicBezTo>
                    <a:pt x="2119" y="7759"/>
                    <a:pt x="5590" y="11447"/>
                    <a:pt x="9724" y="10720"/>
                  </a:cubicBezTo>
                  <a:cubicBezTo>
                    <a:pt x="13489" y="10069"/>
                    <a:pt x="15569" y="7338"/>
                    <a:pt x="15569" y="5909"/>
                  </a:cubicBezTo>
                  <a:cubicBezTo>
                    <a:pt x="15594" y="2604"/>
                    <a:pt x="7797" y="7989"/>
                    <a:pt x="7657" y="7734"/>
                  </a:cubicBezTo>
                  <a:close/>
                </a:path>
              </a:pathLst>
            </a:custGeom>
            <a:solidFill>
              <a:schemeClr val="dk1"/>
            </a:solidFill>
            <a:ln w="8625" cap="flat" cmpd="sng">
              <a:solidFill>
                <a:srgbClr val="000000"/>
              </a:solidFill>
              <a:prstDash val="solid"/>
              <a:miter lim="1276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39">
              <a:extLst>
                <a:ext uri="{FF2B5EF4-FFF2-40B4-BE49-F238E27FC236}">
                  <a16:creationId xmlns:a16="http://schemas.microsoft.com/office/drawing/2014/main" id="{B4C5683C-38E7-948F-E2A7-2ABAAFA517EF}"/>
                </a:ext>
              </a:extLst>
            </p:cNvPr>
            <p:cNvSpPr/>
            <p:nvPr/>
          </p:nvSpPr>
          <p:spPr>
            <a:xfrm>
              <a:off x="972800" y="3655825"/>
              <a:ext cx="327350" cy="237550"/>
            </a:xfrm>
            <a:custGeom>
              <a:avLst/>
              <a:gdLst/>
              <a:ahLst/>
              <a:cxnLst/>
              <a:rect l="l" t="t" r="r" b="b"/>
              <a:pathLst>
                <a:path w="13094" h="9502" extrusionOk="0">
                  <a:moveTo>
                    <a:pt x="1400" y="1"/>
                  </a:moveTo>
                  <a:cubicBezTo>
                    <a:pt x="1122" y="1"/>
                    <a:pt x="882" y="170"/>
                    <a:pt x="703" y="549"/>
                  </a:cubicBezTo>
                  <a:cubicBezTo>
                    <a:pt x="1" y="2055"/>
                    <a:pt x="1583" y="7299"/>
                    <a:pt x="4148" y="8920"/>
                  </a:cubicBezTo>
                  <a:cubicBezTo>
                    <a:pt x="4779" y="9317"/>
                    <a:pt x="5465" y="9501"/>
                    <a:pt x="6161" y="9501"/>
                  </a:cubicBezTo>
                  <a:cubicBezTo>
                    <a:pt x="6717" y="9501"/>
                    <a:pt x="7279" y="9383"/>
                    <a:pt x="7823" y="9162"/>
                  </a:cubicBezTo>
                  <a:cubicBezTo>
                    <a:pt x="10733" y="7963"/>
                    <a:pt x="13093" y="4568"/>
                    <a:pt x="10950" y="4224"/>
                  </a:cubicBezTo>
                  <a:lnTo>
                    <a:pt x="10937" y="4224"/>
                  </a:lnTo>
                  <a:cubicBezTo>
                    <a:pt x="10748" y="4196"/>
                    <a:pt x="10557" y="4183"/>
                    <a:pt x="10367" y="4183"/>
                  </a:cubicBezTo>
                  <a:cubicBezTo>
                    <a:pt x="9849" y="4183"/>
                    <a:pt x="9332" y="4283"/>
                    <a:pt x="8857" y="4479"/>
                  </a:cubicBezTo>
                  <a:cubicBezTo>
                    <a:pt x="7325" y="5041"/>
                    <a:pt x="6305" y="6010"/>
                    <a:pt x="5488" y="6712"/>
                  </a:cubicBezTo>
                  <a:cubicBezTo>
                    <a:pt x="5376" y="6806"/>
                    <a:pt x="5316" y="6857"/>
                    <a:pt x="5276" y="6857"/>
                  </a:cubicBezTo>
                  <a:cubicBezTo>
                    <a:pt x="5229" y="6857"/>
                    <a:pt x="5210" y="6787"/>
                    <a:pt x="5169" y="6636"/>
                  </a:cubicBezTo>
                  <a:cubicBezTo>
                    <a:pt x="4647" y="3421"/>
                    <a:pt x="2648" y="1"/>
                    <a:pt x="140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39">
              <a:extLst>
                <a:ext uri="{FF2B5EF4-FFF2-40B4-BE49-F238E27FC236}">
                  <a16:creationId xmlns:a16="http://schemas.microsoft.com/office/drawing/2014/main" id="{71AB1E54-2BD9-7F4D-D75D-F28F3F6E4F7D}"/>
                </a:ext>
              </a:extLst>
            </p:cNvPr>
            <p:cNvSpPr/>
            <p:nvPr/>
          </p:nvSpPr>
          <p:spPr>
            <a:xfrm>
              <a:off x="972800" y="3617525"/>
              <a:ext cx="327350" cy="279800"/>
            </a:xfrm>
            <a:custGeom>
              <a:avLst/>
              <a:gdLst/>
              <a:ahLst/>
              <a:cxnLst/>
              <a:rect l="l" t="t" r="r" b="b"/>
              <a:pathLst>
                <a:path w="13094" h="11192" fill="none" extrusionOk="0">
                  <a:moveTo>
                    <a:pt x="10937" y="5756"/>
                  </a:moveTo>
                  <a:cubicBezTo>
                    <a:pt x="10235" y="5654"/>
                    <a:pt x="9508" y="5743"/>
                    <a:pt x="8857" y="6011"/>
                  </a:cubicBezTo>
                  <a:cubicBezTo>
                    <a:pt x="7325" y="6573"/>
                    <a:pt x="6305" y="7542"/>
                    <a:pt x="5488" y="8244"/>
                  </a:cubicBezTo>
                  <a:cubicBezTo>
                    <a:pt x="5245" y="8448"/>
                    <a:pt x="5245" y="8448"/>
                    <a:pt x="5169" y="8168"/>
                  </a:cubicBezTo>
                  <a:cubicBezTo>
                    <a:pt x="4531" y="4237"/>
                    <a:pt x="1685" y="1"/>
                    <a:pt x="703" y="2081"/>
                  </a:cubicBezTo>
                  <a:cubicBezTo>
                    <a:pt x="1" y="3587"/>
                    <a:pt x="1583" y="8831"/>
                    <a:pt x="4148" y="10452"/>
                  </a:cubicBezTo>
                  <a:cubicBezTo>
                    <a:pt x="5284" y="11166"/>
                    <a:pt x="6598" y="11192"/>
                    <a:pt x="7823" y="10694"/>
                  </a:cubicBezTo>
                  <a:cubicBezTo>
                    <a:pt x="10733" y="9495"/>
                    <a:pt x="13093" y="6100"/>
                    <a:pt x="10937" y="5756"/>
                  </a:cubicBezTo>
                  <a:close/>
                </a:path>
              </a:pathLst>
            </a:custGeom>
            <a:solidFill>
              <a:schemeClr val="dk1"/>
            </a:solidFill>
            <a:ln w="8625" cap="flat" cmpd="sng">
              <a:solidFill>
                <a:srgbClr val="000000"/>
              </a:solidFill>
              <a:prstDash val="solid"/>
              <a:miter lim="1276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39">
              <a:extLst>
                <a:ext uri="{FF2B5EF4-FFF2-40B4-BE49-F238E27FC236}">
                  <a16:creationId xmlns:a16="http://schemas.microsoft.com/office/drawing/2014/main" id="{0105D507-3F16-2E3F-F1D5-12E6F2386625}"/>
                </a:ext>
              </a:extLst>
            </p:cNvPr>
            <p:cNvSpPr/>
            <p:nvPr/>
          </p:nvSpPr>
          <p:spPr>
            <a:xfrm>
              <a:off x="910125" y="3833975"/>
              <a:ext cx="310150" cy="213700"/>
            </a:xfrm>
            <a:custGeom>
              <a:avLst/>
              <a:gdLst/>
              <a:ahLst/>
              <a:cxnLst/>
              <a:rect l="l" t="t" r="r" b="b"/>
              <a:pathLst>
                <a:path w="12406" h="8548" extrusionOk="0">
                  <a:moveTo>
                    <a:pt x="1232" y="0"/>
                  </a:moveTo>
                  <a:cubicBezTo>
                    <a:pt x="895" y="0"/>
                    <a:pt x="611" y="190"/>
                    <a:pt x="492" y="722"/>
                  </a:cubicBezTo>
                  <a:cubicBezTo>
                    <a:pt x="1" y="2951"/>
                    <a:pt x="3362" y="8547"/>
                    <a:pt x="6921" y="8547"/>
                  </a:cubicBezTo>
                  <a:cubicBezTo>
                    <a:pt x="6968" y="8547"/>
                    <a:pt x="7016" y="8546"/>
                    <a:pt x="7063" y="8544"/>
                  </a:cubicBezTo>
                  <a:cubicBezTo>
                    <a:pt x="9386" y="8455"/>
                    <a:pt x="12168" y="5813"/>
                    <a:pt x="12308" y="4678"/>
                  </a:cubicBezTo>
                  <a:cubicBezTo>
                    <a:pt x="12405" y="3908"/>
                    <a:pt x="11931" y="3679"/>
                    <a:pt x="11337" y="3679"/>
                  </a:cubicBezTo>
                  <a:cubicBezTo>
                    <a:pt x="10760" y="3679"/>
                    <a:pt x="10069" y="3895"/>
                    <a:pt x="9679" y="4040"/>
                  </a:cubicBezTo>
                  <a:cubicBezTo>
                    <a:pt x="8429" y="4512"/>
                    <a:pt x="7268" y="5277"/>
                    <a:pt x="6145" y="5992"/>
                  </a:cubicBezTo>
                  <a:cubicBezTo>
                    <a:pt x="6145" y="5992"/>
                    <a:pt x="4920" y="2738"/>
                    <a:pt x="2699" y="735"/>
                  </a:cubicBezTo>
                  <a:cubicBezTo>
                    <a:pt x="2335" y="408"/>
                    <a:pt x="1727" y="0"/>
                    <a:pt x="12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39">
              <a:extLst>
                <a:ext uri="{FF2B5EF4-FFF2-40B4-BE49-F238E27FC236}">
                  <a16:creationId xmlns:a16="http://schemas.microsoft.com/office/drawing/2014/main" id="{EABB7448-C0C5-63E8-45EA-EAE476B68F68}"/>
                </a:ext>
              </a:extLst>
            </p:cNvPr>
            <p:cNvSpPr/>
            <p:nvPr/>
          </p:nvSpPr>
          <p:spPr>
            <a:xfrm>
              <a:off x="909975" y="3819150"/>
              <a:ext cx="312650" cy="232275"/>
            </a:xfrm>
            <a:custGeom>
              <a:avLst/>
              <a:gdLst/>
              <a:ahLst/>
              <a:cxnLst/>
              <a:rect l="l" t="t" r="r" b="b"/>
              <a:pathLst>
                <a:path w="12506" h="9291" fill="none" extrusionOk="0">
                  <a:moveTo>
                    <a:pt x="7069" y="9137"/>
                  </a:moveTo>
                  <a:cubicBezTo>
                    <a:pt x="9392" y="9048"/>
                    <a:pt x="12174" y="6406"/>
                    <a:pt x="12314" y="5271"/>
                  </a:cubicBezTo>
                  <a:cubicBezTo>
                    <a:pt x="12505" y="3752"/>
                    <a:pt x="10477" y="4339"/>
                    <a:pt x="9685" y="4633"/>
                  </a:cubicBezTo>
                  <a:cubicBezTo>
                    <a:pt x="8435" y="5105"/>
                    <a:pt x="7274" y="5870"/>
                    <a:pt x="6151" y="6585"/>
                  </a:cubicBezTo>
                  <a:cubicBezTo>
                    <a:pt x="6151" y="6585"/>
                    <a:pt x="4926" y="3331"/>
                    <a:pt x="2705" y="1328"/>
                  </a:cubicBezTo>
                  <a:cubicBezTo>
                    <a:pt x="2093" y="779"/>
                    <a:pt x="791" y="1"/>
                    <a:pt x="498" y="1315"/>
                  </a:cubicBezTo>
                  <a:cubicBezTo>
                    <a:pt x="0" y="3561"/>
                    <a:pt x="3458" y="9290"/>
                    <a:pt x="7069" y="9137"/>
                  </a:cubicBezTo>
                  <a:close/>
                </a:path>
              </a:pathLst>
            </a:custGeom>
            <a:solidFill>
              <a:schemeClr val="dk1"/>
            </a:solidFill>
            <a:ln w="8625" cap="flat" cmpd="sng">
              <a:solidFill>
                <a:srgbClr val="000000"/>
              </a:solidFill>
              <a:prstDash val="solid"/>
              <a:miter lim="1276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39">
              <a:extLst>
                <a:ext uri="{FF2B5EF4-FFF2-40B4-BE49-F238E27FC236}">
                  <a16:creationId xmlns:a16="http://schemas.microsoft.com/office/drawing/2014/main" id="{414ADD82-6E77-7708-7B9F-7F289458C951}"/>
                </a:ext>
              </a:extLst>
            </p:cNvPr>
            <p:cNvSpPr/>
            <p:nvPr/>
          </p:nvSpPr>
          <p:spPr>
            <a:xfrm>
              <a:off x="1056375" y="3497300"/>
              <a:ext cx="250475" cy="233900"/>
            </a:xfrm>
            <a:custGeom>
              <a:avLst/>
              <a:gdLst/>
              <a:ahLst/>
              <a:cxnLst/>
              <a:rect l="l" t="t" r="r" b="b"/>
              <a:pathLst>
                <a:path w="10019" h="9356" extrusionOk="0">
                  <a:moveTo>
                    <a:pt x="1356" y="1"/>
                  </a:moveTo>
                  <a:cubicBezTo>
                    <a:pt x="0" y="1"/>
                    <a:pt x="52" y="6220"/>
                    <a:pt x="2375" y="8600"/>
                  </a:cubicBezTo>
                  <a:cubicBezTo>
                    <a:pt x="2890" y="9134"/>
                    <a:pt x="3530" y="9356"/>
                    <a:pt x="4221" y="9356"/>
                  </a:cubicBezTo>
                  <a:cubicBezTo>
                    <a:pt x="5857" y="9356"/>
                    <a:pt x="7784" y="8116"/>
                    <a:pt x="9048" y="6852"/>
                  </a:cubicBezTo>
                  <a:cubicBezTo>
                    <a:pt x="9444" y="6443"/>
                    <a:pt x="10018" y="5614"/>
                    <a:pt x="9840" y="5001"/>
                  </a:cubicBezTo>
                  <a:cubicBezTo>
                    <a:pt x="9722" y="4596"/>
                    <a:pt x="9381" y="4455"/>
                    <a:pt x="8966" y="4455"/>
                  </a:cubicBezTo>
                  <a:cubicBezTo>
                    <a:pt x="8259" y="4455"/>
                    <a:pt x="7337" y="4864"/>
                    <a:pt x="6943" y="5065"/>
                  </a:cubicBezTo>
                  <a:lnTo>
                    <a:pt x="6943" y="5078"/>
                  </a:lnTo>
                  <a:cubicBezTo>
                    <a:pt x="4289" y="6456"/>
                    <a:pt x="3957" y="6481"/>
                    <a:pt x="3957" y="6481"/>
                  </a:cubicBezTo>
                  <a:cubicBezTo>
                    <a:pt x="3957" y="6481"/>
                    <a:pt x="3549" y="1696"/>
                    <a:pt x="1826" y="216"/>
                  </a:cubicBezTo>
                  <a:cubicBezTo>
                    <a:pt x="1655" y="69"/>
                    <a:pt x="1497" y="1"/>
                    <a:pt x="13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39">
              <a:extLst>
                <a:ext uri="{FF2B5EF4-FFF2-40B4-BE49-F238E27FC236}">
                  <a16:creationId xmlns:a16="http://schemas.microsoft.com/office/drawing/2014/main" id="{BD246BA0-C9EC-0D0D-9AD7-B3120DB8513E}"/>
                </a:ext>
              </a:extLst>
            </p:cNvPr>
            <p:cNvSpPr/>
            <p:nvPr/>
          </p:nvSpPr>
          <p:spPr>
            <a:xfrm>
              <a:off x="1051600" y="3463775"/>
              <a:ext cx="255250" cy="293500"/>
            </a:xfrm>
            <a:custGeom>
              <a:avLst/>
              <a:gdLst/>
              <a:ahLst/>
              <a:cxnLst/>
              <a:rect l="l" t="t" r="r" b="b"/>
              <a:pathLst>
                <a:path w="10210" h="11740" fill="none" extrusionOk="0">
                  <a:moveTo>
                    <a:pt x="7134" y="6419"/>
                  </a:moveTo>
                  <a:cubicBezTo>
                    <a:pt x="4480" y="7797"/>
                    <a:pt x="4148" y="7822"/>
                    <a:pt x="4148" y="7822"/>
                  </a:cubicBezTo>
                  <a:cubicBezTo>
                    <a:pt x="4148" y="7822"/>
                    <a:pt x="3740" y="3037"/>
                    <a:pt x="2017" y="1557"/>
                  </a:cubicBezTo>
                  <a:cubicBezTo>
                    <a:pt x="205" y="0"/>
                    <a:pt x="1" y="7312"/>
                    <a:pt x="2566" y="9941"/>
                  </a:cubicBezTo>
                  <a:cubicBezTo>
                    <a:pt x="4301" y="11740"/>
                    <a:pt x="7440" y="9992"/>
                    <a:pt x="9239" y="8193"/>
                  </a:cubicBezTo>
                  <a:cubicBezTo>
                    <a:pt x="9635" y="7784"/>
                    <a:pt x="10209" y="6955"/>
                    <a:pt x="10031" y="6342"/>
                  </a:cubicBezTo>
                  <a:cubicBezTo>
                    <a:pt x="9712" y="5258"/>
                    <a:pt x="7746" y="6087"/>
                    <a:pt x="7134" y="6419"/>
                  </a:cubicBezTo>
                  <a:close/>
                </a:path>
              </a:pathLst>
            </a:custGeom>
            <a:solidFill>
              <a:schemeClr val="dk1"/>
            </a:solidFill>
            <a:ln w="8625" cap="flat" cmpd="sng">
              <a:solidFill>
                <a:srgbClr val="000000"/>
              </a:solidFill>
              <a:prstDash val="solid"/>
              <a:miter lim="1276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39">
              <a:extLst>
                <a:ext uri="{FF2B5EF4-FFF2-40B4-BE49-F238E27FC236}">
                  <a16:creationId xmlns:a16="http://schemas.microsoft.com/office/drawing/2014/main" id="{44EB131B-9546-21DE-F967-76CB732344F4}"/>
                </a:ext>
              </a:extLst>
            </p:cNvPr>
            <p:cNvSpPr/>
            <p:nvPr/>
          </p:nvSpPr>
          <p:spPr>
            <a:xfrm>
              <a:off x="1150175" y="3374450"/>
              <a:ext cx="184100" cy="199075"/>
            </a:xfrm>
            <a:custGeom>
              <a:avLst/>
              <a:gdLst/>
              <a:ahLst/>
              <a:cxnLst/>
              <a:rect l="l" t="t" r="r" b="b"/>
              <a:pathLst>
                <a:path w="7364" h="7963" extrusionOk="0">
                  <a:moveTo>
                    <a:pt x="2183" y="0"/>
                  </a:moveTo>
                  <a:cubicBezTo>
                    <a:pt x="1302" y="0"/>
                    <a:pt x="537" y="1812"/>
                    <a:pt x="307" y="3573"/>
                  </a:cubicBezTo>
                  <a:cubicBezTo>
                    <a:pt x="1" y="5896"/>
                    <a:pt x="652" y="7503"/>
                    <a:pt x="2043" y="7886"/>
                  </a:cubicBezTo>
                  <a:cubicBezTo>
                    <a:pt x="2247" y="7937"/>
                    <a:pt x="2464" y="7963"/>
                    <a:pt x="2681" y="7963"/>
                  </a:cubicBezTo>
                  <a:cubicBezTo>
                    <a:pt x="4607" y="7963"/>
                    <a:pt x="6483" y="5768"/>
                    <a:pt x="7108" y="4186"/>
                  </a:cubicBezTo>
                  <a:cubicBezTo>
                    <a:pt x="7338" y="3586"/>
                    <a:pt x="7364" y="3152"/>
                    <a:pt x="7172" y="2871"/>
                  </a:cubicBezTo>
                  <a:lnTo>
                    <a:pt x="7160" y="2871"/>
                  </a:lnTo>
                  <a:cubicBezTo>
                    <a:pt x="7021" y="2674"/>
                    <a:pt x="6797" y="2562"/>
                    <a:pt x="6557" y="2562"/>
                  </a:cubicBezTo>
                  <a:cubicBezTo>
                    <a:pt x="6532" y="2562"/>
                    <a:pt x="6508" y="2563"/>
                    <a:pt x="6483" y="2565"/>
                  </a:cubicBezTo>
                  <a:cubicBezTo>
                    <a:pt x="5590" y="2565"/>
                    <a:pt x="4148" y="3420"/>
                    <a:pt x="3752" y="3726"/>
                  </a:cubicBezTo>
                  <a:cubicBezTo>
                    <a:pt x="3701" y="3765"/>
                    <a:pt x="3574" y="3854"/>
                    <a:pt x="3472" y="3930"/>
                  </a:cubicBezTo>
                  <a:lnTo>
                    <a:pt x="3472" y="3714"/>
                  </a:lnTo>
                  <a:cubicBezTo>
                    <a:pt x="3484" y="2922"/>
                    <a:pt x="3395" y="2118"/>
                    <a:pt x="3204" y="1353"/>
                  </a:cubicBezTo>
                  <a:cubicBezTo>
                    <a:pt x="2987" y="447"/>
                    <a:pt x="2642" y="0"/>
                    <a:pt x="218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39">
              <a:extLst>
                <a:ext uri="{FF2B5EF4-FFF2-40B4-BE49-F238E27FC236}">
                  <a16:creationId xmlns:a16="http://schemas.microsoft.com/office/drawing/2014/main" id="{1F78C338-947C-A422-FF35-AC9FD014EBD9}"/>
                </a:ext>
              </a:extLst>
            </p:cNvPr>
            <p:cNvSpPr/>
            <p:nvPr/>
          </p:nvSpPr>
          <p:spPr>
            <a:xfrm>
              <a:off x="1150175" y="3374450"/>
              <a:ext cx="183775" cy="199075"/>
            </a:xfrm>
            <a:custGeom>
              <a:avLst/>
              <a:gdLst/>
              <a:ahLst/>
              <a:cxnLst/>
              <a:rect l="l" t="t" r="r" b="b"/>
              <a:pathLst>
                <a:path w="7351" h="7963" fill="none" extrusionOk="0">
                  <a:moveTo>
                    <a:pt x="7160" y="2871"/>
                  </a:moveTo>
                  <a:cubicBezTo>
                    <a:pt x="7006" y="2654"/>
                    <a:pt x="6751" y="2540"/>
                    <a:pt x="6483" y="2565"/>
                  </a:cubicBezTo>
                  <a:cubicBezTo>
                    <a:pt x="5590" y="2565"/>
                    <a:pt x="4148" y="3420"/>
                    <a:pt x="3752" y="3726"/>
                  </a:cubicBezTo>
                  <a:cubicBezTo>
                    <a:pt x="3701" y="3765"/>
                    <a:pt x="3574" y="3854"/>
                    <a:pt x="3472" y="3930"/>
                  </a:cubicBezTo>
                  <a:lnTo>
                    <a:pt x="3472" y="3714"/>
                  </a:lnTo>
                  <a:cubicBezTo>
                    <a:pt x="3484" y="2922"/>
                    <a:pt x="3395" y="2118"/>
                    <a:pt x="3204" y="1353"/>
                  </a:cubicBezTo>
                  <a:cubicBezTo>
                    <a:pt x="2987" y="447"/>
                    <a:pt x="2642" y="0"/>
                    <a:pt x="2183" y="0"/>
                  </a:cubicBezTo>
                  <a:cubicBezTo>
                    <a:pt x="1302" y="0"/>
                    <a:pt x="537" y="1812"/>
                    <a:pt x="307" y="3573"/>
                  </a:cubicBezTo>
                  <a:cubicBezTo>
                    <a:pt x="1" y="5896"/>
                    <a:pt x="652" y="7503"/>
                    <a:pt x="2043" y="7886"/>
                  </a:cubicBezTo>
                  <a:cubicBezTo>
                    <a:pt x="2247" y="7937"/>
                    <a:pt x="2464" y="7963"/>
                    <a:pt x="2681" y="7963"/>
                  </a:cubicBezTo>
                  <a:lnTo>
                    <a:pt x="2681" y="7963"/>
                  </a:lnTo>
                  <a:cubicBezTo>
                    <a:pt x="4607" y="7963"/>
                    <a:pt x="6483" y="5768"/>
                    <a:pt x="7108" y="4186"/>
                  </a:cubicBezTo>
                  <a:cubicBezTo>
                    <a:pt x="7338" y="3586"/>
                    <a:pt x="7351" y="3152"/>
                    <a:pt x="7160" y="2871"/>
                  </a:cubicBezTo>
                  <a:close/>
                </a:path>
              </a:pathLst>
            </a:custGeom>
            <a:solidFill>
              <a:schemeClr val="dk1"/>
            </a:solidFill>
            <a:ln w="8625" cap="flat" cmpd="sng">
              <a:solidFill>
                <a:srgbClr val="000000"/>
              </a:solidFill>
              <a:prstDash val="solid"/>
              <a:miter lim="1276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39">
              <a:extLst>
                <a:ext uri="{FF2B5EF4-FFF2-40B4-BE49-F238E27FC236}">
                  <a16:creationId xmlns:a16="http://schemas.microsoft.com/office/drawing/2014/main" id="{2AA18C98-1DC0-53B3-C6F7-9E0588C7B5EF}"/>
                </a:ext>
              </a:extLst>
            </p:cNvPr>
            <p:cNvSpPr/>
            <p:nvPr/>
          </p:nvSpPr>
          <p:spPr>
            <a:xfrm>
              <a:off x="1226200" y="3470100"/>
              <a:ext cx="78675" cy="64200"/>
            </a:xfrm>
            <a:custGeom>
              <a:avLst/>
              <a:gdLst/>
              <a:ahLst/>
              <a:cxnLst/>
              <a:rect l="l" t="t" r="r" b="b"/>
              <a:pathLst>
                <a:path w="3147" h="2568" extrusionOk="0">
                  <a:moveTo>
                    <a:pt x="2925" y="1"/>
                  </a:moveTo>
                  <a:cubicBezTo>
                    <a:pt x="2889" y="1"/>
                    <a:pt x="2851" y="13"/>
                    <a:pt x="2817" y="41"/>
                  </a:cubicBezTo>
                  <a:cubicBezTo>
                    <a:pt x="2498" y="283"/>
                    <a:pt x="1707" y="1010"/>
                    <a:pt x="852" y="1712"/>
                  </a:cubicBezTo>
                  <a:cubicBezTo>
                    <a:pt x="651" y="1850"/>
                    <a:pt x="154" y="2210"/>
                    <a:pt x="162" y="2210"/>
                  </a:cubicBezTo>
                  <a:cubicBezTo>
                    <a:pt x="162" y="2210"/>
                    <a:pt x="162" y="2210"/>
                    <a:pt x="163" y="2210"/>
                  </a:cubicBezTo>
                  <a:lnTo>
                    <a:pt x="163" y="2210"/>
                  </a:lnTo>
                  <a:cubicBezTo>
                    <a:pt x="1" y="2322"/>
                    <a:pt x="94" y="2568"/>
                    <a:pt x="277" y="2568"/>
                  </a:cubicBezTo>
                  <a:cubicBezTo>
                    <a:pt x="281" y="2568"/>
                    <a:pt x="286" y="2568"/>
                    <a:pt x="290" y="2567"/>
                  </a:cubicBezTo>
                  <a:cubicBezTo>
                    <a:pt x="1452" y="2440"/>
                    <a:pt x="2677" y="1304"/>
                    <a:pt x="3098" y="245"/>
                  </a:cubicBezTo>
                  <a:cubicBezTo>
                    <a:pt x="3146" y="119"/>
                    <a:pt x="3041" y="1"/>
                    <a:pt x="29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39">
              <a:extLst>
                <a:ext uri="{FF2B5EF4-FFF2-40B4-BE49-F238E27FC236}">
                  <a16:creationId xmlns:a16="http://schemas.microsoft.com/office/drawing/2014/main" id="{E02344D8-4F4A-D50D-9025-2FD8B8626981}"/>
                </a:ext>
              </a:extLst>
            </p:cNvPr>
            <p:cNvSpPr/>
            <p:nvPr/>
          </p:nvSpPr>
          <p:spPr>
            <a:xfrm>
              <a:off x="1178900" y="3412400"/>
              <a:ext cx="31600" cy="100375"/>
            </a:xfrm>
            <a:custGeom>
              <a:avLst/>
              <a:gdLst/>
              <a:ahLst/>
              <a:cxnLst/>
              <a:rect l="l" t="t" r="r" b="b"/>
              <a:pathLst>
                <a:path w="1264" h="4015" extrusionOk="0">
                  <a:moveTo>
                    <a:pt x="945" y="1"/>
                  </a:moveTo>
                  <a:cubicBezTo>
                    <a:pt x="881" y="1"/>
                    <a:pt x="817" y="26"/>
                    <a:pt x="779" y="90"/>
                  </a:cubicBezTo>
                  <a:cubicBezTo>
                    <a:pt x="587" y="358"/>
                    <a:pt x="447" y="664"/>
                    <a:pt x="345" y="983"/>
                  </a:cubicBezTo>
                  <a:cubicBezTo>
                    <a:pt x="77" y="1800"/>
                    <a:pt x="0" y="2974"/>
                    <a:pt x="383" y="3880"/>
                  </a:cubicBezTo>
                  <a:cubicBezTo>
                    <a:pt x="417" y="3971"/>
                    <a:pt x="495" y="4014"/>
                    <a:pt x="573" y="4014"/>
                  </a:cubicBezTo>
                  <a:cubicBezTo>
                    <a:pt x="669" y="4014"/>
                    <a:pt x="765" y="3949"/>
                    <a:pt x="779" y="3829"/>
                  </a:cubicBezTo>
                  <a:cubicBezTo>
                    <a:pt x="830" y="3510"/>
                    <a:pt x="842" y="3216"/>
                    <a:pt x="868" y="2910"/>
                  </a:cubicBezTo>
                  <a:cubicBezTo>
                    <a:pt x="1098" y="218"/>
                    <a:pt x="1264" y="13"/>
                    <a:pt x="94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39">
              <a:extLst>
                <a:ext uri="{FF2B5EF4-FFF2-40B4-BE49-F238E27FC236}">
                  <a16:creationId xmlns:a16="http://schemas.microsoft.com/office/drawing/2014/main" id="{8F553E2C-7C5E-70A7-99B0-03C9B556C918}"/>
                </a:ext>
              </a:extLst>
            </p:cNvPr>
            <p:cNvSpPr/>
            <p:nvPr/>
          </p:nvSpPr>
          <p:spPr>
            <a:xfrm>
              <a:off x="1085100" y="3542200"/>
              <a:ext cx="45325" cy="126275"/>
            </a:xfrm>
            <a:custGeom>
              <a:avLst/>
              <a:gdLst/>
              <a:ahLst/>
              <a:cxnLst/>
              <a:rect l="l" t="t" r="r" b="b"/>
              <a:pathLst>
                <a:path w="1813" h="5051" extrusionOk="0">
                  <a:moveTo>
                    <a:pt x="245" y="1"/>
                  </a:moveTo>
                  <a:cubicBezTo>
                    <a:pt x="156" y="1"/>
                    <a:pt x="66" y="62"/>
                    <a:pt x="52" y="181"/>
                  </a:cubicBezTo>
                  <a:cubicBezTo>
                    <a:pt x="1" y="602"/>
                    <a:pt x="179" y="2848"/>
                    <a:pt x="690" y="3920"/>
                  </a:cubicBezTo>
                  <a:cubicBezTo>
                    <a:pt x="854" y="4270"/>
                    <a:pt x="1299" y="5050"/>
                    <a:pt x="1607" y="5050"/>
                  </a:cubicBezTo>
                  <a:cubicBezTo>
                    <a:pt x="1659" y="5050"/>
                    <a:pt x="1707" y="5028"/>
                    <a:pt x="1749" y="4979"/>
                  </a:cubicBezTo>
                  <a:cubicBezTo>
                    <a:pt x="1813" y="4915"/>
                    <a:pt x="1813" y="4826"/>
                    <a:pt x="1774" y="4749"/>
                  </a:cubicBezTo>
                  <a:cubicBezTo>
                    <a:pt x="1213" y="3601"/>
                    <a:pt x="868" y="1495"/>
                    <a:pt x="422" y="130"/>
                  </a:cubicBezTo>
                  <a:cubicBezTo>
                    <a:pt x="393" y="43"/>
                    <a:pt x="319" y="1"/>
                    <a:pt x="24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39">
              <a:extLst>
                <a:ext uri="{FF2B5EF4-FFF2-40B4-BE49-F238E27FC236}">
                  <a16:creationId xmlns:a16="http://schemas.microsoft.com/office/drawing/2014/main" id="{6C8931CA-00E8-1AD9-15CE-D579330FD697}"/>
                </a:ext>
              </a:extLst>
            </p:cNvPr>
            <p:cNvSpPr/>
            <p:nvPr/>
          </p:nvSpPr>
          <p:spPr>
            <a:xfrm>
              <a:off x="1012350" y="3706600"/>
              <a:ext cx="64175" cy="118825"/>
            </a:xfrm>
            <a:custGeom>
              <a:avLst/>
              <a:gdLst/>
              <a:ahLst/>
              <a:cxnLst/>
              <a:rect l="l" t="t" r="r" b="b"/>
              <a:pathLst>
                <a:path w="2567" h="4753" extrusionOk="0">
                  <a:moveTo>
                    <a:pt x="407" y="0"/>
                  </a:moveTo>
                  <a:cubicBezTo>
                    <a:pt x="387" y="0"/>
                    <a:pt x="367" y="4"/>
                    <a:pt x="346" y="11"/>
                  </a:cubicBezTo>
                  <a:cubicBezTo>
                    <a:pt x="269" y="36"/>
                    <a:pt x="218" y="100"/>
                    <a:pt x="218" y="177"/>
                  </a:cubicBezTo>
                  <a:lnTo>
                    <a:pt x="205" y="177"/>
                  </a:lnTo>
                  <a:cubicBezTo>
                    <a:pt x="1" y="2677"/>
                    <a:pt x="1740" y="4752"/>
                    <a:pt x="2357" y="4752"/>
                  </a:cubicBezTo>
                  <a:cubicBezTo>
                    <a:pt x="2433" y="4752"/>
                    <a:pt x="2492" y="4721"/>
                    <a:pt x="2528" y="4656"/>
                  </a:cubicBezTo>
                  <a:cubicBezTo>
                    <a:pt x="2566" y="4579"/>
                    <a:pt x="2553" y="4490"/>
                    <a:pt x="2502" y="4426"/>
                  </a:cubicBezTo>
                  <a:cubicBezTo>
                    <a:pt x="869" y="2290"/>
                    <a:pt x="902" y="0"/>
                    <a:pt x="4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39">
              <a:extLst>
                <a:ext uri="{FF2B5EF4-FFF2-40B4-BE49-F238E27FC236}">
                  <a16:creationId xmlns:a16="http://schemas.microsoft.com/office/drawing/2014/main" id="{53848CEB-D828-C3D7-D42A-98599C7C2E98}"/>
                </a:ext>
              </a:extLst>
            </p:cNvPr>
            <p:cNvSpPr/>
            <p:nvPr/>
          </p:nvSpPr>
          <p:spPr>
            <a:xfrm>
              <a:off x="948575" y="3860600"/>
              <a:ext cx="86150" cy="129125"/>
            </a:xfrm>
            <a:custGeom>
              <a:avLst/>
              <a:gdLst/>
              <a:ahLst/>
              <a:cxnLst/>
              <a:rect l="l" t="t" r="r" b="b"/>
              <a:pathLst>
                <a:path w="3446" h="5165" extrusionOk="0">
                  <a:moveTo>
                    <a:pt x="242" y="1"/>
                  </a:moveTo>
                  <a:cubicBezTo>
                    <a:pt x="210" y="1"/>
                    <a:pt x="179" y="9"/>
                    <a:pt x="153" y="27"/>
                  </a:cubicBezTo>
                  <a:cubicBezTo>
                    <a:pt x="0" y="116"/>
                    <a:pt x="64" y="320"/>
                    <a:pt x="128" y="614"/>
                  </a:cubicBezTo>
                  <a:lnTo>
                    <a:pt x="140" y="614"/>
                  </a:lnTo>
                  <a:cubicBezTo>
                    <a:pt x="741" y="2959"/>
                    <a:pt x="2599" y="5164"/>
                    <a:pt x="3231" y="5164"/>
                  </a:cubicBezTo>
                  <a:cubicBezTo>
                    <a:pt x="3311" y="5164"/>
                    <a:pt x="3371" y="5129"/>
                    <a:pt x="3407" y="5055"/>
                  </a:cubicBezTo>
                  <a:cubicBezTo>
                    <a:pt x="3445" y="4978"/>
                    <a:pt x="3433" y="4876"/>
                    <a:pt x="3356" y="4812"/>
                  </a:cubicBezTo>
                  <a:cubicBezTo>
                    <a:pt x="2731" y="4161"/>
                    <a:pt x="2118" y="3000"/>
                    <a:pt x="408" y="91"/>
                  </a:cubicBezTo>
                  <a:cubicBezTo>
                    <a:pt x="366" y="32"/>
                    <a:pt x="303" y="1"/>
                    <a:pt x="24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39">
              <a:extLst>
                <a:ext uri="{FF2B5EF4-FFF2-40B4-BE49-F238E27FC236}">
                  <a16:creationId xmlns:a16="http://schemas.microsoft.com/office/drawing/2014/main" id="{6EA7071B-806D-74F7-DE18-EB7F1FA02547}"/>
                </a:ext>
              </a:extLst>
            </p:cNvPr>
            <p:cNvSpPr/>
            <p:nvPr/>
          </p:nvSpPr>
          <p:spPr>
            <a:xfrm>
              <a:off x="912600" y="4041175"/>
              <a:ext cx="97225" cy="126275"/>
            </a:xfrm>
            <a:custGeom>
              <a:avLst/>
              <a:gdLst/>
              <a:ahLst/>
              <a:cxnLst/>
              <a:rect l="l" t="t" r="r" b="b"/>
              <a:pathLst>
                <a:path w="3889" h="5051" extrusionOk="0">
                  <a:moveTo>
                    <a:pt x="218" y="1"/>
                  </a:moveTo>
                  <a:cubicBezTo>
                    <a:pt x="106" y="1"/>
                    <a:pt x="1" y="101"/>
                    <a:pt x="35" y="231"/>
                  </a:cubicBezTo>
                  <a:cubicBezTo>
                    <a:pt x="35" y="231"/>
                    <a:pt x="90" y="439"/>
                    <a:pt x="88" y="439"/>
                  </a:cubicBezTo>
                  <a:cubicBezTo>
                    <a:pt x="88" y="439"/>
                    <a:pt x="87" y="438"/>
                    <a:pt x="86" y="435"/>
                  </a:cubicBezTo>
                  <a:lnTo>
                    <a:pt x="86" y="448"/>
                  </a:lnTo>
                  <a:cubicBezTo>
                    <a:pt x="405" y="1341"/>
                    <a:pt x="610" y="1953"/>
                    <a:pt x="1286" y="2974"/>
                  </a:cubicBezTo>
                  <a:cubicBezTo>
                    <a:pt x="1860" y="3816"/>
                    <a:pt x="2575" y="4595"/>
                    <a:pt x="3506" y="5029"/>
                  </a:cubicBezTo>
                  <a:cubicBezTo>
                    <a:pt x="3538" y="5044"/>
                    <a:pt x="3570" y="5050"/>
                    <a:pt x="3599" y="5050"/>
                  </a:cubicBezTo>
                  <a:cubicBezTo>
                    <a:pt x="3772" y="5050"/>
                    <a:pt x="3888" y="4826"/>
                    <a:pt x="3736" y="4684"/>
                  </a:cubicBezTo>
                  <a:cubicBezTo>
                    <a:pt x="3404" y="4352"/>
                    <a:pt x="3085" y="4008"/>
                    <a:pt x="2792" y="3651"/>
                  </a:cubicBezTo>
                  <a:cubicBezTo>
                    <a:pt x="1941" y="2597"/>
                    <a:pt x="485" y="243"/>
                    <a:pt x="494" y="243"/>
                  </a:cubicBezTo>
                  <a:lnTo>
                    <a:pt x="494" y="243"/>
                  </a:lnTo>
                  <a:cubicBezTo>
                    <a:pt x="495" y="243"/>
                    <a:pt x="495" y="243"/>
                    <a:pt x="495" y="243"/>
                  </a:cubicBezTo>
                  <a:lnTo>
                    <a:pt x="367" y="78"/>
                  </a:lnTo>
                  <a:cubicBezTo>
                    <a:pt x="326" y="24"/>
                    <a:pt x="271" y="1"/>
                    <a:pt x="2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39">
              <a:extLst>
                <a:ext uri="{FF2B5EF4-FFF2-40B4-BE49-F238E27FC236}">
                  <a16:creationId xmlns:a16="http://schemas.microsoft.com/office/drawing/2014/main" id="{6D552DE0-C3F3-E311-4941-F1E76EA911FD}"/>
                </a:ext>
              </a:extLst>
            </p:cNvPr>
            <p:cNvSpPr/>
            <p:nvPr/>
          </p:nvSpPr>
          <p:spPr>
            <a:xfrm>
              <a:off x="1067975" y="4109925"/>
              <a:ext cx="134250" cy="81875"/>
            </a:xfrm>
            <a:custGeom>
              <a:avLst/>
              <a:gdLst/>
              <a:ahLst/>
              <a:cxnLst/>
              <a:rect l="l" t="t" r="r" b="b"/>
              <a:pathLst>
                <a:path w="5370" h="3275" extrusionOk="0">
                  <a:moveTo>
                    <a:pt x="5116" y="1"/>
                  </a:moveTo>
                  <a:cubicBezTo>
                    <a:pt x="5082" y="1"/>
                    <a:pt x="5046" y="11"/>
                    <a:pt x="5011" y="33"/>
                  </a:cubicBezTo>
                  <a:cubicBezTo>
                    <a:pt x="5011" y="33"/>
                    <a:pt x="2880" y="1462"/>
                    <a:pt x="2051" y="1947"/>
                  </a:cubicBezTo>
                  <a:lnTo>
                    <a:pt x="2064" y="1934"/>
                  </a:lnTo>
                  <a:lnTo>
                    <a:pt x="2064" y="1934"/>
                  </a:lnTo>
                  <a:cubicBezTo>
                    <a:pt x="757" y="2698"/>
                    <a:pt x="225" y="2879"/>
                    <a:pt x="213" y="2879"/>
                  </a:cubicBezTo>
                  <a:cubicBezTo>
                    <a:pt x="212" y="2879"/>
                    <a:pt x="213" y="2879"/>
                    <a:pt x="213" y="2878"/>
                  </a:cubicBezTo>
                  <a:lnTo>
                    <a:pt x="213" y="2878"/>
                  </a:lnTo>
                  <a:cubicBezTo>
                    <a:pt x="1" y="2966"/>
                    <a:pt x="70" y="3274"/>
                    <a:pt x="290" y="3274"/>
                  </a:cubicBezTo>
                  <a:cubicBezTo>
                    <a:pt x="294" y="3274"/>
                    <a:pt x="298" y="3274"/>
                    <a:pt x="303" y="3274"/>
                  </a:cubicBezTo>
                  <a:cubicBezTo>
                    <a:pt x="2038" y="3223"/>
                    <a:pt x="4233" y="1653"/>
                    <a:pt x="5267" y="314"/>
                  </a:cubicBezTo>
                  <a:cubicBezTo>
                    <a:pt x="5370" y="170"/>
                    <a:pt x="5257" y="1"/>
                    <a:pt x="51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39">
              <a:extLst>
                <a:ext uri="{FF2B5EF4-FFF2-40B4-BE49-F238E27FC236}">
                  <a16:creationId xmlns:a16="http://schemas.microsoft.com/office/drawing/2014/main" id="{4E8C6EBE-B94A-FE9E-B4D4-2240E96799CA}"/>
                </a:ext>
              </a:extLst>
            </p:cNvPr>
            <p:cNvSpPr/>
            <p:nvPr/>
          </p:nvSpPr>
          <p:spPr>
            <a:xfrm>
              <a:off x="1083825" y="3943700"/>
              <a:ext cx="119725" cy="75300"/>
            </a:xfrm>
            <a:custGeom>
              <a:avLst/>
              <a:gdLst/>
              <a:ahLst/>
              <a:cxnLst/>
              <a:rect l="l" t="t" r="r" b="b"/>
              <a:pathLst>
                <a:path w="4789" h="3012" extrusionOk="0">
                  <a:moveTo>
                    <a:pt x="4537" y="0"/>
                  </a:moveTo>
                  <a:cubicBezTo>
                    <a:pt x="4502" y="0"/>
                    <a:pt x="4465" y="10"/>
                    <a:pt x="4429" y="34"/>
                  </a:cubicBezTo>
                  <a:cubicBezTo>
                    <a:pt x="3433" y="774"/>
                    <a:pt x="2400" y="1463"/>
                    <a:pt x="1328" y="2101"/>
                  </a:cubicBezTo>
                  <a:lnTo>
                    <a:pt x="1328" y="2113"/>
                  </a:lnTo>
                  <a:cubicBezTo>
                    <a:pt x="970" y="2305"/>
                    <a:pt x="600" y="2471"/>
                    <a:pt x="205" y="2611"/>
                  </a:cubicBezTo>
                  <a:cubicBezTo>
                    <a:pt x="1" y="2688"/>
                    <a:pt x="39" y="2994"/>
                    <a:pt x="269" y="3007"/>
                  </a:cubicBezTo>
                  <a:cubicBezTo>
                    <a:pt x="321" y="3010"/>
                    <a:pt x="373" y="3012"/>
                    <a:pt x="426" y="3012"/>
                  </a:cubicBezTo>
                  <a:cubicBezTo>
                    <a:pt x="1992" y="3012"/>
                    <a:pt x="3882" y="1573"/>
                    <a:pt x="4697" y="301"/>
                  </a:cubicBezTo>
                  <a:cubicBezTo>
                    <a:pt x="4788" y="159"/>
                    <a:pt x="4677" y="0"/>
                    <a:pt x="45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39">
              <a:extLst>
                <a:ext uri="{FF2B5EF4-FFF2-40B4-BE49-F238E27FC236}">
                  <a16:creationId xmlns:a16="http://schemas.microsoft.com/office/drawing/2014/main" id="{4BA87B35-D09D-CB68-9E18-3DB9DB7C4633}"/>
                </a:ext>
              </a:extLst>
            </p:cNvPr>
            <p:cNvSpPr/>
            <p:nvPr/>
          </p:nvSpPr>
          <p:spPr>
            <a:xfrm>
              <a:off x="1125925" y="3784450"/>
              <a:ext cx="120100" cy="73400"/>
            </a:xfrm>
            <a:custGeom>
              <a:avLst/>
              <a:gdLst/>
              <a:ahLst/>
              <a:cxnLst/>
              <a:rect l="l" t="t" r="r" b="b"/>
              <a:pathLst>
                <a:path w="4804" h="2936" extrusionOk="0">
                  <a:moveTo>
                    <a:pt x="4554" y="0"/>
                  </a:moveTo>
                  <a:cubicBezTo>
                    <a:pt x="4512" y="0"/>
                    <a:pt x="4469" y="15"/>
                    <a:pt x="4429" y="49"/>
                  </a:cubicBezTo>
                  <a:cubicBezTo>
                    <a:pt x="2936" y="1350"/>
                    <a:pt x="2438" y="1554"/>
                    <a:pt x="2196" y="1720"/>
                  </a:cubicBezTo>
                  <a:cubicBezTo>
                    <a:pt x="1571" y="2065"/>
                    <a:pt x="907" y="2333"/>
                    <a:pt x="218" y="2512"/>
                  </a:cubicBezTo>
                  <a:cubicBezTo>
                    <a:pt x="1" y="2588"/>
                    <a:pt x="39" y="2894"/>
                    <a:pt x="256" y="2920"/>
                  </a:cubicBezTo>
                  <a:cubicBezTo>
                    <a:pt x="369" y="2930"/>
                    <a:pt x="482" y="2936"/>
                    <a:pt x="595" y="2936"/>
                  </a:cubicBezTo>
                  <a:cubicBezTo>
                    <a:pt x="2375" y="2936"/>
                    <a:pt x="4063" y="1647"/>
                    <a:pt x="4735" y="291"/>
                  </a:cubicBezTo>
                  <a:cubicBezTo>
                    <a:pt x="4803" y="146"/>
                    <a:pt x="4687" y="0"/>
                    <a:pt x="45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39">
              <a:extLst>
                <a:ext uri="{FF2B5EF4-FFF2-40B4-BE49-F238E27FC236}">
                  <a16:creationId xmlns:a16="http://schemas.microsoft.com/office/drawing/2014/main" id="{ACE53D06-ABDA-0E55-F83B-8A94C844CB55}"/>
                </a:ext>
              </a:extLst>
            </p:cNvPr>
            <p:cNvSpPr/>
            <p:nvPr/>
          </p:nvSpPr>
          <p:spPr>
            <a:xfrm>
              <a:off x="1160400" y="3628150"/>
              <a:ext cx="118100" cy="68375"/>
            </a:xfrm>
            <a:custGeom>
              <a:avLst/>
              <a:gdLst/>
              <a:ahLst/>
              <a:cxnLst/>
              <a:rect l="l" t="t" r="r" b="b"/>
              <a:pathLst>
                <a:path w="4724" h="2735" extrusionOk="0">
                  <a:moveTo>
                    <a:pt x="4486" y="1"/>
                  </a:moveTo>
                  <a:cubicBezTo>
                    <a:pt x="4467" y="1"/>
                    <a:pt x="4448" y="4"/>
                    <a:pt x="4428" y="10"/>
                  </a:cubicBezTo>
                  <a:cubicBezTo>
                    <a:pt x="4428" y="10"/>
                    <a:pt x="4300" y="61"/>
                    <a:pt x="4288" y="73"/>
                  </a:cubicBezTo>
                  <a:cubicBezTo>
                    <a:pt x="4264" y="85"/>
                    <a:pt x="4093" y="177"/>
                    <a:pt x="4094" y="177"/>
                  </a:cubicBezTo>
                  <a:cubicBezTo>
                    <a:pt x="4094" y="177"/>
                    <a:pt x="4095" y="176"/>
                    <a:pt x="4096" y="176"/>
                  </a:cubicBezTo>
                  <a:lnTo>
                    <a:pt x="4096" y="176"/>
                  </a:lnTo>
                  <a:lnTo>
                    <a:pt x="3318" y="648"/>
                  </a:lnTo>
                  <a:cubicBezTo>
                    <a:pt x="2476" y="1145"/>
                    <a:pt x="1136" y="2000"/>
                    <a:pt x="230" y="2319"/>
                  </a:cubicBezTo>
                  <a:lnTo>
                    <a:pt x="217" y="2319"/>
                  </a:lnTo>
                  <a:cubicBezTo>
                    <a:pt x="0" y="2396"/>
                    <a:pt x="38" y="2702"/>
                    <a:pt x="268" y="2728"/>
                  </a:cubicBezTo>
                  <a:cubicBezTo>
                    <a:pt x="322" y="2732"/>
                    <a:pt x="377" y="2734"/>
                    <a:pt x="432" y="2734"/>
                  </a:cubicBezTo>
                  <a:cubicBezTo>
                    <a:pt x="1188" y="2734"/>
                    <a:pt x="2063" y="2342"/>
                    <a:pt x="2705" y="1949"/>
                  </a:cubicBezTo>
                  <a:cubicBezTo>
                    <a:pt x="3331" y="1566"/>
                    <a:pt x="4249" y="865"/>
                    <a:pt x="4645" y="278"/>
                  </a:cubicBezTo>
                  <a:cubicBezTo>
                    <a:pt x="4724" y="154"/>
                    <a:pt x="4624" y="1"/>
                    <a:pt x="448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39">
              <a:extLst>
                <a:ext uri="{FF2B5EF4-FFF2-40B4-BE49-F238E27FC236}">
                  <a16:creationId xmlns:a16="http://schemas.microsoft.com/office/drawing/2014/main" id="{57C4B9B8-D999-37E6-78F2-18D855527E21}"/>
                </a:ext>
              </a:extLst>
            </p:cNvPr>
            <p:cNvSpPr/>
            <p:nvPr/>
          </p:nvSpPr>
          <p:spPr>
            <a:xfrm>
              <a:off x="857000" y="3368050"/>
              <a:ext cx="483350" cy="897425"/>
            </a:xfrm>
            <a:custGeom>
              <a:avLst/>
              <a:gdLst/>
              <a:ahLst/>
              <a:cxnLst/>
              <a:rect l="l" t="t" r="r" b="b"/>
              <a:pathLst>
                <a:path w="19334" h="35897" extrusionOk="0">
                  <a:moveTo>
                    <a:pt x="13910" y="486"/>
                  </a:moveTo>
                  <a:lnTo>
                    <a:pt x="13910" y="499"/>
                  </a:lnTo>
                  <a:cubicBezTo>
                    <a:pt x="14203" y="499"/>
                    <a:pt x="14484" y="843"/>
                    <a:pt x="14688" y="1673"/>
                  </a:cubicBezTo>
                  <a:cubicBezTo>
                    <a:pt x="15148" y="3561"/>
                    <a:pt x="14790" y="4505"/>
                    <a:pt x="15058" y="4505"/>
                  </a:cubicBezTo>
                  <a:cubicBezTo>
                    <a:pt x="15160" y="4505"/>
                    <a:pt x="15326" y="4403"/>
                    <a:pt x="15633" y="4174"/>
                  </a:cubicBezTo>
                  <a:cubicBezTo>
                    <a:pt x="16066" y="3855"/>
                    <a:pt x="17432" y="3051"/>
                    <a:pt x="18210" y="3051"/>
                  </a:cubicBezTo>
                  <a:cubicBezTo>
                    <a:pt x="18708" y="3051"/>
                    <a:pt x="18963" y="3370"/>
                    <a:pt x="18593" y="4340"/>
                  </a:cubicBezTo>
                  <a:cubicBezTo>
                    <a:pt x="18032" y="5794"/>
                    <a:pt x="16207" y="7964"/>
                    <a:pt x="14395" y="7964"/>
                  </a:cubicBezTo>
                  <a:cubicBezTo>
                    <a:pt x="14203" y="7964"/>
                    <a:pt x="14012" y="7938"/>
                    <a:pt x="13833" y="7887"/>
                  </a:cubicBezTo>
                  <a:cubicBezTo>
                    <a:pt x="13795" y="7874"/>
                    <a:pt x="13757" y="7862"/>
                    <a:pt x="13718" y="7849"/>
                  </a:cubicBezTo>
                  <a:cubicBezTo>
                    <a:pt x="13986" y="7211"/>
                    <a:pt x="14267" y="6573"/>
                    <a:pt x="14573" y="5884"/>
                  </a:cubicBezTo>
                  <a:cubicBezTo>
                    <a:pt x="14666" y="5691"/>
                    <a:pt x="14499" y="5531"/>
                    <a:pt x="14338" y="5531"/>
                  </a:cubicBezTo>
                  <a:cubicBezTo>
                    <a:pt x="14253" y="5531"/>
                    <a:pt x="14171" y="5574"/>
                    <a:pt x="14127" y="5679"/>
                  </a:cubicBezTo>
                  <a:cubicBezTo>
                    <a:pt x="13821" y="6356"/>
                    <a:pt x="13540" y="7007"/>
                    <a:pt x="13272" y="7632"/>
                  </a:cubicBezTo>
                  <a:cubicBezTo>
                    <a:pt x="11141" y="6177"/>
                    <a:pt x="12685" y="486"/>
                    <a:pt x="13910" y="486"/>
                  </a:cubicBezTo>
                  <a:close/>
                  <a:moveTo>
                    <a:pt x="9316" y="5411"/>
                  </a:moveTo>
                  <a:cubicBezTo>
                    <a:pt x="9444" y="5424"/>
                    <a:pt x="9546" y="5488"/>
                    <a:pt x="9635" y="5577"/>
                  </a:cubicBezTo>
                  <a:cubicBezTo>
                    <a:pt x="11166" y="6892"/>
                    <a:pt x="11626" y="11116"/>
                    <a:pt x="11677" y="11613"/>
                  </a:cubicBezTo>
                  <a:cubicBezTo>
                    <a:pt x="11370" y="12430"/>
                    <a:pt x="11115" y="13183"/>
                    <a:pt x="10873" y="13897"/>
                  </a:cubicBezTo>
                  <a:cubicBezTo>
                    <a:pt x="10745" y="13808"/>
                    <a:pt x="10630" y="13706"/>
                    <a:pt x="10516" y="13604"/>
                  </a:cubicBezTo>
                  <a:lnTo>
                    <a:pt x="10516" y="13591"/>
                  </a:lnTo>
                  <a:cubicBezTo>
                    <a:pt x="8538" y="11562"/>
                    <a:pt x="8282" y="6420"/>
                    <a:pt x="9137" y="5514"/>
                  </a:cubicBezTo>
                  <a:cubicBezTo>
                    <a:pt x="9188" y="5450"/>
                    <a:pt x="9252" y="5411"/>
                    <a:pt x="9316" y="5411"/>
                  </a:cubicBezTo>
                  <a:close/>
                  <a:moveTo>
                    <a:pt x="16946" y="9881"/>
                  </a:moveTo>
                  <a:cubicBezTo>
                    <a:pt x="17086" y="9881"/>
                    <a:pt x="17213" y="9899"/>
                    <a:pt x="17317" y="9942"/>
                  </a:cubicBezTo>
                  <a:cubicBezTo>
                    <a:pt x="17445" y="9993"/>
                    <a:pt x="17534" y="10107"/>
                    <a:pt x="17572" y="10248"/>
                  </a:cubicBezTo>
                  <a:cubicBezTo>
                    <a:pt x="17713" y="10733"/>
                    <a:pt x="17202" y="11486"/>
                    <a:pt x="16845" y="11843"/>
                  </a:cubicBezTo>
                  <a:cubicBezTo>
                    <a:pt x="15722" y="12953"/>
                    <a:pt x="13821" y="14267"/>
                    <a:pt x="12187" y="14267"/>
                  </a:cubicBezTo>
                  <a:lnTo>
                    <a:pt x="12162" y="14267"/>
                  </a:lnTo>
                  <a:cubicBezTo>
                    <a:pt x="11881" y="14267"/>
                    <a:pt x="11600" y="14216"/>
                    <a:pt x="11332" y="14127"/>
                  </a:cubicBezTo>
                  <a:cubicBezTo>
                    <a:pt x="11562" y="13412"/>
                    <a:pt x="11830" y="12660"/>
                    <a:pt x="12123" y="11843"/>
                  </a:cubicBezTo>
                  <a:cubicBezTo>
                    <a:pt x="12557" y="11703"/>
                    <a:pt x="13604" y="11205"/>
                    <a:pt x="15033" y="10465"/>
                  </a:cubicBezTo>
                  <a:cubicBezTo>
                    <a:pt x="15547" y="10198"/>
                    <a:pt x="16367" y="9881"/>
                    <a:pt x="16946" y="9881"/>
                  </a:cubicBezTo>
                  <a:close/>
                  <a:moveTo>
                    <a:pt x="6060" y="11757"/>
                  </a:moveTo>
                  <a:cubicBezTo>
                    <a:pt x="6072" y="11757"/>
                    <a:pt x="6081" y="11760"/>
                    <a:pt x="6088" y="11766"/>
                  </a:cubicBezTo>
                  <a:cubicBezTo>
                    <a:pt x="7172" y="11907"/>
                    <a:pt x="9035" y="15059"/>
                    <a:pt x="9558" y="18210"/>
                  </a:cubicBezTo>
                  <a:cubicBezTo>
                    <a:pt x="9558" y="18249"/>
                    <a:pt x="9571" y="18300"/>
                    <a:pt x="9597" y="18338"/>
                  </a:cubicBezTo>
                  <a:lnTo>
                    <a:pt x="9571" y="18389"/>
                  </a:lnTo>
                  <a:cubicBezTo>
                    <a:pt x="9482" y="18746"/>
                    <a:pt x="9380" y="19129"/>
                    <a:pt x="9265" y="19550"/>
                  </a:cubicBezTo>
                  <a:lnTo>
                    <a:pt x="9061" y="20303"/>
                  </a:lnTo>
                  <a:cubicBezTo>
                    <a:pt x="9010" y="20278"/>
                    <a:pt x="8959" y="20252"/>
                    <a:pt x="8920" y="20227"/>
                  </a:cubicBezTo>
                  <a:cubicBezTo>
                    <a:pt x="6407" y="18644"/>
                    <a:pt x="4952" y="13463"/>
                    <a:pt x="5552" y="12175"/>
                  </a:cubicBezTo>
                  <a:cubicBezTo>
                    <a:pt x="5718" y="11830"/>
                    <a:pt x="5883" y="11766"/>
                    <a:pt x="6024" y="11766"/>
                  </a:cubicBezTo>
                  <a:cubicBezTo>
                    <a:pt x="6037" y="11760"/>
                    <a:pt x="6049" y="11757"/>
                    <a:pt x="6060" y="11757"/>
                  </a:cubicBezTo>
                  <a:close/>
                  <a:moveTo>
                    <a:pt x="14988" y="15936"/>
                  </a:moveTo>
                  <a:cubicBezTo>
                    <a:pt x="15169" y="15936"/>
                    <a:pt x="15350" y="15950"/>
                    <a:pt x="15530" y="15977"/>
                  </a:cubicBezTo>
                  <a:cubicBezTo>
                    <a:pt x="16041" y="16054"/>
                    <a:pt x="16130" y="16309"/>
                    <a:pt x="16143" y="16488"/>
                  </a:cubicBezTo>
                  <a:cubicBezTo>
                    <a:pt x="16258" y="17483"/>
                    <a:pt x="14497" y="19550"/>
                    <a:pt x="12353" y="20431"/>
                  </a:cubicBezTo>
                  <a:cubicBezTo>
                    <a:pt x="11871" y="20644"/>
                    <a:pt x="11352" y="20750"/>
                    <a:pt x="10832" y="20750"/>
                  </a:cubicBezTo>
                  <a:cubicBezTo>
                    <a:pt x="10388" y="20750"/>
                    <a:pt x="9943" y="20673"/>
                    <a:pt x="9520" y="20520"/>
                  </a:cubicBezTo>
                  <a:cubicBezTo>
                    <a:pt x="9597" y="20227"/>
                    <a:pt x="9673" y="19946"/>
                    <a:pt x="9750" y="19691"/>
                  </a:cubicBezTo>
                  <a:cubicBezTo>
                    <a:pt x="9865" y="19282"/>
                    <a:pt x="9954" y="18925"/>
                    <a:pt x="10043" y="18581"/>
                  </a:cubicBezTo>
                  <a:cubicBezTo>
                    <a:pt x="10133" y="18542"/>
                    <a:pt x="10209" y="18478"/>
                    <a:pt x="10273" y="18427"/>
                  </a:cubicBezTo>
                  <a:lnTo>
                    <a:pt x="10554" y="18172"/>
                  </a:lnTo>
                  <a:cubicBezTo>
                    <a:pt x="11307" y="17521"/>
                    <a:pt x="12251" y="16705"/>
                    <a:pt x="13565" y="16220"/>
                  </a:cubicBezTo>
                  <a:cubicBezTo>
                    <a:pt x="14021" y="16034"/>
                    <a:pt x="14503" y="15936"/>
                    <a:pt x="14988" y="15936"/>
                  </a:cubicBezTo>
                  <a:close/>
                  <a:moveTo>
                    <a:pt x="3357" y="18874"/>
                  </a:moveTo>
                  <a:cubicBezTo>
                    <a:pt x="3740" y="18874"/>
                    <a:pt x="4276" y="19193"/>
                    <a:pt x="4658" y="19538"/>
                  </a:cubicBezTo>
                  <a:cubicBezTo>
                    <a:pt x="6815" y="21477"/>
                    <a:pt x="8027" y="24667"/>
                    <a:pt x="8040" y="24693"/>
                  </a:cubicBezTo>
                  <a:cubicBezTo>
                    <a:pt x="8040" y="24693"/>
                    <a:pt x="8053" y="24706"/>
                    <a:pt x="8053" y="24718"/>
                  </a:cubicBezTo>
                  <a:cubicBezTo>
                    <a:pt x="7938" y="25318"/>
                    <a:pt x="7823" y="25956"/>
                    <a:pt x="7708" y="26645"/>
                  </a:cubicBezTo>
                  <a:cubicBezTo>
                    <a:pt x="6509" y="26173"/>
                    <a:pt x="5526" y="25191"/>
                    <a:pt x="4965" y="24514"/>
                  </a:cubicBezTo>
                  <a:cubicBezTo>
                    <a:pt x="3523" y="22804"/>
                    <a:pt x="2604" y="20558"/>
                    <a:pt x="2859" y="19397"/>
                  </a:cubicBezTo>
                  <a:cubicBezTo>
                    <a:pt x="2948" y="18976"/>
                    <a:pt x="3140" y="18912"/>
                    <a:pt x="3204" y="18900"/>
                  </a:cubicBezTo>
                  <a:cubicBezTo>
                    <a:pt x="3255" y="18874"/>
                    <a:pt x="3306" y="18874"/>
                    <a:pt x="3357" y="18874"/>
                  </a:cubicBezTo>
                  <a:close/>
                  <a:moveTo>
                    <a:pt x="13458" y="22562"/>
                  </a:moveTo>
                  <a:cubicBezTo>
                    <a:pt x="13695" y="22562"/>
                    <a:pt x="13896" y="22603"/>
                    <a:pt x="14025" y="22702"/>
                  </a:cubicBezTo>
                  <a:cubicBezTo>
                    <a:pt x="14076" y="22753"/>
                    <a:pt x="14229" y="22868"/>
                    <a:pt x="14191" y="23289"/>
                  </a:cubicBezTo>
                  <a:cubicBezTo>
                    <a:pt x="14050" y="24323"/>
                    <a:pt x="11358" y="26849"/>
                    <a:pt x="9176" y="26939"/>
                  </a:cubicBezTo>
                  <a:cubicBezTo>
                    <a:pt x="9134" y="26940"/>
                    <a:pt x="9093" y="26941"/>
                    <a:pt x="9051" y="26941"/>
                  </a:cubicBezTo>
                  <a:cubicBezTo>
                    <a:pt x="8758" y="26941"/>
                    <a:pt x="8459" y="26902"/>
                    <a:pt x="8180" y="26824"/>
                  </a:cubicBezTo>
                  <a:cubicBezTo>
                    <a:pt x="8295" y="26071"/>
                    <a:pt x="8423" y="25382"/>
                    <a:pt x="8550" y="24744"/>
                  </a:cubicBezTo>
                  <a:lnTo>
                    <a:pt x="8589" y="24718"/>
                  </a:lnTo>
                  <a:cubicBezTo>
                    <a:pt x="9635" y="24042"/>
                    <a:pt x="10720" y="23353"/>
                    <a:pt x="11881" y="22906"/>
                  </a:cubicBezTo>
                  <a:cubicBezTo>
                    <a:pt x="12380" y="22720"/>
                    <a:pt x="12991" y="22562"/>
                    <a:pt x="13458" y="22562"/>
                  </a:cubicBezTo>
                  <a:close/>
                  <a:moveTo>
                    <a:pt x="1481" y="25012"/>
                  </a:moveTo>
                  <a:cubicBezTo>
                    <a:pt x="2527" y="25012"/>
                    <a:pt x="4633" y="26518"/>
                    <a:pt x="7083" y="31035"/>
                  </a:cubicBezTo>
                  <a:cubicBezTo>
                    <a:pt x="6994" y="31826"/>
                    <a:pt x="6904" y="32681"/>
                    <a:pt x="6815" y="33587"/>
                  </a:cubicBezTo>
                  <a:cubicBezTo>
                    <a:pt x="3969" y="32783"/>
                    <a:pt x="1723" y="29874"/>
                    <a:pt x="843" y="26888"/>
                  </a:cubicBezTo>
                  <a:cubicBezTo>
                    <a:pt x="575" y="25956"/>
                    <a:pt x="677" y="25267"/>
                    <a:pt x="1162" y="25076"/>
                  </a:cubicBezTo>
                  <a:cubicBezTo>
                    <a:pt x="1264" y="25037"/>
                    <a:pt x="1366" y="25012"/>
                    <a:pt x="1481" y="25012"/>
                  </a:cubicBezTo>
                  <a:close/>
                  <a:moveTo>
                    <a:pt x="14148" y="28307"/>
                  </a:moveTo>
                  <a:cubicBezTo>
                    <a:pt x="14369" y="28307"/>
                    <a:pt x="14557" y="28346"/>
                    <a:pt x="14701" y="28432"/>
                  </a:cubicBezTo>
                  <a:cubicBezTo>
                    <a:pt x="14905" y="28547"/>
                    <a:pt x="15007" y="28789"/>
                    <a:pt x="15007" y="29146"/>
                  </a:cubicBezTo>
                  <a:cubicBezTo>
                    <a:pt x="15007" y="30397"/>
                    <a:pt x="13068" y="33077"/>
                    <a:pt x="9367" y="33715"/>
                  </a:cubicBezTo>
                  <a:cubicBezTo>
                    <a:pt x="9046" y="33769"/>
                    <a:pt x="8719" y="33798"/>
                    <a:pt x="8390" y="33798"/>
                  </a:cubicBezTo>
                  <a:cubicBezTo>
                    <a:pt x="8027" y="33798"/>
                    <a:pt x="7662" y="33763"/>
                    <a:pt x="7300" y="33689"/>
                  </a:cubicBezTo>
                  <a:cubicBezTo>
                    <a:pt x="7389" y="32796"/>
                    <a:pt x="7478" y="31966"/>
                    <a:pt x="7568" y="31175"/>
                  </a:cubicBezTo>
                  <a:cubicBezTo>
                    <a:pt x="7759" y="31099"/>
                    <a:pt x="8065" y="30933"/>
                    <a:pt x="8652" y="30601"/>
                  </a:cubicBezTo>
                  <a:cubicBezTo>
                    <a:pt x="10050" y="29820"/>
                    <a:pt x="12758" y="28307"/>
                    <a:pt x="14148" y="28307"/>
                  </a:cubicBezTo>
                  <a:close/>
                  <a:moveTo>
                    <a:pt x="13910" y="1"/>
                  </a:moveTo>
                  <a:cubicBezTo>
                    <a:pt x="12723" y="1"/>
                    <a:pt x="11996" y="2272"/>
                    <a:pt x="11792" y="3791"/>
                  </a:cubicBezTo>
                  <a:cubicBezTo>
                    <a:pt x="11511" y="5884"/>
                    <a:pt x="11983" y="7440"/>
                    <a:pt x="13068" y="8104"/>
                  </a:cubicBezTo>
                  <a:cubicBezTo>
                    <a:pt x="12685" y="8984"/>
                    <a:pt x="12353" y="9814"/>
                    <a:pt x="12047" y="10605"/>
                  </a:cubicBezTo>
                  <a:cubicBezTo>
                    <a:pt x="11830" y="9099"/>
                    <a:pt x="11256" y="6305"/>
                    <a:pt x="9954" y="5182"/>
                  </a:cubicBezTo>
                  <a:cubicBezTo>
                    <a:pt x="9716" y="4979"/>
                    <a:pt x="9505" y="4909"/>
                    <a:pt x="9329" y="4909"/>
                  </a:cubicBezTo>
                  <a:cubicBezTo>
                    <a:pt x="9062" y="4909"/>
                    <a:pt x="8872" y="5069"/>
                    <a:pt x="8780" y="5169"/>
                  </a:cubicBezTo>
                  <a:cubicBezTo>
                    <a:pt x="8168" y="5820"/>
                    <a:pt x="8078" y="7645"/>
                    <a:pt x="8257" y="9150"/>
                  </a:cubicBezTo>
                  <a:cubicBezTo>
                    <a:pt x="8499" y="11205"/>
                    <a:pt x="9188" y="12940"/>
                    <a:pt x="10158" y="13936"/>
                  </a:cubicBezTo>
                  <a:cubicBezTo>
                    <a:pt x="10324" y="14102"/>
                    <a:pt x="10516" y="14255"/>
                    <a:pt x="10720" y="14369"/>
                  </a:cubicBezTo>
                  <a:cubicBezTo>
                    <a:pt x="10375" y="15441"/>
                    <a:pt x="10094" y="16398"/>
                    <a:pt x="9865" y="17253"/>
                  </a:cubicBezTo>
                  <a:cubicBezTo>
                    <a:pt x="9176" y="14331"/>
                    <a:pt x="7440" y="11435"/>
                    <a:pt x="6164" y="11256"/>
                  </a:cubicBezTo>
                  <a:cubicBezTo>
                    <a:pt x="6127" y="11252"/>
                    <a:pt x="6087" y="11250"/>
                    <a:pt x="6043" y="11250"/>
                  </a:cubicBezTo>
                  <a:cubicBezTo>
                    <a:pt x="5770" y="11250"/>
                    <a:pt x="5380" y="11350"/>
                    <a:pt x="5105" y="11945"/>
                  </a:cubicBezTo>
                  <a:cubicBezTo>
                    <a:pt x="4327" y="13591"/>
                    <a:pt x="5998" y="18963"/>
                    <a:pt x="8640" y="20635"/>
                  </a:cubicBezTo>
                  <a:cubicBezTo>
                    <a:pt x="8742" y="20699"/>
                    <a:pt x="8831" y="20737"/>
                    <a:pt x="8933" y="20788"/>
                  </a:cubicBezTo>
                  <a:cubicBezTo>
                    <a:pt x="8716" y="21643"/>
                    <a:pt x="8461" y="22638"/>
                    <a:pt x="8219" y="23863"/>
                  </a:cubicBezTo>
                  <a:cubicBezTo>
                    <a:pt x="7734" y="22792"/>
                    <a:pt x="6636" y="20673"/>
                    <a:pt x="4990" y="19180"/>
                  </a:cubicBezTo>
                  <a:cubicBezTo>
                    <a:pt x="4823" y="19035"/>
                    <a:pt x="4051" y="18383"/>
                    <a:pt x="3340" y="18383"/>
                  </a:cubicBezTo>
                  <a:cubicBezTo>
                    <a:pt x="3237" y="18383"/>
                    <a:pt x="3136" y="18397"/>
                    <a:pt x="3038" y="18427"/>
                  </a:cubicBezTo>
                  <a:cubicBezTo>
                    <a:pt x="2808" y="18504"/>
                    <a:pt x="2489" y="18721"/>
                    <a:pt x="2361" y="19295"/>
                  </a:cubicBezTo>
                  <a:cubicBezTo>
                    <a:pt x="2081" y="20609"/>
                    <a:pt x="3025" y="22996"/>
                    <a:pt x="4582" y="24846"/>
                  </a:cubicBezTo>
                  <a:cubicBezTo>
                    <a:pt x="5182" y="25573"/>
                    <a:pt x="6266" y="26671"/>
                    <a:pt x="7606" y="27168"/>
                  </a:cubicBezTo>
                  <a:cubicBezTo>
                    <a:pt x="7466" y="28087"/>
                    <a:pt x="7313" y="29095"/>
                    <a:pt x="7172" y="30193"/>
                  </a:cubicBezTo>
                  <a:cubicBezTo>
                    <a:pt x="4899" y="26206"/>
                    <a:pt x="2793" y="24519"/>
                    <a:pt x="1466" y="24519"/>
                  </a:cubicBezTo>
                  <a:cubicBezTo>
                    <a:pt x="1281" y="24519"/>
                    <a:pt x="1111" y="24552"/>
                    <a:pt x="958" y="24616"/>
                  </a:cubicBezTo>
                  <a:cubicBezTo>
                    <a:pt x="230" y="24910"/>
                    <a:pt x="1" y="25829"/>
                    <a:pt x="358" y="27028"/>
                  </a:cubicBezTo>
                  <a:cubicBezTo>
                    <a:pt x="1290" y="30193"/>
                    <a:pt x="3689" y="33243"/>
                    <a:pt x="6751" y="34085"/>
                  </a:cubicBezTo>
                  <a:cubicBezTo>
                    <a:pt x="6713" y="34582"/>
                    <a:pt x="6662" y="35093"/>
                    <a:pt x="6624" y="35616"/>
                  </a:cubicBezTo>
                  <a:cubicBezTo>
                    <a:pt x="6611" y="35756"/>
                    <a:pt x="6713" y="35884"/>
                    <a:pt x="6853" y="35897"/>
                  </a:cubicBezTo>
                  <a:lnTo>
                    <a:pt x="6866" y="35897"/>
                  </a:lnTo>
                  <a:cubicBezTo>
                    <a:pt x="6994" y="35897"/>
                    <a:pt x="7108" y="35795"/>
                    <a:pt x="7121" y="35667"/>
                  </a:cubicBezTo>
                  <a:cubicBezTo>
                    <a:pt x="7159" y="35157"/>
                    <a:pt x="7198" y="34672"/>
                    <a:pt x="7249" y="34187"/>
                  </a:cubicBezTo>
                  <a:cubicBezTo>
                    <a:pt x="7619" y="34263"/>
                    <a:pt x="7989" y="34302"/>
                    <a:pt x="8372" y="34302"/>
                  </a:cubicBezTo>
                  <a:cubicBezTo>
                    <a:pt x="8729" y="34302"/>
                    <a:pt x="9086" y="34263"/>
                    <a:pt x="9444" y="34200"/>
                  </a:cubicBezTo>
                  <a:cubicBezTo>
                    <a:pt x="13463" y="33511"/>
                    <a:pt x="15492" y="30588"/>
                    <a:pt x="15492" y="29146"/>
                  </a:cubicBezTo>
                  <a:cubicBezTo>
                    <a:pt x="15492" y="28598"/>
                    <a:pt x="15314" y="28215"/>
                    <a:pt x="14943" y="27998"/>
                  </a:cubicBezTo>
                  <a:cubicBezTo>
                    <a:pt x="14729" y="27872"/>
                    <a:pt x="14462" y="27816"/>
                    <a:pt x="14155" y="27816"/>
                  </a:cubicBezTo>
                  <a:cubicBezTo>
                    <a:pt x="12747" y="27816"/>
                    <a:pt x="10482" y="29004"/>
                    <a:pt x="8397" y="30167"/>
                  </a:cubicBezTo>
                  <a:cubicBezTo>
                    <a:pt x="8129" y="30320"/>
                    <a:pt x="7836" y="30486"/>
                    <a:pt x="7632" y="30588"/>
                  </a:cubicBezTo>
                  <a:cubicBezTo>
                    <a:pt x="7785" y="29376"/>
                    <a:pt x="7938" y="28279"/>
                    <a:pt x="8091" y="27296"/>
                  </a:cubicBezTo>
                  <a:cubicBezTo>
                    <a:pt x="8397" y="27373"/>
                    <a:pt x="8716" y="27411"/>
                    <a:pt x="9035" y="27424"/>
                  </a:cubicBezTo>
                  <a:lnTo>
                    <a:pt x="9188" y="27424"/>
                  </a:lnTo>
                  <a:cubicBezTo>
                    <a:pt x="11677" y="27309"/>
                    <a:pt x="14522" y="24553"/>
                    <a:pt x="14676" y="23340"/>
                  </a:cubicBezTo>
                  <a:cubicBezTo>
                    <a:pt x="14752" y="22753"/>
                    <a:pt x="14535" y="22460"/>
                    <a:pt x="14344" y="22307"/>
                  </a:cubicBezTo>
                  <a:cubicBezTo>
                    <a:pt x="14109" y="22121"/>
                    <a:pt x="13788" y="22053"/>
                    <a:pt x="13446" y="22053"/>
                  </a:cubicBezTo>
                  <a:cubicBezTo>
                    <a:pt x="12802" y="22053"/>
                    <a:pt x="12082" y="22293"/>
                    <a:pt x="11715" y="22434"/>
                  </a:cubicBezTo>
                  <a:cubicBezTo>
                    <a:pt x="10643" y="22830"/>
                    <a:pt x="9648" y="23442"/>
                    <a:pt x="8678" y="24055"/>
                  </a:cubicBezTo>
                  <a:cubicBezTo>
                    <a:pt x="8933" y="22855"/>
                    <a:pt x="9176" y="21847"/>
                    <a:pt x="9393" y="20992"/>
                  </a:cubicBezTo>
                  <a:cubicBezTo>
                    <a:pt x="9839" y="21158"/>
                    <a:pt x="10299" y="21247"/>
                    <a:pt x="10771" y="21247"/>
                  </a:cubicBezTo>
                  <a:cubicBezTo>
                    <a:pt x="11383" y="21247"/>
                    <a:pt x="11983" y="21120"/>
                    <a:pt x="12544" y="20890"/>
                  </a:cubicBezTo>
                  <a:cubicBezTo>
                    <a:pt x="14778" y="19971"/>
                    <a:pt x="16794" y="17751"/>
                    <a:pt x="16641" y="16424"/>
                  </a:cubicBezTo>
                  <a:cubicBezTo>
                    <a:pt x="16602" y="16118"/>
                    <a:pt x="16424" y="15607"/>
                    <a:pt x="15607" y="15467"/>
                  </a:cubicBezTo>
                  <a:cubicBezTo>
                    <a:pt x="15408" y="15440"/>
                    <a:pt x="15208" y="15426"/>
                    <a:pt x="15009" y="15426"/>
                  </a:cubicBezTo>
                  <a:cubicBezTo>
                    <a:pt x="14454" y="15426"/>
                    <a:pt x="13903" y="15532"/>
                    <a:pt x="13387" y="15748"/>
                  </a:cubicBezTo>
                  <a:cubicBezTo>
                    <a:pt x="12009" y="16258"/>
                    <a:pt x="11039" y="17088"/>
                    <a:pt x="10248" y="17764"/>
                  </a:cubicBezTo>
                  <a:cubicBezTo>
                    <a:pt x="10490" y="16832"/>
                    <a:pt x="10796" y="15786"/>
                    <a:pt x="11179" y="14586"/>
                  </a:cubicBezTo>
                  <a:cubicBezTo>
                    <a:pt x="11485" y="14701"/>
                    <a:pt x="11830" y="14765"/>
                    <a:pt x="12162" y="14765"/>
                  </a:cubicBezTo>
                  <a:lnTo>
                    <a:pt x="12187" y="14765"/>
                  </a:lnTo>
                  <a:cubicBezTo>
                    <a:pt x="13974" y="14765"/>
                    <a:pt x="16003" y="13374"/>
                    <a:pt x="17189" y="12187"/>
                  </a:cubicBezTo>
                  <a:cubicBezTo>
                    <a:pt x="17610" y="11766"/>
                    <a:pt x="18274" y="10848"/>
                    <a:pt x="18057" y="10095"/>
                  </a:cubicBezTo>
                  <a:cubicBezTo>
                    <a:pt x="17981" y="9814"/>
                    <a:pt x="17776" y="9584"/>
                    <a:pt x="17508" y="9469"/>
                  </a:cubicBezTo>
                  <a:cubicBezTo>
                    <a:pt x="17340" y="9398"/>
                    <a:pt x="17147" y="9369"/>
                    <a:pt x="16944" y="9369"/>
                  </a:cubicBezTo>
                  <a:cubicBezTo>
                    <a:pt x="16050" y="9369"/>
                    <a:pt x="14946" y="9933"/>
                    <a:pt x="14790" y="10005"/>
                  </a:cubicBezTo>
                  <a:cubicBezTo>
                    <a:pt x="13489" y="10694"/>
                    <a:pt x="12749" y="11039"/>
                    <a:pt x="12353" y="11218"/>
                  </a:cubicBezTo>
                  <a:cubicBezTo>
                    <a:pt x="12698" y="10312"/>
                    <a:pt x="13080" y="9342"/>
                    <a:pt x="13514" y="8308"/>
                  </a:cubicBezTo>
                  <a:cubicBezTo>
                    <a:pt x="13565" y="8334"/>
                    <a:pt x="13629" y="8346"/>
                    <a:pt x="13693" y="8372"/>
                  </a:cubicBezTo>
                  <a:lnTo>
                    <a:pt x="13706" y="8385"/>
                  </a:lnTo>
                  <a:cubicBezTo>
                    <a:pt x="13923" y="8449"/>
                    <a:pt x="14165" y="8474"/>
                    <a:pt x="14395" y="8474"/>
                  </a:cubicBezTo>
                  <a:cubicBezTo>
                    <a:pt x="16436" y="8474"/>
                    <a:pt x="18414" y="6190"/>
                    <a:pt x="19052" y="4531"/>
                  </a:cubicBezTo>
                  <a:cubicBezTo>
                    <a:pt x="19320" y="3842"/>
                    <a:pt x="19333" y="3344"/>
                    <a:pt x="19091" y="2987"/>
                  </a:cubicBezTo>
                  <a:cubicBezTo>
                    <a:pt x="18900" y="2725"/>
                    <a:pt x="18599" y="2563"/>
                    <a:pt x="18280" y="2563"/>
                  </a:cubicBezTo>
                  <a:cubicBezTo>
                    <a:pt x="18257" y="2563"/>
                    <a:pt x="18234" y="2564"/>
                    <a:pt x="18210" y="2566"/>
                  </a:cubicBezTo>
                  <a:cubicBezTo>
                    <a:pt x="17317" y="2566"/>
                    <a:pt x="15977" y="3332"/>
                    <a:pt x="15441" y="3702"/>
                  </a:cubicBezTo>
                  <a:cubicBezTo>
                    <a:pt x="15428" y="2974"/>
                    <a:pt x="15339" y="2260"/>
                    <a:pt x="15173" y="1558"/>
                  </a:cubicBezTo>
                  <a:cubicBezTo>
                    <a:pt x="14918" y="524"/>
                    <a:pt x="14497" y="1"/>
                    <a:pt x="1391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1" name="Google Shape;521;p39">
            <a:extLst>
              <a:ext uri="{FF2B5EF4-FFF2-40B4-BE49-F238E27FC236}">
                <a16:creationId xmlns:a16="http://schemas.microsoft.com/office/drawing/2014/main" id="{60BBEF12-661A-FCAD-D802-FB82E4D44EB8}"/>
              </a:ext>
            </a:extLst>
          </p:cNvPr>
          <p:cNvGrpSpPr/>
          <p:nvPr/>
        </p:nvGrpSpPr>
        <p:grpSpPr>
          <a:xfrm>
            <a:off x="7695702" y="3083115"/>
            <a:ext cx="653267" cy="732771"/>
            <a:chOff x="3844875" y="2100375"/>
            <a:chExt cx="483150" cy="541950"/>
          </a:xfrm>
        </p:grpSpPr>
        <p:sp>
          <p:nvSpPr>
            <p:cNvPr id="522" name="Google Shape;522;p39">
              <a:extLst>
                <a:ext uri="{FF2B5EF4-FFF2-40B4-BE49-F238E27FC236}">
                  <a16:creationId xmlns:a16="http://schemas.microsoft.com/office/drawing/2014/main" id="{654F8B41-542D-229C-05F4-837B4FB2CF14}"/>
                </a:ext>
              </a:extLst>
            </p:cNvPr>
            <p:cNvSpPr/>
            <p:nvPr/>
          </p:nvSpPr>
          <p:spPr>
            <a:xfrm>
              <a:off x="3844875" y="2107500"/>
              <a:ext cx="483150" cy="465225"/>
            </a:xfrm>
            <a:custGeom>
              <a:avLst/>
              <a:gdLst/>
              <a:ahLst/>
              <a:cxnLst/>
              <a:rect l="l" t="t" r="r" b="b"/>
              <a:pathLst>
                <a:path w="19326" h="18609" extrusionOk="0">
                  <a:moveTo>
                    <a:pt x="11866" y="0"/>
                  </a:moveTo>
                  <a:cubicBezTo>
                    <a:pt x="11845" y="0"/>
                    <a:pt x="11825" y="2"/>
                    <a:pt x="11806" y="6"/>
                  </a:cubicBezTo>
                  <a:cubicBezTo>
                    <a:pt x="11500" y="57"/>
                    <a:pt x="10964" y="848"/>
                    <a:pt x="10721" y="1077"/>
                  </a:cubicBezTo>
                  <a:cubicBezTo>
                    <a:pt x="7659" y="3821"/>
                    <a:pt x="3907" y="4268"/>
                    <a:pt x="1980" y="7573"/>
                  </a:cubicBezTo>
                  <a:cubicBezTo>
                    <a:pt x="0" y="10954"/>
                    <a:pt x="2121" y="16196"/>
                    <a:pt x="6297" y="16196"/>
                  </a:cubicBezTo>
                  <a:cubicBezTo>
                    <a:pt x="6454" y="16196"/>
                    <a:pt x="6615" y="16189"/>
                    <a:pt x="6778" y="16173"/>
                  </a:cubicBezTo>
                  <a:cubicBezTo>
                    <a:pt x="6880" y="16161"/>
                    <a:pt x="8271" y="15893"/>
                    <a:pt x="8246" y="15829"/>
                  </a:cubicBezTo>
                  <a:lnTo>
                    <a:pt x="8246" y="15829"/>
                  </a:lnTo>
                  <a:cubicBezTo>
                    <a:pt x="8692" y="16913"/>
                    <a:pt x="9267" y="17832"/>
                    <a:pt x="10415" y="18317"/>
                  </a:cubicBezTo>
                  <a:cubicBezTo>
                    <a:pt x="10898" y="18514"/>
                    <a:pt x="11405" y="18608"/>
                    <a:pt x="11915" y="18608"/>
                  </a:cubicBezTo>
                  <a:cubicBezTo>
                    <a:pt x="15516" y="18608"/>
                    <a:pt x="19326" y="13896"/>
                    <a:pt x="16744" y="6922"/>
                  </a:cubicBezTo>
                  <a:cubicBezTo>
                    <a:pt x="15484" y="3528"/>
                    <a:pt x="12784" y="0"/>
                    <a:pt x="1186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39">
              <a:extLst>
                <a:ext uri="{FF2B5EF4-FFF2-40B4-BE49-F238E27FC236}">
                  <a16:creationId xmlns:a16="http://schemas.microsoft.com/office/drawing/2014/main" id="{D60AEB44-1E65-A32C-0B75-A3253AAA4C86}"/>
                </a:ext>
              </a:extLst>
            </p:cNvPr>
            <p:cNvSpPr/>
            <p:nvPr/>
          </p:nvSpPr>
          <p:spPr>
            <a:xfrm>
              <a:off x="3940950" y="2267075"/>
              <a:ext cx="117025" cy="162750"/>
            </a:xfrm>
            <a:custGeom>
              <a:avLst/>
              <a:gdLst/>
              <a:ahLst/>
              <a:cxnLst/>
              <a:rect l="l" t="t" r="r" b="b"/>
              <a:pathLst>
                <a:path w="4681" h="6510" extrusionOk="0">
                  <a:moveTo>
                    <a:pt x="166" y="0"/>
                  </a:moveTo>
                  <a:cubicBezTo>
                    <a:pt x="158" y="0"/>
                    <a:pt x="149" y="1"/>
                    <a:pt x="141" y="3"/>
                  </a:cubicBezTo>
                  <a:cubicBezTo>
                    <a:pt x="51" y="28"/>
                    <a:pt x="0" y="105"/>
                    <a:pt x="13" y="194"/>
                  </a:cubicBezTo>
                  <a:cubicBezTo>
                    <a:pt x="523" y="2632"/>
                    <a:pt x="2310" y="5069"/>
                    <a:pt x="4352" y="6473"/>
                  </a:cubicBezTo>
                  <a:cubicBezTo>
                    <a:pt x="4385" y="6499"/>
                    <a:pt x="4420" y="6510"/>
                    <a:pt x="4453" y="6510"/>
                  </a:cubicBezTo>
                  <a:cubicBezTo>
                    <a:pt x="4582" y="6510"/>
                    <a:pt x="4680" y="6339"/>
                    <a:pt x="4569" y="6217"/>
                  </a:cubicBezTo>
                  <a:cubicBezTo>
                    <a:pt x="3701" y="5324"/>
                    <a:pt x="2884" y="4367"/>
                    <a:pt x="2157" y="3359"/>
                  </a:cubicBezTo>
                  <a:cubicBezTo>
                    <a:pt x="531" y="1100"/>
                    <a:pt x="462" y="0"/>
                    <a:pt x="1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39">
              <a:extLst>
                <a:ext uri="{FF2B5EF4-FFF2-40B4-BE49-F238E27FC236}">
                  <a16:creationId xmlns:a16="http://schemas.microsoft.com/office/drawing/2014/main" id="{21B089A5-E302-278B-5615-CF2F2D902AF3}"/>
                </a:ext>
              </a:extLst>
            </p:cNvPr>
            <p:cNvSpPr/>
            <p:nvPr/>
          </p:nvSpPr>
          <p:spPr>
            <a:xfrm>
              <a:off x="3989125" y="2222600"/>
              <a:ext cx="104925" cy="137875"/>
            </a:xfrm>
            <a:custGeom>
              <a:avLst/>
              <a:gdLst/>
              <a:ahLst/>
              <a:cxnLst/>
              <a:rect l="l" t="t" r="r" b="b"/>
              <a:pathLst>
                <a:path w="4197" h="5515" extrusionOk="0">
                  <a:moveTo>
                    <a:pt x="190" y="1"/>
                  </a:moveTo>
                  <a:cubicBezTo>
                    <a:pt x="174" y="1"/>
                    <a:pt x="158" y="3"/>
                    <a:pt x="140" y="8"/>
                  </a:cubicBezTo>
                  <a:cubicBezTo>
                    <a:pt x="51" y="34"/>
                    <a:pt x="0" y="110"/>
                    <a:pt x="26" y="200"/>
                  </a:cubicBezTo>
                  <a:cubicBezTo>
                    <a:pt x="587" y="2165"/>
                    <a:pt x="2131" y="4334"/>
                    <a:pt x="3867" y="5482"/>
                  </a:cubicBezTo>
                  <a:cubicBezTo>
                    <a:pt x="3899" y="5505"/>
                    <a:pt x="3933" y="5515"/>
                    <a:pt x="3965" y="5515"/>
                  </a:cubicBezTo>
                  <a:cubicBezTo>
                    <a:pt x="4095" y="5515"/>
                    <a:pt x="4196" y="5353"/>
                    <a:pt x="4084" y="5240"/>
                  </a:cubicBezTo>
                  <a:cubicBezTo>
                    <a:pt x="545" y="1237"/>
                    <a:pt x="530" y="1"/>
                    <a:pt x="1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39">
              <a:extLst>
                <a:ext uri="{FF2B5EF4-FFF2-40B4-BE49-F238E27FC236}">
                  <a16:creationId xmlns:a16="http://schemas.microsoft.com/office/drawing/2014/main" id="{0CC0FD26-1477-641B-6CC6-B705602FDAD6}"/>
                </a:ext>
              </a:extLst>
            </p:cNvPr>
            <p:cNvSpPr/>
            <p:nvPr/>
          </p:nvSpPr>
          <p:spPr>
            <a:xfrm>
              <a:off x="4112575" y="2380275"/>
              <a:ext cx="141850" cy="70325"/>
            </a:xfrm>
            <a:custGeom>
              <a:avLst/>
              <a:gdLst/>
              <a:ahLst/>
              <a:cxnLst/>
              <a:rect l="l" t="t" r="r" b="b"/>
              <a:pathLst>
                <a:path w="5674" h="2813" extrusionOk="0">
                  <a:moveTo>
                    <a:pt x="5457" y="0"/>
                  </a:moveTo>
                  <a:cubicBezTo>
                    <a:pt x="5434" y="0"/>
                    <a:pt x="5410" y="6"/>
                    <a:pt x="5386" y="18"/>
                  </a:cubicBezTo>
                  <a:cubicBezTo>
                    <a:pt x="2935" y="1409"/>
                    <a:pt x="2514" y="1587"/>
                    <a:pt x="154" y="2493"/>
                  </a:cubicBezTo>
                  <a:cubicBezTo>
                    <a:pt x="1" y="2570"/>
                    <a:pt x="52" y="2812"/>
                    <a:pt x="230" y="2812"/>
                  </a:cubicBezTo>
                  <a:cubicBezTo>
                    <a:pt x="2119" y="2659"/>
                    <a:pt x="4314" y="1574"/>
                    <a:pt x="5577" y="260"/>
                  </a:cubicBezTo>
                  <a:cubicBezTo>
                    <a:pt x="5674" y="153"/>
                    <a:pt x="5580" y="0"/>
                    <a:pt x="545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39">
              <a:extLst>
                <a:ext uri="{FF2B5EF4-FFF2-40B4-BE49-F238E27FC236}">
                  <a16:creationId xmlns:a16="http://schemas.microsoft.com/office/drawing/2014/main" id="{4F9895C6-E3C3-AAEE-4196-B850A43949A9}"/>
                </a:ext>
              </a:extLst>
            </p:cNvPr>
            <p:cNvSpPr/>
            <p:nvPr/>
          </p:nvSpPr>
          <p:spPr>
            <a:xfrm>
              <a:off x="3906175" y="2355250"/>
              <a:ext cx="100375" cy="108175"/>
            </a:xfrm>
            <a:custGeom>
              <a:avLst/>
              <a:gdLst/>
              <a:ahLst/>
              <a:cxnLst/>
              <a:rect l="l" t="t" r="r" b="b"/>
              <a:pathLst>
                <a:path w="4015" h="4327" extrusionOk="0">
                  <a:moveTo>
                    <a:pt x="181" y="1"/>
                  </a:moveTo>
                  <a:cubicBezTo>
                    <a:pt x="164" y="1"/>
                    <a:pt x="147" y="4"/>
                    <a:pt x="128" y="11"/>
                  </a:cubicBezTo>
                  <a:cubicBezTo>
                    <a:pt x="39" y="36"/>
                    <a:pt x="0" y="125"/>
                    <a:pt x="26" y="215"/>
                  </a:cubicBezTo>
                  <a:cubicBezTo>
                    <a:pt x="600" y="1835"/>
                    <a:pt x="2119" y="3558"/>
                    <a:pt x="3714" y="4311"/>
                  </a:cubicBezTo>
                  <a:cubicBezTo>
                    <a:pt x="3739" y="4322"/>
                    <a:pt x="3764" y="4327"/>
                    <a:pt x="3788" y="4327"/>
                  </a:cubicBezTo>
                  <a:cubicBezTo>
                    <a:pt x="3927" y="4327"/>
                    <a:pt x="4014" y="4152"/>
                    <a:pt x="3905" y="4043"/>
                  </a:cubicBezTo>
                  <a:cubicBezTo>
                    <a:pt x="581" y="948"/>
                    <a:pt x="462" y="1"/>
                    <a:pt x="18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39">
              <a:extLst>
                <a:ext uri="{FF2B5EF4-FFF2-40B4-BE49-F238E27FC236}">
                  <a16:creationId xmlns:a16="http://schemas.microsoft.com/office/drawing/2014/main" id="{4D070C09-DADC-D6B7-C3DA-EF8E78B911FA}"/>
                </a:ext>
              </a:extLst>
            </p:cNvPr>
            <p:cNvSpPr/>
            <p:nvPr/>
          </p:nvSpPr>
          <p:spPr>
            <a:xfrm>
              <a:off x="4107475" y="2477200"/>
              <a:ext cx="126675" cy="51125"/>
            </a:xfrm>
            <a:custGeom>
              <a:avLst/>
              <a:gdLst/>
              <a:ahLst/>
              <a:cxnLst/>
              <a:rect l="l" t="t" r="r" b="b"/>
              <a:pathLst>
                <a:path w="5067" h="2045" extrusionOk="0">
                  <a:moveTo>
                    <a:pt x="4919" y="0"/>
                  </a:moveTo>
                  <a:cubicBezTo>
                    <a:pt x="4689" y="0"/>
                    <a:pt x="4160" y="491"/>
                    <a:pt x="2552" y="1041"/>
                  </a:cubicBezTo>
                  <a:cubicBezTo>
                    <a:pt x="651" y="1730"/>
                    <a:pt x="51" y="1526"/>
                    <a:pt x="13" y="1819"/>
                  </a:cubicBezTo>
                  <a:cubicBezTo>
                    <a:pt x="0" y="1909"/>
                    <a:pt x="77" y="1998"/>
                    <a:pt x="166" y="2011"/>
                  </a:cubicBezTo>
                  <a:cubicBezTo>
                    <a:pt x="349" y="2033"/>
                    <a:pt x="537" y="2044"/>
                    <a:pt x="729" y="2044"/>
                  </a:cubicBezTo>
                  <a:cubicBezTo>
                    <a:pt x="2258" y="2044"/>
                    <a:pt x="3995" y="1340"/>
                    <a:pt x="5015" y="262"/>
                  </a:cubicBezTo>
                  <a:cubicBezTo>
                    <a:pt x="5054" y="211"/>
                    <a:pt x="5066" y="148"/>
                    <a:pt x="5041" y="84"/>
                  </a:cubicBezTo>
                  <a:cubicBezTo>
                    <a:pt x="5010" y="26"/>
                    <a:pt x="4972" y="0"/>
                    <a:pt x="49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39">
              <a:extLst>
                <a:ext uri="{FF2B5EF4-FFF2-40B4-BE49-F238E27FC236}">
                  <a16:creationId xmlns:a16="http://schemas.microsoft.com/office/drawing/2014/main" id="{A76F6FAA-6859-2CDD-C8E9-4F49C720F780}"/>
                </a:ext>
              </a:extLst>
            </p:cNvPr>
            <p:cNvSpPr/>
            <p:nvPr/>
          </p:nvSpPr>
          <p:spPr>
            <a:xfrm>
              <a:off x="4133300" y="2281675"/>
              <a:ext cx="110425" cy="81025"/>
            </a:xfrm>
            <a:custGeom>
              <a:avLst/>
              <a:gdLst/>
              <a:ahLst/>
              <a:cxnLst/>
              <a:rect l="l" t="t" r="r" b="b"/>
              <a:pathLst>
                <a:path w="4417" h="3241" extrusionOk="0">
                  <a:moveTo>
                    <a:pt x="4269" y="0"/>
                  </a:moveTo>
                  <a:cubicBezTo>
                    <a:pt x="4142" y="0"/>
                    <a:pt x="3912" y="223"/>
                    <a:pt x="3166" y="797"/>
                  </a:cubicBezTo>
                  <a:cubicBezTo>
                    <a:pt x="473" y="2864"/>
                    <a:pt x="1" y="2851"/>
                    <a:pt x="78" y="3119"/>
                  </a:cubicBezTo>
                  <a:cubicBezTo>
                    <a:pt x="99" y="3193"/>
                    <a:pt x="163" y="3241"/>
                    <a:pt x="235" y="3241"/>
                  </a:cubicBezTo>
                  <a:cubicBezTo>
                    <a:pt x="251" y="3241"/>
                    <a:pt x="266" y="3239"/>
                    <a:pt x="282" y="3234"/>
                  </a:cubicBezTo>
                  <a:cubicBezTo>
                    <a:pt x="1928" y="2698"/>
                    <a:pt x="3370" y="1665"/>
                    <a:pt x="4378" y="248"/>
                  </a:cubicBezTo>
                  <a:cubicBezTo>
                    <a:pt x="4416" y="197"/>
                    <a:pt x="4416" y="121"/>
                    <a:pt x="4378" y="70"/>
                  </a:cubicBezTo>
                  <a:cubicBezTo>
                    <a:pt x="4343" y="25"/>
                    <a:pt x="4312" y="0"/>
                    <a:pt x="42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39">
              <a:extLst>
                <a:ext uri="{FF2B5EF4-FFF2-40B4-BE49-F238E27FC236}">
                  <a16:creationId xmlns:a16="http://schemas.microsoft.com/office/drawing/2014/main" id="{C63AAA2C-06BC-E6AE-669A-3077AFECDD1E}"/>
                </a:ext>
              </a:extLst>
            </p:cNvPr>
            <p:cNvSpPr/>
            <p:nvPr/>
          </p:nvSpPr>
          <p:spPr>
            <a:xfrm>
              <a:off x="4140975" y="2202275"/>
              <a:ext cx="67900" cy="66675"/>
            </a:xfrm>
            <a:custGeom>
              <a:avLst/>
              <a:gdLst/>
              <a:ahLst/>
              <a:cxnLst/>
              <a:rect l="l" t="t" r="r" b="b"/>
              <a:pathLst>
                <a:path w="2716" h="2667" extrusionOk="0">
                  <a:moveTo>
                    <a:pt x="2524" y="1"/>
                  </a:moveTo>
                  <a:cubicBezTo>
                    <a:pt x="2483" y="1"/>
                    <a:pt x="2442" y="17"/>
                    <a:pt x="2412" y="56"/>
                  </a:cubicBezTo>
                  <a:cubicBezTo>
                    <a:pt x="689" y="1944"/>
                    <a:pt x="1646" y="949"/>
                    <a:pt x="115" y="2365"/>
                  </a:cubicBezTo>
                  <a:cubicBezTo>
                    <a:pt x="0" y="2480"/>
                    <a:pt x="81" y="2666"/>
                    <a:pt x="219" y="2666"/>
                  </a:cubicBezTo>
                  <a:cubicBezTo>
                    <a:pt x="235" y="2666"/>
                    <a:pt x="251" y="2664"/>
                    <a:pt x="268" y="2659"/>
                  </a:cubicBezTo>
                  <a:cubicBezTo>
                    <a:pt x="1340" y="2378"/>
                    <a:pt x="2412" y="1306"/>
                    <a:pt x="2680" y="209"/>
                  </a:cubicBezTo>
                  <a:cubicBezTo>
                    <a:pt x="2716" y="92"/>
                    <a:pt x="2620" y="1"/>
                    <a:pt x="252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39">
              <a:extLst>
                <a:ext uri="{FF2B5EF4-FFF2-40B4-BE49-F238E27FC236}">
                  <a16:creationId xmlns:a16="http://schemas.microsoft.com/office/drawing/2014/main" id="{9422BD89-E34E-2D67-AAFF-9F3852B1090D}"/>
                </a:ext>
              </a:extLst>
            </p:cNvPr>
            <p:cNvSpPr/>
            <p:nvPr/>
          </p:nvSpPr>
          <p:spPr>
            <a:xfrm>
              <a:off x="4048125" y="2191775"/>
              <a:ext cx="56075" cy="70750"/>
            </a:xfrm>
            <a:custGeom>
              <a:avLst/>
              <a:gdLst/>
              <a:ahLst/>
              <a:cxnLst/>
              <a:rect l="l" t="t" r="r" b="b"/>
              <a:pathLst>
                <a:path w="2243" h="2830" extrusionOk="0">
                  <a:moveTo>
                    <a:pt x="182" y="1"/>
                  </a:moveTo>
                  <a:cubicBezTo>
                    <a:pt x="90" y="1"/>
                    <a:pt x="1" y="84"/>
                    <a:pt x="26" y="195"/>
                  </a:cubicBezTo>
                  <a:cubicBezTo>
                    <a:pt x="180" y="1190"/>
                    <a:pt x="1034" y="2351"/>
                    <a:pt x="1940" y="2811"/>
                  </a:cubicBezTo>
                  <a:cubicBezTo>
                    <a:pt x="1966" y="2823"/>
                    <a:pt x="1992" y="2829"/>
                    <a:pt x="2016" y="2829"/>
                  </a:cubicBezTo>
                  <a:cubicBezTo>
                    <a:pt x="2141" y="2829"/>
                    <a:pt x="2243" y="2685"/>
                    <a:pt x="2157" y="2568"/>
                  </a:cubicBezTo>
                  <a:lnTo>
                    <a:pt x="2157" y="2568"/>
                  </a:lnTo>
                  <a:cubicBezTo>
                    <a:pt x="2157" y="2568"/>
                    <a:pt x="2157" y="2568"/>
                    <a:pt x="2157" y="2568"/>
                  </a:cubicBezTo>
                  <a:cubicBezTo>
                    <a:pt x="2161" y="2568"/>
                    <a:pt x="447" y="245"/>
                    <a:pt x="307" y="67"/>
                  </a:cubicBezTo>
                  <a:cubicBezTo>
                    <a:pt x="273" y="21"/>
                    <a:pt x="227" y="1"/>
                    <a:pt x="1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39">
              <a:extLst>
                <a:ext uri="{FF2B5EF4-FFF2-40B4-BE49-F238E27FC236}">
                  <a16:creationId xmlns:a16="http://schemas.microsoft.com/office/drawing/2014/main" id="{5775DBFC-934A-31C9-CF1F-B17222BB0E70}"/>
                </a:ext>
              </a:extLst>
            </p:cNvPr>
            <p:cNvSpPr/>
            <p:nvPr/>
          </p:nvSpPr>
          <p:spPr>
            <a:xfrm>
              <a:off x="3861200" y="2100375"/>
              <a:ext cx="435150" cy="541950"/>
            </a:xfrm>
            <a:custGeom>
              <a:avLst/>
              <a:gdLst/>
              <a:ahLst/>
              <a:cxnLst/>
              <a:rect l="l" t="t" r="r" b="b"/>
              <a:pathLst>
                <a:path w="17406" h="21678" extrusionOk="0">
                  <a:moveTo>
                    <a:pt x="11197" y="571"/>
                  </a:moveTo>
                  <a:cubicBezTo>
                    <a:pt x="11308" y="571"/>
                    <a:pt x="11982" y="886"/>
                    <a:pt x="13207" y="2549"/>
                  </a:cubicBezTo>
                  <a:cubicBezTo>
                    <a:pt x="13705" y="3238"/>
                    <a:pt x="14152" y="3940"/>
                    <a:pt x="14560" y="4680"/>
                  </a:cubicBezTo>
                  <a:cubicBezTo>
                    <a:pt x="15045" y="5522"/>
                    <a:pt x="15453" y="6403"/>
                    <a:pt x="15798" y="7309"/>
                  </a:cubicBezTo>
                  <a:cubicBezTo>
                    <a:pt x="16934" y="10371"/>
                    <a:pt x="17189" y="14570"/>
                    <a:pt x="14509" y="17173"/>
                  </a:cubicBezTo>
                  <a:cubicBezTo>
                    <a:pt x="13540" y="18106"/>
                    <a:pt x="12374" y="18604"/>
                    <a:pt x="11244" y="18604"/>
                  </a:cubicBezTo>
                  <a:cubicBezTo>
                    <a:pt x="10768" y="18604"/>
                    <a:pt x="10298" y="18516"/>
                    <a:pt x="9851" y="18334"/>
                  </a:cubicBezTo>
                  <a:cubicBezTo>
                    <a:pt x="8767" y="17888"/>
                    <a:pt x="8256" y="16982"/>
                    <a:pt x="7861" y="16063"/>
                  </a:cubicBezTo>
                  <a:cubicBezTo>
                    <a:pt x="8575" y="14634"/>
                    <a:pt x="9175" y="13153"/>
                    <a:pt x="9647" y="11635"/>
                  </a:cubicBezTo>
                  <a:lnTo>
                    <a:pt x="9660" y="11635"/>
                  </a:lnTo>
                  <a:cubicBezTo>
                    <a:pt x="10464" y="9070"/>
                    <a:pt x="11140" y="4770"/>
                    <a:pt x="11395" y="1860"/>
                  </a:cubicBezTo>
                  <a:cubicBezTo>
                    <a:pt x="11408" y="1707"/>
                    <a:pt x="11293" y="1567"/>
                    <a:pt x="11127" y="1554"/>
                  </a:cubicBezTo>
                  <a:cubicBezTo>
                    <a:pt x="11120" y="1553"/>
                    <a:pt x="11112" y="1553"/>
                    <a:pt x="11104" y="1553"/>
                  </a:cubicBezTo>
                  <a:cubicBezTo>
                    <a:pt x="10960" y="1553"/>
                    <a:pt x="10833" y="1664"/>
                    <a:pt x="10808" y="1809"/>
                  </a:cubicBezTo>
                  <a:cubicBezTo>
                    <a:pt x="10566" y="4693"/>
                    <a:pt x="9902" y="8930"/>
                    <a:pt x="9098" y="11456"/>
                  </a:cubicBezTo>
                  <a:cubicBezTo>
                    <a:pt x="8614" y="12987"/>
                    <a:pt x="8014" y="14480"/>
                    <a:pt x="7299" y="15910"/>
                  </a:cubicBezTo>
                  <a:cubicBezTo>
                    <a:pt x="6708" y="16084"/>
                    <a:pt x="6141" y="16170"/>
                    <a:pt x="5604" y="16170"/>
                  </a:cubicBezTo>
                  <a:cubicBezTo>
                    <a:pt x="4022" y="16170"/>
                    <a:pt x="2701" y="15422"/>
                    <a:pt x="1787" y="13983"/>
                  </a:cubicBezTo>
                  <a:cubicBezTo>
                    <a:pt x="625" y="12158"/>
                    <a:pt x="523" y="9759"/>
                    <a:pt x="1557" y="8011"/>
                  </a:cubicBezTo>
                  <a:cubicBezTo>
                    <a:pt x="2654" y="6135"/>
                    <a:pt x="4390" y="5191"/>
                    <a:pt x="6240" y="4195"/>
                  </a:cubicBezTo>
                  <a:cubicBezTo>
                    <a:pt x="7567" y="3468"/>
                    <a:pt x="8945" y="2728"/>
                    <a:pt x="10234" y="1579"/>
                  </a:cubicBezTo>
                  <a:cubicBezTo>
                    <a:pt x="10362" y="1452"/>
                    <a:pt x="10477" y="1324"/>
                    <a:pt x="10579" y="1184"/>
                  </a:cubicBezTo>
                  <a:cubicBezTo>
                    <a:pt x="10898" y="801"/>
                    <a:pt x="11115" y="597"/>
                    <a:pt x="11191" y="571"/>
                  </a:cubicBezTo>
                  <a:cubicBezTo>
                    <a:pt x="11193" y="571"/>
                    <a:pt x="11195" y="571"/>
                    <a:pt x="11197" y="571"/>
                  </a:cubicBezTo>
                  <a:close/>
                  <a:moveTo>
                    <a:pt x="11191" y="1"/>
                  </a:moveTo>
                  <a:cubicBezTo>
                    <a:pt x="11156" y="1"/>
                    <a:pt x="11122" y="4"/>
                    <a:pt x="11089" y="10"/>
                  </a:cubicBezTo>
                  <a:cubicBezTo>
                    <a:pt x="10808" y="61"/>
                    <a:pt x="10540" y="367"/>
                    <a:pt x="10158" y="826"/>
                  </a:cubicBezTo>
                  <a:cubicBezTo>
                    <a:pt x="10068" y="929"/>
                    <a:pt x="9966" y="1043"/>
                    <a:pt x="9864" y="1146"/>
                  </a:cubicBezTo>
                  <a:cubicBezTo>
                    <a:pt x="8639" y="2243"/>
                    <a:pt x="7286" y="2970"/>
                    <a:pt x="5985" y="3685"/>
                  </a:cubicBezTo>
                  <a:cubicBezTo>
                    <a:pt x="4071" y="4718"/>
                    <a:pt x="2246" y="5688"/>
                    <a:pt x="1072" y="7704"/>
                  </a:cubicBezTo>
                  <a:cubicBezTo>
                    <a:pt x="0" y="9542"/>
                    <a:pt x="26" y="12005"/>
                    <a:pt x="1123" y="13983"/>
                  </a:cubicBezTo>
                  <a:cubicBezTo>
                    <a:pt x="1187" y="14085"/>
                    <a:pt x="1251" y="14187"/>
                    <a:pt x="1314" y="14302"/>
                  </a:cubicBezTo>
                  <a:cubicBezTo>
                    <a:pt x="2342" y="15905"/>
                    <a:pt x="3834" y="16747"/>
                    <a:pt x="5616" y="16747"/>
                  </a:cubicBezTo>
                  <a:cubicBezTo>
                    <a:pt x="6046" y="16747"/>
                    <a:pt x="6493" y="16698"/>
                    <a:pt x="6955" y="16599"/>
                  </a:cubicBezTo>
                  <a:lnTo>
                    <a:pt x="6955" y="16599"/>
                  </a:lnTo>
                  <a:cubicBezTo>
                    <a:pt x="6202" y="18002"/>
                    <a:pt x="5347" y="19355"/>
                    <a:pt x="4403" y="20644"/>
                  </a:cubicBezTo>
                  <a:cubicBezTo>
                    <a:pt x="4224" y="20899"/>
                    <a:pt x="4071" y="21116"/>
                    <a:pt x="3994" y="21244"/>
                  </a:cubicBezTo>
                  <a:cubicBezTo>
                    <a:pt x="3943" y="21333"/>
                    <a:pt x="3943" y="21448"/>
                    <a:pt x="3994" y="21537"/>
                  </a:cubicBezTo>
                  <a:cubicBezTo>
                    <a:pt x="4045" y="21626"/>
                    <a:pt x="4135" y="21677"/>
                    <a:pt x="4237" y="21677"/>
                  </a:cubicBezTo>
                  <a:lnTo>
                    <a:pt x="4313" y="21677"/>
                  </a:lnTo>
                  <a:cubicBezTo>
                    <a:pt x="4390" y="21652"/>
                    <a:pt x="4454" y="21601"/>
                    <a:pt x="4492" y="21537"/>
                  </a:cubicBezTo>
                  <a:cubicBezTo>
                    <a:pt x="4556" y="21422"/>
                    <a:pt x="4709" y="21218"/>
                    <a:pt x="4875" y="20976"/>
                  </a:cubicBezTo>
                  <a:cubicBezTo>
                    <a:pt x="5870" y="19623"/>
                    <a:pt x="6750" y="18194"/>
                    <a:pt x="7542" y="16714"/>
                  </a:cubicBezTo>
                  <a:cubicBezTo>
                    <a:pt x="7937" y="17543"/>
                    <a:pt x="8511" y="18398"/>
                    <a:pt x="9647" y="18857"/>
                  </a:cubicBezTo>
                  <a:cubicBezTo>
                    <a:pt x="10168" y="19070"/>
                    <a:pt x="10717" y="19173"/>
                    <a:pt x="11270" y="19173"/>
                  </a:cubicBezTo>
                  <a:cubicBezTo>
                    <a:pt x="12546" y="19173"/>
                    <a:pt x="13849" y="18622"/>
                    <a:pt x="14917" y="17581"/>
                  </a:cubicBezTo>
                  <a:cubicBezTo>
                    <a:pt x="16015" y="16522"/>
                    <a:pt x="16755" y="15055"/>
                    <a:pt x="17061" y="13357"/>
                  </a:cubicBezTo>
                  <a:cubicBezTo>
                    <a:pt x="17406" y="11431"/>
                    <a:pt x="17163" y="9325"/>
                    <a:pt x="16347" y="7117"/>
                  </a:cubicBezTo>
                  <a:lnTo>
                    <a:pt x="16359" y="7117"/>
                  </a:lnTo>
                  <a:cubicBezTo>
                    <a:pt x="15217" y="4025"/>
                    <a:pt x="12478" y="1"/>
                    <a:pt x="111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32" name="Google Shape;532;p39">
            <a:extLst>
              <a:ext uri="{FF2B5EF4-FFF2-40B4-BE49-F238E27FC236}">
                <a16:creationId xmlns:a16="http://schemas.microsoft.com/office/drawing/2014/main" id="{2394376D-A5B4-E6A8-EC28-849923A665C7}"/>
              </a:ext>
            </a:extLst>
          </p:cNvPr>
          <p:cNvSpPr/>
          <p:nvPr/>
        </p:nvSpPr>
        <p:spPr>
          <a:xfrm flipH="1">
            <a:off x="6992952" y="1772774"/>
            <a:ext cx="1070221" cy="866189"/>
          </a:xfrm>
          <a:custGeom>
            <a:avLst/>
            <a:gdLst/>
            <a:ahLst/>
            <a:cxnLst/>
            <a:rect l="l" t="t" r="r" b="b"/>
            <a:pathLst>
              <a:path w="31661" h="25625" fill="none" extrusionOk="0">
                <a:moveTo>
                  <a:pt x="24489" y="25267"/>
                </a:moveTo>
                <a:cubicBezTo>
                  <a:pt x="23404" y="24705"/>
                  <a:pt x="22358" y="23735"/>
                  <a:pt x="22383" y="22523"/>
                </a:cubicBezTo>
                <a:cubicBezTo>
                  <a:pt x="22421" y="20673"/>
                  <a:pt x="24872" y="19422"/>
                  <a:pt x="24616" y="17585"/>
                </a:cubicBezTo>
                <a:cubicBezTo>
                  <a:pt x="24463" y="16411"/>
                  <a:pt x="23213" y="15696"/>
                  <a:pt x="22051" y="15479"/>
                </a:cubicBezTo>
                <a:cubicBezTo>
                  <a:pt x="20877" y="15250"/>
                  <a:pt x="19652" y="15326"/>
                  <a:pt x="18555" y="14892"/>
                </a:cubicBezTo>
                <a:cubicBezTo>
                  <a:pt x="16934" y="14190"/>
                  <a:pt x="15965" y="12532"/>
                  <a:pt x="16143" y="10783"/>
                </a:cubicBezTo>
                <a:cubicBezTo>
                  <a:pt x="16347" y="9124"/>
                  <a:pt x="18147" y="7619"/>
                  <a:pt x="19652" y="8333"/>
                </a:cubicBezTo>
                <a:cubicBezTo>
                  <a:pt x="20112" y="8537"/>
                  <a:pt x="20469" y="8908"/>
                  <a:pt x="20788" y="9290"/>
                </a:cubicBezTo>
                <a:cubicBezTo>
                  <a:pt x="21299" y="9877"/>
                  <a:pt x="21783" y="10554"/>
                  <a:pt x="21847" y="11319"/>
                </a:cubicBezTo>
                <a:cubicBezTo>
                  <a:pt x="21962" y="12889"/>
                  <a:pt x="20367" y="13961"/>
                  <a:pt x="19002" y="14739"/>
                </a:cubicBezTo>
                <a:cubicBezTo>
                  <a:pt x="17636" y="15518"/>
                  <a:pt x="16092" y="16743"/>
                  <a:pt x="16398" y="18287"/>
                </a:cubicBezTo>
                <a:cubicBezTo>
                  <a:pt x="16692" y="19741"/>
                  <a:pt x="18657" y="20354"/>
                  <a:pt x="20010" y="19729"/>
                </a:cubicBezTo>
                <a:cubicBezTo>
                  <a:pt x="21375" y="19091"/>
                  <a:pt x="22179" y="17700"/>
                  <a:pt x="22728" y="16309"/>
                </a:cubicBezTo>
                <a:cubicBezTo>
                  <a:pt x="22945" y="15747"/>
                  <a:pt x="23174" y="15135"/>
                  <a:pt x="23685" y="14816"/>
                </a:cubicBezTo>
                <a:cubicBezTo>
                  <a:pt x="24259" y="14458"/>
                  <a:pt x="24999" y="14599"/>
                  <a:pt x="25675" y="14650"/>
                </a:cubicBezTo>
                <a:cubicBezTo>
                  <a:pt x="27526" y="14816"/>
                  <a:pt x="29542" y="14139"/>
                  <a:pt x="30588" y="12595"/>
                </a:cubicBezTo>
                <a:cubicBezTo>
                  <a:pt x="31647" y="11064"/>
                  <a:pt x="31392" y="8652"/>
                  <a:pt x="29810" y="7657"/>
                </a:cubicBezTo>
                <a:cubicBezTo>
                  <a:pt x="28700" y="6955"/>
                  <a:pt x="27194" y="7083"/>
                  <a:pt x="26084" y="7785"/>
                </a:cubicBezTo>
                <a:cubicBezTo>
                  <a:pt x="24974" y="8499"/>
                  <a:pt x="24246" y="9686"/>
                  <a:pt x="23889" y="10962"/>
                </a:cubicBezTo>
                <a:cubicBezTo>
                  <a:pt x="23468" y="12442"/>
                  <a:pt x="23570" y="14165"/>
                  <a:pt x="24527" y="15377"/>
                </a:cubicBezTo>
                <a:cubicBezTo>
                  <a:pt x="25484" y="16602"/>
                  <a:pt x="27436" y="17049"/>
                  <a:pt x="28649" y="16092"/>
                </a:cubicBezTo>
                <a:cubicBezTo>
                  <a:pt x="30116" y="14918"/>
                  <a:pt x="29682" y="12366"/>
                  <a:pt x="28215" y="11166"/>
                </a:cubicBezTo>
                <a:cubicBezTo>
                  <a:pt x="26747" y="9979"/>
                  <a:pt x="24706" y="9839"/>
                  <a:pt x="22817" y="9954"/>
                </a:cubicBezTo>
                <a:cubicBezTo>
                  <a:pt x="21541" y="10030"/>
                  <a:pt x="20201" y="10247"/>
                  <a:pt x="19257" y="11102"/>
                </a:cubicBezTo>
                <a:cubicBezTo>
                  <a:pt x="18300" y="11957"/>
                  <a:pt x="18032" y="13642"/>
                  <a:pt x="19002" y="14471"/>
                </a:cubicBezTo>
                <a:cubicBezTo>
                  <a:pt x="20010" y="15313"/>
                  <a:pt x="21669" y="14701"/>
                  <a:pt x="22409" y="13603"/>
                </a:cubicBezTo>
                <a:cubicBezTo>
                  <a:pt x="23162" y="12519"/>
                  <a:pt x="23302" y="11153"/>
                  <a:pt x="23595" y="9865"/>
                </a:cubicBezTo>
                <a:cubicBezTo>
                  <a:pt x="23876" y="8576"/>
                  <a:pt x="24438" y="7198"/>
                  <a:pt x="25624" y="6623"/>
                </a:cubicBezTo>
                <a:cubicBezTo>
                  <a:pt x="26211" y="6330"/>
                  <a:pt x="26900" y="6279"/>
                  <a:pt x="27487" y="5985"/>
                </a:cubicBezTo>
                <a:cubicBezTo>
                  <a:pt x="29185" y="5143"/>
                  <a:pt x="29236" y="2400"/>
                  <a:pt x="27768" y="1200"/>
                </a:cubicBezTo>
                <a:cubicBezTo>
                  <a:pt x="26301" y="1"/>
                  <a:pt x="23965" y="307"/>
                  <a:pt x="22562" y="1583"/>
                </a:cubicBezTo>
                <a:cubicBezTo>
                  <a:pt x="21720" y="2336"/>
                  <a:pt x="21158" y="3344"/>
                  <a:pt x="20482" y="4263"/>
                </a:cubicBezTo>
                <a:cubicBezTo>
                  <a:pt x="18606" y="6815"/>
                  <a:pt x="15875" y="8614"/>
                  <a:pt x="12787" y="9341"/>
                </a:cubicBezTo>
                <a:cubicBezTo>
                  <a:pt x="12455" y="9443"/>
                  <a:pt x="12098" y="9469"/>
                  <a:pt x="11754" y="9431"/>
                </a:cubicBezTo>
                <a:cubicBezTo>
                  <a:pt x="11383" y="9341"/>
                  <a:pt x="11039" y="9163"/>
                  <a:pt x="10771" y="8882"/>
                </a:cubicBezTo>
                <a:cubicBezTo>
                  <a:pt x="9750" y="7912"/>
                  <a:pt x="9508" y="6381"/>
                  <a:pt x="10158" y="5143"/>
                </a:cubicBezTo>
                <a:cubicBezTo>
                  <a:pt x="10822" y="3905"/>
                  <a:pt x="12226" y="3242"/>
                  <a:pt x="13591" y="3548"/>
                </a:cubicBezTo>
                <a:cubicBezTo>
                  <a:pt x="14867" y="3816"/>
                  <a:pt x="15837" y="4850"/>
                  <a:pt x="16845" y="5692"/>
                </a:cubicBezTo>
                <a:cubicBezTo>
                  <a:pt x="18006" y="6674"/>
                  <a:pt x="19423" y="7491"/>
                  <a:pt x="20941" y="7376"/>
                </a:cubicBezTo>
                <a:cubicBezTo>
                  <a:pt x="22447" y="7274"/>
                  <a:pt x="23927" y="5909"/>
                  <a:pt x="23685" y="4416"/>
                </a:cubicBezTo>
                <a:cubicBezTo>
                  <a:pt x="23417" y="2872"/>
                  <a:pt x="21490" y="2081"/>
                  <a:pt x="19971" y="2489"/>
                </a:cubicBezTo>
                <a:cubicBezTo>
                  <a:pt x="18453" y="2897"/>
                  <a:pt x="17304" y="4122"/>
                  <a:pt x="16296" y="5335"/>
                </a:cubicBezTo>
                <a:cubicBezTo>
                  <a:pt x="15518" y="6279"/>
                  <a:pt x="14625" y="7338"/>
                  <a:pt x="13400" y="7402"/>
                </a:cubicBezTo>
                <a:cubicBezTo>
                  <a:pt x="12034" y="7491"/>
                  <a:pt x="10873" y="6126"/>
                  <a:pt x="10784" y="4760"/>
                </a:cubicBezTo>
                <a:cubicBezTo>
                  <a:pt x="10707" y="3382"/>
                  <a:pt x="11473" y="2081"/>
                  <a:pt x="12443" y="1085"/>
                </a:cubicBezTo>
                <a:cubicBezTo>
                  <a:pt x="12953" y="562"/>
                  <a:pt x="13629" y="77"/>
                  <a:pt x="14369" y="166"/>
                </a:cubicBezTo>
                <a:cubicBezTo>
                  <a:pt x="15390" y="307"/>
                  <a:pt x="15901" y="1494"/>
                  <a:pt x="16105" y="2514"/>
                </a:cubicBezTo>
                <a:cubicBezTo>
                  <a:pt x="16654" y="5220"/>
                  <a:pt x="16296" y="8308"/>
                  <a:pt x="14357" y="10273"/>
                </a:cubicBezTo>
                <a:cubicBezTo>
                  <a:pt x="11958" y="12697"/>
                  <a:pt x="7428" y="12442"/>
                  <a:pt x="5335" y="9763"/>
                </a:cubicBezTo>
                <a:cubicBezTo>
                  <a:pt x="4773" y="9048"/>
                  <a:pt x="4365" y="8155"/>
                  <a:pt x="4442" y="7249"/>
                </a:cubicBezTo>
                <a:cubicBezTo>
                  <a:pt x="4531" y="6572"/>
                  <a:pt x="4799" y="5934"/>
                  <a:pt x="5233" y="5411"/>
                </a:cubicBezTo>
                <a:cubicBezTo>
                  <a:pt x="6011" y="4365"/>
                  <a:pt x="7211" y="3561"/>
                  <a:pt x="8525" y="3561"/>
                </a:cubicBezTo>
                <a:cubicBezTo>
                  <a:pt x="9827" y="3561"/>
                  <a:pt x="11141" y="4543"/>
                  <a:pt x="11256" y="5845"/>
                </a:cubicBezTo>
                <a:cubicBezTo>
                  <a:pt x="11358" y="7070"/>
                  <a:pt x="10414" y="8180"/>
                  <a:pt x="9291" y="8716"/>
                </a:cubicBezTo>
                <a:cubicBezTo>
                  <a:pt x="8168" y="9239"/>
                  <a:pt x="6892" y="9290"/>
                  <a:pt x="5679" y="9418"/>
                </a:cubicBezTo>
                <a:cubicBezTo>
                  <a:pt x="4454" y="9546"/>
                  <a:pt x="3166" y="9763"/>
                  <a:pt x="2196" y="10528"/>
                </a:cubicBezTo>
                <a:cubicBezTo>
                  <a:pt x="652" y="11740"/>
                  <a:pt x="511" y="14497"/>
                  <a:pt x="2170" y="15556"/>
                </a:cubicBezTo>
                <a:cubicBezTo>
                  <a:pt x="3497" y="16398"/>
                  <a:pt x="5373" y="15862"/>
                  <a:pt x="6458" y="14714"/>
                </a:cubicBezTo>
                <a:cubicBezTo>
                  <a:pt x="7555" y="13578"/>
                  <a:pt x="8040" y="11996"/>
                  <a:pt x="8397" y="10464"/>
                </a:cubicBezTo>
                <a:cubicBezTo>
                  <a:pt x="8653" y="9392"/>
                  <a:pt x="8831" y="8206"/>
                  <a:pt x="8283" y="7274"/>
                </a:cubicBezTo>
                <a:cubicBezTo>
                  <a:pt x="7849" y="6534"/>
                  <a:pt x="7019" y="6100"/>
                  <a:pt x="6177" y="5947"/>
                </a:cubicBezTo>
                <a:cubicBezTo>
                  <a:pt x="4556" y="5654"/>
                  <a:pt x="2821" y="6343"/>
                  <a:pt x="1685" y="7568"/>
                </a:cubicBezTo>
                <a:cubicBezTo>
                  <a:pt x="550" y="8780"/>
                  <a:pt x="1" y="10477"/>
                  <a:pt x="14" y="12136"/>
                </a:cubicBezTo>
                <a:cubicBezTo>
                  <a:pt x="14" y="13157"/>
                  <a:pt x="243" y="14203"/>
                  <a:pt x="830" y="15033"/>
                </a:cubicBezTo>
                <a:cubicBezTo>
                  <a:pt x="1953" y="16602"/>
                  <a:pt x="4186" y="17036"/>
                  <a:pt x="6037" y="16538"/>
                </a:cubicBezTo>
                <a:cubicBezTo>
                  <a:pt x="7517" y="16130"/>
                  <a:pt x="8831" y="15224"/>
                  <a:pt x="10299" y="14777"/>
                </a:cubicBezTo>
                <a:cubicBezTo>
                  <a:pt x="11779" y="14344"/>
                  <a:pt x="13655" y="14509"/>
                  <a:pt x="14472" y="15811"/>
                </a:cubicBezTo>
                <a:cubicBezTo>
                  <a:pt x="15250" y="17062"/>
                  <a:pt x="14574" y="18912"/>
                  <a:pt x="13234" y="19524"/>
                </a:cubicBezTo>
                <a:cubicBezTo>
                  <a:pt x="11894" y="20137"/>
                  <a:pt x="10197" y="19601"/>
                  <a:pt x="9278" y="18440"/>
                </a:cubicBezTo>
                <a:cubicBezTo>
                  <a:pt x="8372" y="17279"/>
                  <a:pt x="8206" y="15645"/>
                  <a:pt x="8640" y="14242"/>
                </a:cubicBezTo>
                <a:cubicBezTo>
                  <a:pt x="9125" y="12710"/>
                  <a:pt x="10312" y="11396"/>
                  <a:pt x="11830" y="10924"/>
                </a:cubicBezTo>
                <a:cubicBezTo>
                  <a:pt x="13999" y="10247"/>
                  <a:pt x="16590" y="11562"/>
                  <a:pt x="17330" y="13718"/>
                </a:cubicBezTo>
                <a:cubicBezTo>
                  <a:pt x="18057" y="15862"/>
                  <a:pt x="16820" y="18491"/>
                  <a:pt x="14688" y="19282"/>
                </a:cubicBezTo>
                <a:cubicBezTo>
                  <a:pt x="12966" y="19920"/>
                  <a:pt x="11001" y="19448"/>
                  <a:pt x="9240" y="19997"/>
                </a:cubicBezTo>
                <a:cubicBezTo>
                  <a:pt x="8449" y="20239"/>
                  <a:pt x="7721" y="20686"/>
                  <a:pt x="7147" y="21298"/>
                </a:cubicBezTo>
                <a:cubicBezTo>
                  <a:pt x="6764" y="21707"/>
                  <a:pt x="6445" y="22204"/>
                  <a:pt x="6394" y="22753"/>
                </a:cubicBezTo>
                <a:cubicBezTo>
                  <a:pt x="6330" y="23710"/>
                  <a:pt x="7160" y="24565"/>
                  <a:pt x="8091" y="24756"/>
                </a:cubicBezTo>
                <a:cubicBezTo>
                  <a:pt x="9035" y="24935"/>
                  <a:pt x="10005" y="24565"/>
                  <a:pt x="10771" y="23991"/>
                </a:cubicBezTo>
                <a:cubicBezTo>
                  <a:pt x="11856" y="23174"/>
                  <a:pt x="12621" y="21872"/>
                  <a:pt x="12583" y="20520"/>
                </a:cubicBezTo>
                <a:cubicBezTo>
                  <a:pt x="12557" y="19167"/>
                  <a:pt x="11600" y="17827"/>
                  <a:pt x="10273" y="17559"/>
                </a:cubicBezTo>
                <a:cubicBezTo>
                  <a:pt x="8946" y="17291"/>
                  <a:pt x="7440" y="18312"/>
                  <a:pt x="7389" y="19665"/>
                </a:cubicBezTo>
                <a:cubicBezTo>
                  <a:pt x="7338" y="20928"/>
                  <a:pt x="8512" y="22013"/>
                  <a:pt x="9776" y="22179"/>
                </a:cubicBezTo>
                <a:cubicBezTo>
                  <a:pt x="11026" y="22332"/>
                  <a:pt x="12277" y="21758"/>
                  <a:pt x="13247" y="20954"/>
                </a:cubicBezTo>
                <a:cubicBezTo>
                  <a:pt x="13987" y="20341"/>
                  <a:pt x="14612" y="19588"/>
                  <a:pt x="15480" y="19193"/>
                </a:cubicBezTo>
                <a:cubicBezTo>
                  <a:pt x="16985" y="18491"/>
                  <a:pt x="18989" y="19231"/>
                  <a:pt x="19678" y="20737"/>
                </a:cubicBezTo>
                <a:cubicBezTo>
                  <a:pt x="20367" y="22242"/>
                  <a:pt x="19627" y="24246"/>
                  <a:pt x="18121" y="24935"/>
                </a:cubicBezTo>
                <a:cubicBezTo>
                  <a:pt x="16615" y="25624"/>
                  <a:pt x="14612" y="24884"/>
                  <a:pt x="13936" y="23365"/>
                </a:cubicBezTo>
                <a:cubicBezTo>
                  <a:pt x="13566" y="22561"/>
                  <a:pt x="13553" y="21630"/>
                  <a:pt x="13668" y="20749"/>
                </a:cubicBezTo>
                <a:cubicBezTo>
                  <a:pt x="13834" y="19550"/>
                  <a:pt x="14216" y="18338"/>
                  <a:pt x="15020" y="17432"/>
                </a:cubicBezTo>
                <a:cubicBezTo>
                  <a:pt x="15811" y="16513"/>
                  <a:pt x="17075" y="15951"/>
                  <a:pt x="18261" y="16194"/>
                </a:cubicBezTo>
                <a:cubicBezTo>
                  <a:pt x="19448" y="16449"/>
                  <a:pt x="20431" y="17636"/>
                  <a:pt x="20227" y="18835"/>
                </a:cubicBezTo>
                <a:cubicBezTo>
                  <a:pt x="20112" y="19588"/>
                  <a:pt x="19589" y="20239"/>
                  <a:pt x="19589" y="21005"/>
                </a:cubicBezTo>
                <a:cubicBezTo>
                  <a:pt x="19589" y="21974"/>
                  <a:pt x="20482" y="22753"/>
                  <a:pt x="21413" y="23034"/>
                </a:cubicBezTo>
                <a:cubicBezTo>
                  <a:pt x="23621" y="23684"/>
                  <a:pt x="26199" y="22000"/>
                  <a:pt x="26530" y="19729"/>
                </a:cubicBezTo>
                <a:cubicBezTo>
                  <a:pt x="26862" y="17444"/>
                  <a:pt x="24923" y="15122"/>
                  <a:pt x="22626" y="15007"/>
                </a:cubicBezTo>
                <a:cubicBezTo>
                  <a:pt x="21758" y="14956"/>
                  <a:pt x="20737" y="15339"/>
                  <a:pt x="20584" y="16194"/>
                </a:cubicBezTo>
                <a:cubicBezTo>
                  <a:pt x="20444" y="16921"/>
                  <a:pt x="21056" y="17598"/>
                  <a:pt x="21720" y="17929"/>
                </a:cubicBezTo>
                <a:cubicBezTo>
                  <a:pt x="23340" y="18733"/>
                  <a:pt x="25548" y="18031"/>
                  <a:pt x="26416" y="16436"/>
                </a:cubicBezTo>
                <a:cubicBezTo>
                  <a:pt x="27322" y="14790"/>
                  <a:pt x="26798" y="12723"/>
                  <a:pt x="25918" y="11051"/>
                </a:cubicBezTo>
                <a:cubicBezTo>
                  <a:pt x="25050" y="9380"/>
                  <a:pt x="23851" y="7848"/>
                  <a:pt x="23366" y="6036"/>
                </a:cubicBezTo>
                <a:cubicBezTo>
                  <a:pt x="22894" y="4212"/>
                  <a:pt x="23430" y="1915"/>
                  <a:pt x="25165" y="1187"/>
                </a:cubicBezTo>
                <a:cubicBezTo>
                  <a:pt x="26900" y="460"/>
                  <a:pt x="28904" y="1672"/>
                  <a:pt x="30014" y="3204"/>
                </a:cubicBezTo>
                <a:cubicBezTo>
                  <a:pt x="31060" y="4658"/>
                  <a:pt x="31660" y="6560"/>
                  <a:pt x="31188" y="8282"/>
                </a:cubicBezTo>
                <a:cubicBezTo>
                  <a:pt x="30499" y="10745"/>
                  <a:pt x="27947" y="12149"/>
                  <a:pt x="26479" y="14242"/>
                </a:cubicBezTo>
                <a:cubicBezTo>
                  <a:pt x="26250" y="14573"/>
                  <a:pt x="26045" y="14931"/>
                  <a:pt x="26020" y="15339"/>
                </a:cubicBezTo>
                <a:cubicBezTo>
                  <a:pt x="25982" y="16322"/>
                  <a:pt x="27015" y="16947"/>
                  <a:pt x="27615" y="17725"/>
                </a:cubicBezTo>
                <a:cubicBezTo>
                  <a:pt x="28802" y="19307"/>
                  <a:pt x="28100" y="21758"/>
                  <a:pt x="26530" y="22957"/>
                </a:cubicBezTo>
                <a:cubicBezTo>
                  <a:pt x="24961" y="24169"/>
                  <a:pt x="22843" y="24361"/>
                  <a:pt x="20877" y="24169"/>
                </a:cubicBezTo>
                <a:cubicBezTo>
                  <a:pt x="18491" y="23940"/>
                  <a:pt x="16130" y="23187"/>
                  <a:pt x="14191" y="21783"/>
                </a:cubicBezTo>
                <a:cubicBezTo>
                  <a:pt x="12251" y="20392"/>
                  <a:pt x="10745" y="18312"/>
                  <a:pt x="10273" y="15964"/>
                </a:cubicBezTo>
                <a:cubicBezTo>
                  <a:pt x="9903" y="14139"/>
                  <a:pt x="10056" y="12034"/>
                  <a:pt x="8768" y="10707"/>
                </a:cubicBezTo>
                <a:cubicBezTo>
                  <a:pt x="7619" y="9507"/>
                  <a:pt x="5552" y="9456"/>
                  <a:pt x="4212" y="10413"/>
                </a:cubicBezTo>
                <a:cubicBezTo>
                  <a:pt x="2859" y="11383"/>
                  <a:pt x="2234" y="13170"/>
                  <a:pt x="2464" y="14816"/>
                </a:cubicBezTo>
                <a:cubicBezTo>
                  <a:pt x="2744" y="16883"/>
                  <a:pt x="4786" y="18848"/>
                  <a:pt x="6777" y="18197"/>
                </a:cubicBezTo>
                <a:cubicBezTo>
                  <a:pt x="8372" y="17674"/>
                  <a:pt x="9087" y="15824"/>
                  <a:pt x="9342" y="14152"/>
                </a:cubicBezTo>
                <a:cubicBezTo>
                  <a:pt x="9610" y="12493"/>
                  <a:pt x="9661" y="10681"/>
                  <a:pt x="10682" y="9354"/>
                </a:cubicBezTo>
                <a:cubicBezTo>
                  <a:pt x="11205" y="8691"/>
                  <a:pt x="11996" y="8180"/>
                  <a:pt x="12838" y="8218"/>
                </a:cubicBezTo>
                <a:cubicBezTo>
                  <a:pt x="13872" y="8257"/>
                  <a:pt x="14765" y="9137"/>
                  <a:pt x="14969" y="10145"/>
                </a:cubicBezTo>
                <a:cubicBezTo>
                  <a:pt x="15173" y="11166"/>
                  <a:pt x="14791" y="12238"/>
                  <a:pt x="14101" y="13016"/>
                </a:cubicBezTo>
                <a:cubicBezTo>
                  <a:pt x="13502" y="13667"/>
                  <a:pt x="12685" y="14178"/>
                  <a:pt x="12379" y="15007"/>
                </a:cubicBezTo>
                <a:cubicBezTo>
                  <a:pt x="12085" y="15837"/>
                  <a:pt x="12864" y="17036"/>
                  <a:pt x="13655" y="16628"/>
                </a:cubicBezTo>
              </a:path>
            </a:pathLst>
          </a:custGeom>
          <a:noFill/>
          <a:ln w="19050" cap="flat" cmpd="sng">
            <a:solidFill>
              <a:schemeClr val="dk1"/>
            </a:solidFill>
            <a:prstDash val="solid"/>
            <a:miter lim="1276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39">
            <a:extLst>
              <a:ext uri="{FF2B5EF4-FFF2-40B4-BE49-F238E27FC236}">
                <a16:creationId xmlns:a16="http://schemas.microsoft.com/office/drawing/2014/main" id="{3C81B83A-1981-ABCE-6BF3-8B5B898C084C}"/>
              </a:ext>
            </a:extLst>
          </p:cNvPr>
          <p:cNvSpPr/>
          <p:nvPr/>
        </p:nvSpPr>
        <p:spPr>
          <a:xfrm>
            <a:off x="6998750" y="3510449"/>
            <a:ext cx="381612" cy="413821"/>
          </a:xfrm>
          <a:custGeom>
            <a:avLst/>
            <a:gdLst/>
            <a:ahLst/>
            <a:cxnLst/>
            <a:rect l="l" t="t" r="r" b="b"/>
            <a:pathLst>
              <a:path w="12239" h="13272" extrusionOk="0">
                <a:moveTo>
                  <a:pt x="10087" y="496"/>
                </a:moveTo>
                <a:cubicBezTo>
                  <a:pt x="10089" y="496"/>
                  <a:pt x="10092" y="496"/>
                  <a:pt x="10095" y="497"/>
                </a:cubicBezTo>
                <a:cubicBezTo>
                  <a:pt x="10120" y="497"/>
                  <a:pt x="10158" y="535"/>
                  <a:pt x="10184" y="599"/>
                </a:cubicBezTo>
                <a:cubicBezTo>
                  <a:pt x="10222" y="663"/>
                  <a:pt x="10235" y="676"/>
                  <a:pt x="10248" y="714"/>
                </a:cubicBezTo>
                <a:cubicBezTo>
                  <a:pt x="11613" y="3151"/>
                  <a:pt x="11753" y="6635"/>
                  <a:pt x="10414" y="9085"/>
                </a:cubicBezTo>
                <a:cubicBezTo>
                  <a:pt x="9402" y="10913"/>
                  <a:pt x="7386" y="12554"/>
                  <a:pt x="5495" y="12554"/>
                </a:cubicBezTo>
                <a:cubicBezTo>
                  <a:pt x="5286" y="12554"/>
                  <a:pt x="5079" y="12534"/>
                  <a:pt x="4875" y="12492"/>
                </a:cubicBezTo>
                <a:cubicBezTo>
                  <a:pt x="4544" y="12428"/>
                  <a:pt x="4225" y="12301"/>
                  <a:pt x="3931" y="12122"/>
                </a:cubicBezTo>
                <a:cubicBezTo>
                  <a:pt x="7364" y="10246"/>
                  <a:pt x="9495" y="6431"/>
                  <a:pt x="10171" y="2781"/>
                </a:cubicBezTo>
                <a:cubicBezTo>
                  <a:pt x="10197" y="2641"/>
                  <a:pt x="10107" y="2513"/>
                  <a:pt x="9980" y="2488"/>
                </a:cubicBezTo>
                <a:cubicBezTo>
                  <a:pt x="9964" y="2485"/>
                  <a:pt x="9948" y="2483"/>
                  <a:pt x="9932" y="2483"/>
                </a:cubicBezTo>
                <a:cubicBezTo>
                  <a:pt x="9811" y="2483"/>
                  <a:pt x="9709" y="2568"/>
                  <a:pt x="9686" y="2692"/>
                </a:cubicBezTo>
                <a:cubicBezTo>
                  <a:pt x="9023" y="6265"/>
                  <a:pt x="6917" y="10029"/>
                  <a:pt x="3510" y="11790"/>
                </a:cubicBezTo>
                <a:cubicBezTo>
                  <a:pt x="2732" y="10884"/>
                  <a:pt x="3140" y="9008"/>
                  <a:pt x="3893" y="7834"/>
                </a:cubicBezTo>
                <a:cubicBezTo>
                  <a:pt x="5488" y="5346"/>
                  <a:pt x="6573" y="5499"/>
                  <a:pt x="8040" y="3853"/>
                </a:cubicBezTo>
                <a:cubicBezTo>
                  <a:pt x="9778" y="1926"/>
                  <a:pt x="9888" y="496"/>
                  <a:pt x="10087" y="496"/>
                </a:cubicBezTo>
                <a:close/>
                <a:moveTo>
                  <a:pt x="10066" y="0"/>
                </a:moveTo>
                <a:cubicBezTo>
                  <a:pt x="9693" y="0"/>
                  <a:pt x="9533" y="388"/>
                  <a:pt x="9406" y="701"/>
                </a:cubicBezTo>
                <a:cubicBezTo>
                  <a:pt x="9023" y="1748"/>
                  <a:pt x="8436" y="2705"/>
                  <a:pt x="7683" y="3521"/>
                </a:cubicBezTo>
                <a:cubicBezTo>
                  <a:pt x="7211" y="4032"/>
                  <a:pt x="6687" y="4478"/>
                  <a:pt x="6126" y="4848"/>
                </a:cubicBezTo>
                <a:cubicBezTo>
                  <a:pt x="5054" y="5550"/>
                  <a:pt x="4148" y="6469"/>
                  <a:pt x="3485" y="7566"/>
                </a:cubicBezTo>
                <a:cubicBezTo>
                  <a:pt x="2732" y="8740"/>
                  <a:pt x="2145" y="10820"/>
                  <a:pt x="3063" y="12020"/>
                </a:cubicBezTo>
                <a:cubicBezTo>
                  <a:pt x="2157" y="12428"/>
                  <a:pt x="1213" y="12683"/>
                  <a:pt x="231" y="12773"/>
                </a:cubicBezTo>
                <a:cubicBezTo>
                  <a:pt x="103" y="12786"/>
                  <a:pt x="1" y="12913"/>
                  <a:pt x="14" y="13053"/>
                </a:cubicBezTo>
                <a:lnTo>
                  <a:pt x="26" y="13053"/>
                </a:lnTo>
                <a:cubicBezTo>
                  <a:pt x="38" y="13174"/>
                  <a:pt x="141" y="13272"/>
                  <a:pt x="271" y="13272"/>
                </a:cubicBezTo>
                <a:cubicBezTo>
                  <a:pt x="279" y="13272"/>
                  <a:pt x="286" y="13271"/>
                  <a:pt x="294" y="13270"/>
                </a:cubicBezTo>
                <a:cubicBezTo>
                  <a:pt x="1379" y="13156"/>
                  <a:pt x="2438" y="12862"/>
                  <a:pt x="3434" y="12390"/>
                </a:cubicBezTo>
                <a:cubicBezTo>
                  <a:pt x="3459" y="12403"/>
                  <a:pt x="3472" y="12428"/>
                  <a:pt x="3497" y="12441"/>
                </a:cubicBezTo>
                <a:cubicBezTo>
                  <a:pt x="3880" y="12696"/>
                  <a:pt x="4314" y="12888"/>
                  <a:pt x="4773" y="12977"/>
                </a:cubicBezTo>
                <a:cubicBezTo>
                  <a:pt x="5011" y="13024"/>
                  <a:pt x="5250" y="13047"/>
                  <a:pt x="5490" y="13047"/>
                </a:cubicBezTo>
                <a:cubicBezTo>
                  <a:pt x="7639" y="13047"/>
                  <a:pt x="9790" y="11234"/>
                  <a:pt x="10835" y="9327"/>
                </a:cubicBezTo>
                <a:cubicBezTo>
                  <a:pt x="12238" y="6788"/>
                  <a:pt x="12162" y="3151"/>
                  <a:pt x="10682" y="471"/>
                </a:cubicBezTo>
                <a:cubicBezTo>
                  <a:pt x="10656" y="433"/>
                  <a:pt x="10631" y="395"/>
                  <a:pt x="10605" y="344"/>
                </a:cubicBezTo>
                <a:cubicBezTo>
                  <a:pt x="10528" y="178"/>
                  <a:pt x="10375" y="63"/>
                  <a:pt x="10184" y="12"/>
                </a:cubicBezTo>
                <a:cubicBezTo>
                  <a:pt x="10143" y="4"/>
                  <a:pt x="10103" y="0"/>
                  <a:pt x="100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953958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231"/>
        <p:cNvGrpSpPr/>
        <p:nvPr/>
      </p:nvGrpSpPr>
      <p:grpSpPr>
        <a:xfrm>
          <a:off x="0" y="0"/>
          <a:ext cx="0" cy="0"/>
          <a:chOff x="0" y="0"/>
          <a:chExt cx="0" cy="0"/>
        </a:xfrm>
      </p:grpSpPr>
      <p:sp>
        <p:nvSpPr>
          <p:cNvPr id="1232" name="Google Shape;1232;p57"/>
          <p:cNvSpPr txBox="1">
            <a:spLocks noGrp="1"/>
          </p:cNvSpPr>
          <p:nvPr>
            <p:ph type="subTitle" idx="1"/>
          </p:nvPr>
        </p:nvSpPr>
        <p:spPr>
          <a:xfrm>
            <a:off x="256617" y="2485300"/>
            <a:ext cx="3264825" cy="466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Adverse experiences</a:t>
            </a:r>
            <a:endParaRPr dirty="0"/>
          </a:p>
        </p:txBody>
      </p:sp>
      <p:sp>
        <p:nvSpPr>
          <p:cNvPr id="1233" name="Google Shape;1233;p57"/>
          <p:cNvSpPr txBox="1">
            <a:spLocks noGrp="1"/>
          </p:cNvSpPr>
          <p:nvPr>
            <p:ph type="subTitle" idx="2"/>
          </p:nvPr>
        </p:nvSpPr>
        <p:spPr>
          <a:xfrm>
            <a:off x="5113546" y="2485300"/>
            <a:ext cx="3000440" cy="466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Protective factors</a:t>
            </a:r>
            <a:endParaRPr dirty="0"/>
          </a:p>
        </p:txBody>
      </p:sp>
      <p:sp>
        <p:nvSpPr>
          <p:cNvPr id="1234" name="Google Shape;1234;p5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Two sides of the same picture</a:t>
            </a:r>
            <a:endParaRPr dirty="0"/>
          </a:p>
        </p:txBody>
      </p:sp>
      <p:sp>
        <p:nvSpPr>
          <p:cNvPr id="1235" name="Google Shape;1235;p57"/>
          <p:cNvSpPr txBox="1">
            <a:spLocks noGrp="1"/>
          </p:cNvSpPr>
          <p:nvPr>
            <p:ph type="body" idx="3"/>
          </p:nvPr>
        </p:nvSpPr>
        <p:spPr>
          <a:xfrm>
            <a:off x="262759" y="2951499"/>
            <a:ext cx="4309241" cy="1746975"/>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SzPts val="1400"/>
              <a:buChar char="●"/>
            </a:pPr>
            <a:r>
              <a:rPr lang="en-GB" dirty="0"/>
              <a:t>Sexual &amp; dating violence,</a:t>
            </a:r>
          </a:p>
          <a:p>
            <a:pPr marL="457200" lvl="0" indent="-317500" algn="l" rtl="0">
              <a:spcBef>
                <a:spcPts val="0"/>
              </a:spcBef>
              <a:spcAft>
                <a:spcPts val="0"/>
              </a:spcAft>
              <a:buSzPts val="1400"/>
              <a:buChar char="●"/>
            </a:pPr>
            <a:r>
              <a:rPr lang="en-GB" dirty="0"/>
              <a:t>household dysfunction, school &amp; community adversity, violence-adjacent behaviours each individually linked to higher suicide-risk indicators in prior research</a:t>
            </a:r>
          </a:p>
          <a:p>
            <a:pPr marL="457200" lvl="0" indent="-317500" algn="l" rtl="0">
              <a:spcBef>
                <a:spcPts val="0"/>
              </a:spcBef>
              <a:spcAft>
                <a:spcPts val="0"/>
              </a:spcAft>
              <a:buSzPts val="1400"/>
              <a:buChar char="●"/>
            </a:pPr>
            <a:endParaRPr lang="en-GB" dirty="0"/>
          </a:p>
          <a:p>
            <a:pPr marL="139700" lvl="0" indent="0" algn="l" rtl="0">
              <a:spcBef>
                <a:spcPts val="0"/>
              </a:spcBef>
              <a:spcAft>
                <a:spcPts val="0"/>
              </a:spcAft>
              <a:buSzPts val="1400"/>
              <a:buNone/>
            </a:pPr>
            <a:r>
              <a:rPr lang="en-GB" dirty="0"/>
              <a:t>↑ higher prevalence</a:t>
            </a:r>
          </a:p>
        </p:txBody>
      </p:sp>
      <p:sp>
        <p:nvSpPr>
          <p:cNvPr id="1236" name="Google Shape;1236;p57"/>
          <p:cNvSpPr txBox="1">
            <a:spLocks noGrp="1"/>
          </p:cNvSpPr>
          <p:nvPr>
            <p:ph type="body" idx="4"/>
          </p:nvPr>
        </p:nvSpPr>
        <p:spPr>
          <a:xfrm>
            <a:off x="5113545" y="2951499"/>
            <a:ext cx="3935862" cy="1746975"/>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SzPts val="1400"/>
              <a:buChar char="●"/>
            </a:pPr>
            <a:r>
              <a:rPr lang="en-GB" dirty="0"/>
              <a:t>Sleep, grades, basic needs met, school connectedness, parental monitoring, each associated with substantially lower prevalence of every suicidality outcome measured.</a:t>
            </a:r>
          </a:p>
          <a:p>
            <a:pPr marL="457200" lvl="0" indent="-317500" algn="l" rtl="0">
              <a:spcBef>
                <a:spcPts val="0"/>
              </a:spcBef>
              <a:spcAft>
                <a:spcPts val="0"/>
              </a:spcAft>
              <a:buSzPts val="1400"/>
              <a:buChar char="●"/>
            </a:pPr>
            <a:endParaRPr lang="en-GB" dirty="0"/>
          </a:p>
          <a:p>
            <a:pPr marL="139700" lvl="0" indent="0" algn="l" rtl="0">
              <a:spcBef>
                <a:spcPts val="0"/>
              </a:spcBef>
              <a:spcAft>
                <a:spcPts val="0"/>
              </a:spcAft>
              <a:buSzPts val="1400"/>
              <a:buNone/>
            </a:pPr>
            <a:r>
              <a:rPr lang="en-GB" dirty="0"/>
              <a:t>↓ lower prevalence</a:t>
            </a:r>
          </a:p>
        </p:txBody>
      </p:sp>
      <p:sp>
        <p:nvSpPr>
          <p:cNvPr id="1237" name="Google Shape;1237;p57"/>
          <p:cNvSpPr/>
          <p:nvPr/>
        </p:nvSpPr>
        <p:spPr>
          <a:xfrm>
            <a:off x="1487054" y="1482300"/>
            <a:ext cx="813900" cy="8139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1238;p57"/>
          <p:cNvSpPr/>
          <p:nvPr/>
        </p:nvSpPr>
        <p:spPr>
          <a:xfrm>
            <a:off x="5978300" y="1482300"/>
            <a:ext cx="813900" cy="8139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40" name="Google Shape;1240;p57"/>
          <p:cNvGrpSpPr/>
          <p:nvPr/>
        </p:nvGrpSpPr>
        <p:grpSpPr>
          <a:xfrm>
            <a:off x="1722282" y="1719602"/>
            <a:ext cx="343442" cy="339288"/>
            <a:chOff x="3858100" y="1435075"/>
            <a:chExt cx="487775" cy="481875"/>
          </a:xfrm>
        </p:grpSpPr>
        <p:sp>
          <p:nvSpPr>
            <p:cNvPr id="1241" name="Google Shape;1241;p57"/>
            <p:cNvSpPr/>
            <p:nvPr/>
          </p:nvSpPr>
          <p:spPr>
            <a:xfrm>
              <a:off x="3858100" y="1868750"/>
              <a:ext cx="55575" cy="48200"/>
            </a:xfrm>
            <a:custGeom>
              <a:avLst/>
              <a:gdLst/>
              <a:ahLst/>
              <a:cxnLst/>
              <a:rect l="l" t="t" r="r" b="b"/>
              <a:pathLst>
                <a:path w="2223" h="1928" extrusionOk="0">
                  <a:moveTo>
                    <a:pt x="1600" y="0"/>
                  </a:moveTo>
                  <a:cubicBezTo>
                    <a:pt x="1460" y="0"/>
                    <a:pt x="1319" y="53"/>
                    <a:pt x="1211" y="158"/>
                  </a:cubicBezTo>
                  <a:lnTo>
                    <a:pt x="413" y="959"/>
                  </a:lnTo>
                  <a:cubicBezTo>
                    <a:pt x="0" y="1369"/>
                    <a:pt x="388" y="1927"/>
                    <a:pt x="825" y="1927"/>
                  </a:cubicBezTo>
                  <a:cubicBezTo>
                    <a:pt x="956" y="1927"/>
                    <a:pt x="1091" y="1877"/>
                    <a:pt x="1211" y="1757"/>
                  </a:cubicBezTo>
                  <a:lnTo>
                    <a:pt x="2009" y="959"/>
                  </a:lnTo>
                  <a:cubicBezTo>
                    <a:pt x="2222" y="736"/>
                    <a:pt x="2219" y="384"/>
                    <a:pt x="2000" y="167"/>
                  </a:cubicBezTo>
                  <a:cubicBezTo>
                    <a:pt x="1890" y="56"/>
                    <a:pt x="1745" y="0"/>
                    <a:pt x="160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242" name="Google Shape;1242;p57"/>
            <p:cNvSpPr/>
            <p:nvPr/>
          </p:nvSpPr>
          <p:spPr>
            <a:xfrm>
              <a:off x="3917950" y="1808500"/>
              <a:ext cx="60350" cy="48525"/>
            </a:xfrm>
            <a:custGeom>
              <a:avLst/>
              <a:gdLst/>
              <a:ahLst/>
              <a:cxnLst/>
              <a:rect l="l" t="t" r="r" b="b"/>
              <a:pathLst>
                <a:path w="2414" h="1941" extrusionOk="0">
                  <a:moveTo>
                    <a:pt x="1601" y="1"/>
                  </a:moveTo>
                  <a:cubicBezTo>
                    <a:pt x="1470" y="1"/>
                    <a:pt x="1333" y="52"/>
                    <a:pt x="1211" y="174"/>
                  </a:cubicBezTo>
                  <a:lnTo>
                    <a:pt x="413" y="972"/>
                  </a:lnTo>
                  <a:cubicBezTo>
                    <a:pt x="1" y="1384"/>
                    <a:pt x="388" y="1941"/>
                    <a:pt x="824" y="1941"/>
                  </a:cubicBezTo>
                  <a:cubicBezTo>
                    <a:pt x="955" y="1941"/>
                    <a:pt x="1091" y="1890"/>
                    <a:pt x="1211" y="1770"/>
                  </a:cubicBezTo>
                  <a:lnTo>
                    <a:pt x="2009" y="972"/>
                  </a:lnTo>
                  <a:cubicBezTo>
                    <a:pt x="2414" y="569"/>
                    <a:pt x="2037" y="1"/>
                    <a:pt x="160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243" name="Google Shape;1243;p57"/>
            <p:cNvSpPr/>
            <p:nvPr/>
          </p:nvSpPr>
          <p:spPr>
            <a:xfrm>
              <a:off x="3876450" y="1435075"/>
              <a:ext cx="450375" cy="251250"/>
            </a:xfrm>
            <a:custGeom>
              <a:avLst/>
              <a:gdLst/>
              <a:ahLst/>
              <a:cxnLst/>
              <a:rect l="l" t="t" r="r" b="b"/>
              <a:pathLst>
                <a:path w="18015" h="10050" extrusionOk="0">
                  <a:moveTo>
                    <a:pt x="18014" y="1"/>
                  </a:moveTo>
                  <a:lnTo>
                    <a:pt x="561" y="4762"/>
                  </a:lnTo>
                  <a:cubicBezTo>
                    <a:pt x="121" y="4882"/>
                    <a:pt x="1" y="5448"/>
                    <a:pt x="350" y="5740"/>
                  </a:cubicBezTo>
                  <a:lnTo>
                    <a:pt x="5584" y="10049"/>
                  </a:lnTo>
                  <a:lnTo>
                    <a:pt x="1801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244" name="Google Shape;1244;p57"/>
            <p:cNvSpPr/>
            <p:nvPr/>
          </p:nvSpPr>
          <p:spPr>
            <a:xfrm>
              <a:off x="4094925" y="1456025"/>
              <a:ext cx="250950" cy="445250"/>
            </a:xfrm>
            <a:custGeom>
              <a:avLst/>
              <a:gdLst/>
              <a:ahLst/>
              <a:cxnLst/>
              <a:rect l="l" t="t" r="r" b="b"/>
              <a:pathLst>
                <a:path w="10038" h="17810" extrusionOk="0">
                  <a:moveTo>
                    <a:pt x="10037" y="0"/>
                  </a:moveTo>
                  <a:cubicBezTo>
                    <a:pt x="9890" y="120"/>
                    <a:pt x="118" y="12226"/>
                    <a:pt x="1" y="12370"/>
                  </a:cubicBezTo>
                  <a:lnTo>
                    <a:pt x="4313" y="17604"/>
                  </a:lnTo>
                  <a:cubicBezTo>
                    <a:pt x="4428" y="17744"/>
                    <a:pt x="4587" y="17809"/>
                    <a:pt x="4745" y="17809"/>
                  </a:cubicBezTo>
                  <a:cubicBezTo>
                    <a:pt x="4985" y="17809"/>
                    <a:pt x="5222" y="17659"/>
                    <a:pt x="5294" y="17390"/>
                  </a:cubicBezTo>
                  <a:lnTo>
                    <a:pt x="1003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245" name="Google Shape;1245;p57"/>
            <p:cNvSpPr/>
            <p:nvPr/>
          </p:nvSpPr>
          <p:spPr>
            <a:xfrm>
              <a:off x="3993575" y="1542825"/>
              <a:ext cx="245025" cy="242525"/>
            </a:xfrm>
            <a:custGeom>
              <a:avLst/>
              <a:gdLst/>
              <a:ahLst/>
              <a:cxnLst/>
              <a:rect l="l" t="t" r="r" b="b"/>
              <a:pathLst>
                <a:path w="9801" h="9701" extrusionOk="0">
                  <a:moveTo>
                    <a:pt x="9800" y="0"/>
                  </a:moveTo>
                  <a:lnTo>
                    <a:pt x="646" y="7399"/>
                  </a:lnTo>
                  <a:lnTo>
                    <a:pt x="125" y="8955"/>
                  </a:lnTo>
                  <a:cubicBezTo>
                    <a:pt x="1" y="9338"/>
                    <a:pt x="298" y="9700"/>
                    <a:pt x="659" y="9700"/>
                  </a:cubicBezTo>
                  <a:cubicBezTo>
                    <a:pt x="719" y="9700"/>
                    <a:pt x="780" y="9690"/>
                    <a:pt x="842" y="9669"/>
                  </a:cubicBezTo>
                  <a:lnTo>
                    <a:pt x="2398" y="9151"/>
                  </a:lnTo>
                  <a:lnTo>
                    <a:pt x="980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1246" name="Google Shape;1246;p57"/>
          <p:cNvSpPr/>
          <p:nvPr/>
        </p:nvSpPr>
        <p:spPr>
          <a:xfrm>
            <a:off x="6212747" y="1729093"/>
            <a:ext cx="345027" cy="320295"/>
          </a:xfrm>
          <a:custGeom>
            <a:avLst/>
            <a:gdLst/>
            <a:ahLst/>
            <a:cxnLst/>
            <a:rect l="l" t="t" r="r" b="b"/>
            <a:pathLst>
              <a:path w="19601" h="18196" extrusionOk="0">
                <a:moveTo>
                  <a:pt x="9798" y="0"/>
                </a:moveTo>
                <a:cubicBezTo>
                  <a:pt x="9597" y="0"/>
                  <a:pt x="9397" y="104"/>
                  <a:pt x="9293" y="312"/>
                </a:cubicBezTo>
                <a:lnTo>
                  <a:pt x="6619" y="5666"/>
                </a:lnTo>
                <a:lnTo>
                  <a:pt x="648" y="6524"/>
                </a:lnTo>
                <a:cubicBezTo>
                  <a:pt x="184" y="6590"/>
                  <a:pt x="1" y="7163"/>
                  <a:pt x="338" y="7488"/>
                </a:cubicBezTo>
                <a:lnTo>
                  <a:pt x="4659" y="11652"/>
                </a:lnTo>
                <a:lnTo>
                  <a:pt x="3638" y="17530"/>
                </a:lnTo>
                <a:cubicBezTo>
                  <a:pt x="3574" y="17898"/>
                  <a:pt x="3865" y="18195"/>
                  <a:pt x="4195" y="18195"/>
                </a:cubicBezTo>
                <a:cubicBezTo>
                  <a:pt x="4281" y="18195"/>
                  <a:pt x="4371" y="18175"/>
                  <a:pt x="4457" y="18129"/>
                </a:cubicBezTo>
                <a:lnTo>
                  <a:pt x="9802" y="15350"/>
                </a:lnTo>
                <a:lnTo>
                  <a:pt x="15147" y="18129"/>
                </a:lnTo>
                <a:cubicBezTo>
                  <a:pt x="15233" y="18175"/>
                  <a:pt x="15322" y="18195"/>
                  <a:pt x="15408" y="18195"/>
                </a:cubicBezTo>
                <a:cubicBezTo>
                  <a:pt x="15736" y="18195"/>
                  <a:pt x="16025" y="17898"/>
                  <a:pt x="15963" y="17533"/>
                </a:cubicBezTo>
                <a:lnTo>
                  <a:pt x="14942" y="11652"/>
                </a:lnTo>
                <a:lnTo>
                  <a:pt x="19263" y="7491"/>
                </a:lnTo>
                <a:cubicBezTo>
                  <a:pt x="19601" y="7163"/>
                  <a:pt x="19417" y="6590"/>
                  <a:pt x="18950" y="6524"/>
                </a:cubicBezTo>
                <a:lnTo>
                  <a:pt x="12976" y="5666"/>
                </a:lnTo>
                <a:lnTo>
                  <a:pt x="10302" y="312"/>
                </a:lnTo>
                <a:cubicBezTo>
                  <a:pt x="10198" y="104"/>
                  <a:pt x="9998" y="0"/>
                  <a:pt x="979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437"/>
        <p:cNvGrpSpPr/>
        <p:nvPr/>
      </p:nvGrpSpPr>
      <p:grpSpPr>
        <a:xfrm>
          <a:off x="0" y="0"/>
          <a:ext cx="0" cy="0"/>
          <a:chOff x="0" y="0"/>
          <a:chExt cx="0" cy="0"/>
        </a:xfrm>
      </p:grpSpPr>
      <p:grpSp>
        <p:nvGrpSpPr>
          <p:cNvPr id="1438" name="Google Shape;1438;p64"/>
          <p:cNvGrpSpPr/>
          <p:nvPr/>
        </p:nvGrpSpPr>
        <p:grpSpPr>
          <a:xfrm>
            <a:off x="5264229" y="1581247"/>
            <a:ext cx="2450343" cy="2186450"/>
            <a:chOff x="3922000" y="906500"/>
            <a:chExt cx="3473200" cy="3099150"/>
          </a:xfrm>
        </p:grpSpPr>
        <p:sp>
          <p:nvSpPr>
            <p:cNvPr id="1439" name="Google Shape;1439;p64"/>
            <p:cNvSpPr/>
            <p:nvPr/>
          </p:nvSpPr>
          <p:spPr>
            <a:xfrm>
              <a:off x="5061575" y="2196200"/>
              <a:ext cx="384550" cy="163750"/>
            </a:xfrm>
            <a:custGeom>
              <a:avLst/>
              <a:gdLst/>
              <a:ahLst/>
              <a:cxnLst/>
              <a:rect l="l" t="t" r="r" b="b"/>
              <a:pathLst>
                <a:path w="15382" h="6550" extrusionOk="0">
                  <a:moveTo>
                    <a:pt x="1136" y="1"/>
                  </a:moveTo>
                  <a:cubicBezTo>
                    <a:pt x="508" y="1"/>
                    <a:pt x="0" y="746"/>
                    <a:pt x="456" y="1361"/>
                  </a:cubicBezTo>
                  <a:cubicBezTo>
                    <a:pt x="1128" y="2257"/>
                    <a:pt x="1912" y="3041"/>
                    <a:pt x="2780" y="3713"/>
                  </a:cubicBezTo>
                  <a:cubicBezTo>
                    <a:pt x="3676" y="4385"/>
                    <a:pt x="4628" y="4945"/>
                    <a:pt x="5664" y="5393"/>
                  </a:cubicBezTo>
                  <a:cubicBezTo>
                    <a:pt x="7342" y="6164"/>
                    <a:pt x="9185" y="6549"/>
                    <a:pt x="11044" y="6549"/>
                  </a:cubicBezTo>
                  <a:cubicBezTo>
                    <a:pt x="11482" y="6549"/>
                    <a:pt x="11920" y="6528"/>
                    <a:pt x="12357" y="6485"/>
                  </a:cubicBezTo>
                  <a:cubicBezTo>
                    <a:pt x="13365" y="6401"/>
                    <a:pt x="14402" y="6149"/>
                    <a:pt x="15382" y="5813"/>
                  </a:cubicBezTo>
                  <a:cubicBezTo>
                    <a:pt x="14962" y="4749"/>
                    <a:pt x="14598" y="3629"/>
                    <a:pt x="14318" y="2481"/>
                  </a:cubicBezTo>
                  <a:cubicBezTo>
                    <a:pt x="13561" y="2705"/>
                    <a:pt x="12777" y="2873"/>
                    <a:pt x="11993" y="2957"/>
                  </a:cubicBezTo>
                  <a:cubicBezTo>
                    <a:pt x="11548" y="2999"/>
                    <a:pt x="11100" y="3020"/>
                    <a:pt x="10653" y="3020"/>
                  </a:cubicBezTo>
                  <a:cubicBezTo>
                    <a:pt x="9331" y="3020"/>
                    <a:pt x="8012" y="2837"/>
                    <a:pt x="6757" y="2481"/>
                  </a:cubicBezTo>
                  <a:cubicBezTo>
                    <a:pt x="4964" y="1921"/>
                    <a:pt x="3256" y="1165"/>
                    <a:pt x="1660" y="185"/>
                  </a:cubicBezTo>
                  <a:lnTo>
                    <a:pt x="1576" y="129"/>
                  </a:lnTo>
                  <a:cubicBezTo>
                    <a:pt x="1430" y="40"/>
                    <a:pt x="1280" y="1"/>
                    <a:pt x="1136" y="1"/>
                  </a:cubicBez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0" name="Google Shape;1440;p64"/>
            <p:cNvSpPr/>
            <p:nvPr/>
          </p:nvSpPr>
          <p:spPr>
            <a:xfrm>
              <a:off x="5203600" y="1972225"/>
              <a:ext cx="196325" cy="164900"/>
            </a:xfrm>
            <a:custGeom>
              <a:avLst/>
              <a:gdLst/>
              <a:ahLst/>
              <a:cxnLst/>
              <a:rect l="l" t="t" r="r" b="b"/>
              <a:pathLst>
                <a:path w="7853" h="6596" extrusionOk="0">
                  <a:moveTo>
                    <a:pt x="1154" y="0"/>
                  </a:moveTo>
                  <a:cubicBezTo>
                    <a:pt x="500" y="0"/>
                    <a:pt x="0" y="826"/>
                    <a:pt x="543" y="1415"/>
                  </a:cubicBezTo>
                  <a:cubicBezTo>
                    <a:pt x="2644" y="3571"/>
                    <a:pt x="5136" y="5335"/>
                    <a:pt x="7852" y="6595"/>
                  </a:cubicBezTo>
                  <a:cubicBezTo>
                    <a:pt x="7796" y="5559"/>
                    <a:pt x="7768" y="4495"/>
                    <a:pt x="7824" y="3459"/>
                  </a:cubicBezTo>
                  <a:cubicBezTo>
                    <a:pt x="5640" y="2563"/>
                    <a:pt x="3568" y="1471"/>
                    <a:pt x="1636" y="154"/>
                  </a:cubicBezTo>
                  <a:cubicBezTo>
                    <a:pt x="1474" y="47"/>
                    <a:pt x="1310" y="0"/>
                    <a:pt x="1154" y="0"/>
                  </a:cubicBez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1441;p64"/>
            <p:cNvSpPr/>
            <p:nvPr/>
          </p:nvSpPr>
          <p:spPr>
            <a:xfrm>
              <a:off x="4622525" y="2167675"/>
              <a:ext cx="1076350" cy="521125"/>
            </a:xfrm>
            <a:custGeom>
              <a:avLst/>
              <a:gdLst/>
              <a:ahLst/>
              <a:cxnLst/>
              <a:rect l="l" t="t" r="r" b="b"/>
              <a:pathLst>
                <a:path w="43054" h="20845" extrusionOk="0">
                  <a:moveTo>
                    <a:pt x="9807" y="1"/>
                  </a:moveTo>
                  <a:cubicBezTo>
                    <a:pt x="9698" y="1"/>
                    <a:pt x="9586" y="22"/>
                    <a:pt x="9477" y="65"/>
                  </a:cubicBezTo>
                  <a:cubicBezTo>
                    <a:pt x="9057" y="233"/>
                    <a:pt x="8833" y="710"/>
                    <a:pt x="9029" y="1158"/>
                  </a:cubicBezTo>
                  <a:cubicBezTo>
                    <a:pt x="10401" y="4714"/>
                    <a:pt x="12305" y="8018"/>
                    <a:pt x="14657" y="11015"/>
                  </a:cubicBezTo>
                  <a:cubicBezTo>
                    <a:pt x="14881" y="11267"/>
                    <a:pt x="15105" y="11547"/>
                    <a:pt x="15329" y="11799"/>
                  </a:cubicBezTo>
                  <a:lnTo>
                    <a:pt x="15301" y="11799"/>
                  </a:lnTo>
                  <a:cubicBezTo>
                    <a:pt x="14223" y="11570"/>
                    <a:pt x="13126" y="11456"/>
                    <a:pt x="12026" y="11456"/>
                  </a:cubicBezTo>
                  <a:cubicBezTo>
                    <a:pt x="11241" y="11456"/>
                    <a:pt x="10454" y="11514"/>
                    <a:pt x="9673" y="11631"/>
                  </a:cubicBezTo>
                  <a:cubicBezTo>
                    <a:pt x="7768" y="11911"/>
                    <a:pt x="5920" y="12583"/>
                    <a:pt x="4324" y="13647"/>
                  </a:cubicBezTo>
                  <a:cubicBezTo>
                    <a:pt x="2728" y="14683"/>
                    <a:pt x="1384" y="16056"/>
                    <a:pt x="403" y="17680"/>
                  </a:cubicBezTo>
                  <a:cubicBezTo>
                    <a:pt x="1" y="18328"/>
                    <a:pt x="527" y="19066"/>
                    <a:pt x="1169" y="19066"/>
                  </a:cubicBezTo>
                  <a:cubicBezTo>
                    <a:pt x="1331" y="19066"/>
                    <a:pt x="1500" y="19019"/>
                    <a:pt x="1664" y="18912"/>
                  </a:cubicBezTo>
                  <a:lnTo>
                    <a:pt x="1748" y="18856"/>
                  </a:lnTo>
                  <a:cubicBezTo>
                    <a:pt x="3148" y="17960"/>
                    <a:pt x="4436" y="17008"/>
                    <a:pt x="5864" y="16448"/>
                  </a:cubicBezTo>
                  <a:lnTo>
                    <a:pt x="6368" y="16196"/>
                  </a:lnTo>
                  <a:lnTo>
                    <a:pt x="6928" y="16000"/>
                  </a:lnTo>
                  <a:cubicBezTo>
                    <a:pt x="7264" y="15888"/>
                    <a:pt x="7628" y="15747"/>
                    <a:pt x="7992" y="15635"/>
                  </a:cubicBezTo>
                  <a:lnTo>
                    <a:pt x="9113" y="15355"/>
                  </a:lnTo>
                  <a:cubicBezTo>
                    <a:pt x="9449" y="15243"/>
                    <a:pt x="9869" y="15215"/>
                    <a:pt x="10233" y="15159"/>
                  </a:cubicBezTo>
                  <a:cubicBezTo>
                    <a:pt x="11388" y="14970"/>
                    <a:pt x="12559" y="14876"/>
                    <a:pt x="13734" y="14876"/>
                  </a:cubicBezTo>
                  <a:cubicBezTo>
                    <a:pt x="14125" y="14876"/>
                    <a:pt x="14517" y="14886"/>
                    <a:pt x="14909" y="14907"/>
                  </a:cubicBezTo>
                  <a:cubicBezTo>
                    <a:pt x="16225" y="14963"/>
                    <a:pt x="17598" y="15131"/>
                    <a:pt x="18942" y="15299"/>
                  </a:cubicBezTo>
                  <a:cubicBezTo>
                    <a:pt x="20398" y="16504"/>
                    <a:pt x="21994" y="17512"/>
                    <a:pt x="23674" y="18324"/>
                  </a:cubicBezTo>
                  <a:cubicBezTo>
                    <a:pt x="24543" y="18772"/>
                    <a:pt x="25467" y="19136"/>
                    <a:pt x="26391" y="19472"/>
                  </a:cubicBezTo>
                  <a:cubicBezTo>
                    <a:pt x="26867" y="19640"/>
                    <a:pt x="27315" y="19808"/>
                    <a:pt x="27791" y="19920"/>
                  </a:cubicBezTo>
                  <a:cubicBezTo>
                    <a:pt x="28267" y="20032"/>
                    <a:pt x="28743" y="20172"/>
                    <a:pt x="29247" y="20284"/>
                  </a:cubicBezTo>
                  <a:lnTo>
                    <a:pt x="30703" y="20536"/>
                  </a:lnTo>
                  <a:lnTo>
                    <a:pt x="31432" y="20648"/>
                  </a:lnTo>
                  <a:lnTo>
                    <a:pt x="32188" y="20732"/>
                  </a:lnTo>
                  <a:lnTo>
                    <a:pt x="33644" y="20844"/>
                  </a:lnTo>
                  <a:lnTo>
                    <a:pt x="35128" y="20844"/>
                  </a:lnTo>
                  <a:cubicBezTo>
                    <a:pt x="37788" y="20816"/>
                    <a:pt x="40449" y="20480"/>
                    <a:pt x="43053" y="19864"/>
                  </a:cubicBezTo>
                  <a:cubicBezTo>
                    <a:pt x="41821" y="18996"/>
                    <a:pt x="40645" y="18044"/>
                    <a:pt x="39553" y="16980"/>
                  </a:cubicBezTo>
                  <a:cubicBezTo>
                    <a:pt x="38068" y="17232"/>
                    <a:pt x="36556" y="17372"/>
                    <a:pt x="35044" y="17400"/>
                  </a:cubicBezTo>
                  <a:lnTo>
                    <a:pt x="33756" y="17428"/>
                  </a:lnTo>
                  <a:lnTo>
                    <a:pt x="32468" y="17344"/>
                  </a:lnTo>
                  <a:lnTo>
                    <a:pt x="31796" y="17316"/>
                  </a:lnTo>
                  <a:lnTo>
                    <a:pt x="31179" y="17232"/>
                  </a:lnTo>
                  <a:lnTo>
                    <a:pt x="29891" y="17036"/>
                  </a:lnTo>
                  <a:cubicBezTo>
                    <a:pt x="28211" y="16700"/>
                    <a:pt x="26559" y="16168"/>
                    <a:pt x="24991" y="15495"/>
                  </a:cubicBezTo>
                  <a:cubicBezTo>
                    <a:pt x="21798" y="14039"/>
                    <a:pt x="18942" y="11939"/>
                    <a:pt x="16618" y="9335"/>
                  </a:cubicBezTo>
                  <a:cubicBezTo>
                    <a:pt x="14209" y="6646"/>
                    <a:pt x="12165" y="3650"/>
                    <a:pt x="10541" y="458"/>
                  </a:cubicBezTo>
                  <a:cubicBezTo>
                    <a:pt x="10396" y="168"/>
                    <a:pt x="10114" y="1"/>
                    <a:pt x="9807" y="1"/>
                  </a:cubicBez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2" name="Google Shape;1442;p64"/>
            <p:cNvSpPr/>
            <p:nvPr/>
          </p:nvSpPr>
          <p:spPr>
            <a:xfrm>
              <a:off x="6053075" y="2790275"/>
              <a:ext cx="127450" cy="152650"/>
            </a:xfrm>
            <a:custGeom>
              <a:avLst/>
              <a:gdLst/>
              <a:ahLst/>
              <a:cxnLst/>
              <a:rect l="l" t="t" r="r" b="b"/>
              <a:pathLst>
                <a:path w="5098" h="6106" extrusionOk="0">
                  <a:moveTo>
                    <a:pt x="1" y="1"/>
                  </a:moveTo>
                  <a:lnTo>
                    <a:pt x="1" y="57"/>
                  </a:lnTo>
                  <a:cubicBezTo>
                    <a:pt x="673" y="2185"/>
                    <a:pt x="1793" y="4145"/>
                    <a:pt x="3305" y="5797"/>
                  </a:cubicBezTo>
                  <a:cubicBezTo>
                    <a:pt x="3497" y="6013"/>
                    <a:pt x="3735" y="6106"/>
                    <a:pt x="3967" y="6106"/>
                  </a:cubicBezTo>
                  <a:cubicBezTo>
                    <a:pt x="4549" y="6106"/>
                    <a:pt x="5098" y="5526"/>
                    <a:pt x="4818" y="4845"/>
                  </a:cubicBezTo>
                  <a:lnTo>
                    <a:pt x="4846" y="4845"/>
                  </a:lnTo>
                  <a:cubicBezTo>
                    <a:pt x="4173" y="3277"/>
                    <a:pt x="3641" y="1681"/>
                    <a:pt x="3249" y="29"/>
                  </a:cubicBezTo>
                  <a:cubicBezTo>
                    <a:pt x="2801" y="57"/>
                    <a:pt x="2381" y="57"/>
                    <a:pt x="1961" y="57"/>
                  </a:cubicBezTo>
                  <a:cubicBezTo>
                    <a:pt x="1289" y="57"/>
                    <a:pt x="645" y="29"/>
                    <a:pt x="1" y="1"/>
                  </a:cubicBez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1443;p64"/>
            <p:cNvSpPr/>
            <p:nvPr/>
          </p:nvSpPr>
          <p:spPr>
            <a:xfrm>
              <a:off x="6709075" y="2730075"/>
              <a:ext cx="7725" cy="24525"/>
            </a:xfrm>
            <a:custGeom>
              <a:avLst/>
              <a:gdLst/>
              <a:ahLst/>
              <a:cxnLst/>
              <a:rect l="l" t="t" r="r" b="b"/>
              <a:pathLst>
                <a:path w="309" h="981" extrusionOk="0">
                  <a:moveTo>
                    <a:pt x="140" y="0"/>
                  </a:moveTo>
                  <a:cubicBezTo>
                    <a:pt x="84" y="224"/>
                    <a:pt x="56" y="420"/>
                    <a:pt x="0" y="644"/>
                  </a:cubicBezTo>
                  <a:lnTo>
                    <a:pt x="224" y="980"/>
                  </a:lnTo>
                  <a:lnTo>
                    <a:pt x="280" y="980"/>
                  </a:lnTo>
                  <a:cubicBezTo>
                    <a:pt x="308" y="812"/>
                    <a:pt x="308" y="616"/>
                    <a:pt x="280" y="448"/>
                  </a:cubicBezTo>
                  <a:cubicBezTo>
                    <a:pt x="224" y="308"/>
                    <a:pt x="168" y="140"/>
                    <a:pt x="1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4" name="Google Shape;1444;p64"/>
            <p:cNvSpPr/>
            <p:nvPr/>
          </p:nvSpPr>
          <p:spPr>
            <a:xfrm>
              <a:off x="5360700" y="1196650"/>
              <a:ext cx="393475" cy="358000"/>
            </a:xfrm>
            <a:custGeom>
              <a:avLst/>
              <a:gdLst/>
              <a:ahLst/>
              <a:cxnLst/>
              <a:rect l="l" t="t" r="r" b="b"/>
              <a:pathLst>
                <a:path w="15739" h="14320" extrusionOk="0">
                  <a:moveTo>
                    <a:pt x="3205" y="0"/>
                  </a:moveTo>
                  <a:cubicBezTo>
                    <a:pt x="2972" y="0"/>
                    <a:pt x="2733" y="103"/>
                    <a:pt x="2549" y="346"/>
                  </a:cubicBezTo>
                  <a:cubicBezTo>
                    <a:pt x="1400" y="1886"/>
                    <a:pt x="308" y="3678"/>
                    <a:pt x="84" y="5946"/>
                  </a:cubicBezTo>
                  <a:cubicBezTo>
                    <a:pt x="0" y="7122"/>
                    <a:pt x="224" y="8327"/>
                    <a:pt x="756" y="9391"/>
                  </a:cubicBezTo>
                  <a:cubicBezTo>
                    <a:pt x="1316" y="10399"/>
                    <a:pt x="2073" y="11295"/>
                    <a:pt x="3025" y="11967"/>
                  </a:cubicBezTo>
                  <a:cubicBezTo>
                    <a:pt x="3921" y="12639"/>
                    <a:pt x="4929" y="13115"/>
                    <a:pt x="5993" y="13423"/>
                  </a:cubicBezTo>
                  <a:cubicBezTo>
                    <a:pt x="6973" y="13731"/>
                    <a:pt x="7953" y="13955"/>
                    <a:pt x="8961" y="14095"/>
                  </a:cubicBezTo>
                  <a:cubicBezTo>
                    <a:pt x="9690" y="14207"/>
                    <a:pt x="10418" y="14263"/>
                    <a:pt x="11146" y="14319"/>
                  </a:cubicBezTo>
                  <a:cubicBezTo>
                    <a:pt x="12518" y="13115"/>
                    <a:pt x="14002" y="12051"/>
                    <a:pt x="15598" y="11127"/>
                  </a:cubicBezTo>
                  <a:lnTo>
                    <a:pt x="15738" y="11043"/>
                  </a:lnTo>
                  <a:lnTo>
                    <a:pt x="14870" y="10987"/>
                  </a:lnTo>
                  <a:cubicBezTo>
                    <a:pt x="12966" y="10903"/>
                    <a:pt x="11146" y="10875"/>
                    <a:pt x="9410" y="10679"/>
                  </a:cubicBezTo>
                  <a:cubicBezTo>
                    <a:pt x="8569" y="10595"/>
                    <a:pt x="7729" y="10455"/>
                    <a:pt x="6889" y="10231"/>
                  </a:cubicBezTo>
                  <a:cubicBezTo>
                    <a:pt x="6161" y="10063"/>
                    <a:pt x="5433" y="9783"/>
                    <a:pt x="4789" y="9391"/>
                  </a:cubicBezTo>
                  <a:cubicBezTo>
                    <a:pt x="3529" y="8607"/>
                    <a:pt x="2717" y="7486"/>
                    <a:pt x="2661" y="6030"/>
                  </a:cubicBezTo>
                  <a:cubicBezTo>
                    <a:pt x="2605" y="4546"/>
                    <a:pt x="3221" y="2838"/>
                    <a:pt x="3977" y="1214"/>
                  </a:cubicBezTo>
                  <a:cubicBezTo>
                    <a:pt x="4271" y="566"/>
                    <a:pt x="3753" y="0"/>
                    <a:pt x="3205" y="0"/>
                  </a:cubicBez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445;p64"/>
            <p:cNvSpPr/>
            <p:nvPr/>
          </p:nvSpPr>
          <p:spPr>
            <a:xfrm>
              <a:off x="5810150" y="1168875"/>
              <a:ext cx="340975" cy="274450"/>
            </a:xfrm>
            <a:custGeom>
              <a:avLst/>
              <a:gdLst/>
              <a:ahLst/>
              <a:cxnLst/>
              <a:rect l="l" t="t" r="r" b="b"/>
              <a:pathLst>
                <a:path w="13639" h="10978" extrusionOk="0">
                  <a:moveTo>
                    <a:pt x="10687" y="0"/>
                  </a:moveTo>
                  <a:cubicBezTo>
                    <a:pt x="9425" y="0"/>
                    <a:pt x="8168" y="187"/>
                    <a:pt x="6974" y="560"/>
                  </a:cubicBezTo>
                  <a:cubicBezTo>
                    <a:pt x="4985" y="1120"/>
                    <a:pt x="3221" y="2325"/>
                    <a:pt x="1961" y="3949"/>
                  </a:cubicBezTo>
                  <a:cubicBezTo>
                    <a:pt x="729" y="5629"/>
                    <a:pt x="57" y="7617"/>
                    <a:pt x="1" y="9690"/>
                  </a:cubicBezTo>
                  <a:cubicBezTo>
                    <a:pt x="1" y="10110"/>
                    <a:pt x="1" y="10558"/>
                    <a:pt x="29" y="10978"/>
                  </a:cubicBezTo>
                  <a:cubicBezTo>
                    <a:pt x="1065" y="10530"/>
                    <a:pt x="2101" y="10110"/>
                    <a:pt x="3193" y="9774"/>
                  </a:cubicBezTo>
                  <a:cubicBezTo>
                    <a:pt x="3445" y="8457"/>
                    <a:pt x="4005" y="7197"/>
                    <a:pt x="4817" y="6105"/>
                  </a:cubicBezTo>
                  <a:cubicBezTo>
                    <a:pt x="5685" y="4985"/>
                    <a:pt x="6834" y="4117"/>
                    <a:pt x="8122" y="3529"/>
                  </a:cubicBezTo>
                  <a:cubicBezTo>
                    <a:pt x="9606" y="2857"/>
                    <a:pt x="11118" y="2325"/>
                    <a:pt x="12686" y="1933"/>
                  </a:cubicBezTo>
                  <a:cubicBezTo>
                    <a:pt x="13638" y="1681"/>
                    <a:pt x="13554" y="280"/>
                    <a:pt x="12574" y="140"/>
                  </a:cubicBezTo>
                  <a:cubicBezTo>
                    <a:pt x="11949" y="47"/>
                    <a:pt x="11317" y="0"/>
                    <a:pt x="10687" y="0"/>
                  </a:cubicBez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6" name="Google Shape;1446;p64"/>
            <p:cNvSpPr/>
            <p:nvPr/>
          </p:nvSpPr>
          <p:spPr>
            <a:xfrm>
              <a:off x="4332950" y="2255525"/>
              <a:ext cx="706425" cy="1006650"/>
            </a:xfrm>
            <a:custGeom>
              <a:avLst/>
              <a:gdLst/>
              <a:ahLst/>
              <a:cxnLst/>
              <a:rect l="l" t="t" r="r" b="b"/>
              <a:pathLst>
                <a:path w="28257" h="40266" extrusionOk="0">
                  <a:moveTo>
                    <a:pt x="5053" y="0"/>
                  </a:moveTo>
                  <a:cubicBezTo>
                    <a:pt x="4831" y="0"/>
                    <a:pt x="4604" y="92"/>
                    <a:pt x="4425" y="304"/>
                  </a:cubicBezTo>
                  <a:cubicBezTo>
                    <a:pt x="3165" y="2152"/>
                    <a:pt x="2101" y="4168"/>
                    <a:pt x="1317" y="6297"/>
                  </a:cubicBezTo>
                  <a:cubicBezTo>
                    <a:pt x="533" y="8453"/>
                    <a:pt x="1" y="10861"/>
                    <a:pt x="309" y="13382"/>
                  </a:cubicBezTo>
                  <a:cubicBezTo>
                    <a:pt x="449" y="14642"/>
                    <a:pt x="841" y="15874"/>
                    <a:pt x="1457" y="17022"/>
                  </a:cubicBezTo>
                  <a:cubicBezTo>
                    <a:pt x="2073" y="18170"/>
                    <a:pt x="2857" y="19178"/>
                    <a:pt x="3809" y="20046"/>
                  </a:cubicBezTo>
                  <a:cubicBezTo>
                    <a:pt x="5686" y="21727"/>
                    <a:pt x="7954" y="22791"/>
                    <a:pt x="10082" y="23519"/>
                  </a:cubicBezTo>
                  <a:cubicBezTo>
                    <a:pt x="12210" y="24275"/>
                    <a:pt x="14283" y="24863"/>
                    <a:pt x="16159" y="25619"/>
                  </a:cubicBezTo>
                  <a:cubicBezTo>
                    <a:pt x="16607" y="25815"/>
                    <a:pt x="17083" y="26011"/>
                    <a:pt x="17559" y="26235"/>
                  </a:cubicBezTo>
                  <a:cubicBezTo>
                    <a:pt x="17979" y="26459"/>
                    <a:pt x="18399" y="26683"/>
                    <a:pt x="18791" y="26935"/>
                  </a:cubicBezTo>
                  <a:cubicBezTo>
                    <a:pt x="19631" y="27467"/>
                    <a:pt x="20416" y="28056"/>
                    <a:pt x="21116" y="28756"/>
                  </a:cubicBezTo>
                  <a:cubicBezTo>
                    <a:pt x="21228" y="28868"/>
                    <a:pt x="21340" y="29008"/>
                    <a:pt x="21452" y="29120"/>
                  </a:cubicBezTo>
                  <a:cubicBezTo>
                    <a:pt x="21088" y="29064"/>
                    <a:pt x="20724" y="29036"/>
                    <a:pt x="20331" y="29036"/>
                  </a:cubicBezTo>
                  <a:cubicBezTo>
                    <a:pt x="20207" y="29032"/>
                    <a:pt x="20084" y="29030"/>
                    <a:pt x="19961" y="29030"/>
                  </a:cubicBezTo>
                  <a:cubicBezTo>
                    <a:pt x="17370" y="29030"/>
                    <a:pt x="15079" y="29856"/>
                    <a:pt x="12967" y="30632"/>
                  </a:cubicBezTo>
                  <a:cubicBezTo>
                    <a:pt x="11874" y="31080"/>
                    <a:pt x="10726" y="31528"/>
                    <a:pt x="9914" y="31780"/>
                  </a:cubicBezTo>
                  <a:cubicBezTo>
                    <a:pt x="9449" y="31885"/>
                    <a:pt x="8968" y="31942"/>
                    <a:pt x="8484" y="31942"/>
                  </a:cubicBezTo>
                  <a:cubicBezTo>
                    <a:pt x="8064" y="31942"/>
                    <a:pt x="7642" y="31899"/>
                    <a:pt x="7226" y="31808"/>
                  </a:cubicBezTo>
                  <a:cubicBezTo>
                    <a:pt x="5434" y="31472"/>
                    <a:pt x="3557" y="30184"/>
                    <a:pt x="2073" y="28672"/>
                  </a:cubicBezTo>
                  <a:lnTo>
                    <a:pt x="2017" y="28616"/>
                  </a:lnTo>
                  <a:cubicBezTo>
                    <a:pt x="1837" y="28435"/>
                    <a:pt x="1626" y="28358"/>
                    <a:pt x="1422" y="28358"/>
                  </a:cubicBezTo>
                  <a:cubicBezTo>
                    <a:pt x="865" y="28358"/>
                    <a:pt x="358" y="28933"/>
                    <a:pt x="645" y="29568"/>
                  </a:cubicBezTo>
                  <a:cubicBezTo>
                    <a:pt x="1205" y="30744"/>
                    <a:pt x="1989" y="31808"/>
                    <a:pt x="2913" y="32704"/>
                  </a:cubicBezTo>
                  <a:cubicBezTo>
                    <a:pt x="3921" y="33656"/>
                    <a:pt x="5097" y="34384"/>
                    <a:pt x="6386" y="34832"/>
                  </a:cubicBezTo>
                  <a:cubicBezTo>
                    <a:pt x="7276" y="35123"/>
                    <a:pt x="8202" y="35272"/>
                    <a:pt x="9133" y="35272"/>
                  </a:cubicBezTo>
                  <a:cubicBezTo>
                    <a:pt x="9636" y="35272"/>
                    <a:pt x="10141" y="35229"/>
                    <a:pt x="10642" y="35140"/>
                  </a:cubicBezTo>
                  <a:cubicBezTo>
                    <a:pt x="11846" y="34832"/>
                    <a:pt x="13051" y="34440"/>
                    <a:pt x="14227" y="33964"/>
                  </a:cubicBezTo>
                  <a:cubicBezTo>
                    <a:pt x="15291" y="33544"/>
                    <a:pt x="16355" y="33180"/>
                    <a:pt x="17363" y="32872"/>
                  </a:cubicBezTo>
                  <a:cubicBezTo>
                    <a:pt x="18343" y="32536"/>
                    <a:pt x="19379" y="32312"/>
                    <a:pt x="20388" y="32228"/>
                  </a:cubicBezTo>
                  <a:cubicBezTo>
                    <a:pt x="20616" y="32201"/>
                    <a:pt x="20844" y="32188"/>
                    <a:pt x="21072" y="32188"/>
                  </a:cubicBezTo>
                  <a:cubicBezTo>
                    <a:pt x="22266" y="32188"/>
                    <a:pt x="23432" y="32554"/>
                    <a:pt x="24420" y="33236"/>
                  </a:cubicBezTo>
                  <a:cubicBezTo>
                    <a:pt x="25400" y="35112"/>
                    <a:pt x="26044" y="37157"/>
                    <a:pt x="26296" y="39257"/>
                  </a:cubicBezTo>
                  <a:cubicBezTo>
                    <a:pt x="26296" y="39313"/>
                    <a:pt x="26324" y="39369"/>
                    <a:pt x="26324" y="39425"/>
                  </a:cubicBezTo>
                  <a:lnTo>
                    <a:pt x="26324" y="39453"/>
                  </a:lnTo>
                  <a:cubicBezTo>
                    <a:pt x="26379" y="39999"/>
                    <a:pt x="26793" y="40266"/>
                    <a:pt x="27209" y="40266"/>
                  </a:cubicBezTo>
                  <a:cubicBezTo>
                    <a:pt x="27647" y="40266"/>
                    <a:pt x="28088" y="39971"/>
                    <a:pt x="28117" y="39397"/>
                  </a:cubicBezTo>
                  <a:lnTo>
                    <a:pt x="28117" y="38977"/>
                  </a:lnTo>
                  <a:cubicBezTo>
                    <a:pt x="28257" y="34468"/>
                    <a:pt x="26464" y="29960"/>
                    <a:pt x="23328" y="26543"/>
                  </a:cubicBezTo>
                  <a:cubicBezTo>
                    <a:pt x="22544" y="25675"/>
                    <a:pt x="21620" y="24863"/>
                    <a:pt x="20640" y="24191"/>
                  </a:cubicBezTo>
                  <a:cubicBezTo>
                    <a:pt x="20135" y="23855"/>
                    <a:pt x="19603" y="23519"/>
                    <a:pt x="19071" y="23239"/>
                  </a:cubicBezTo>
                  <a:cubicBezTo>
                    <a:pt x="18567" y="22959"/>
                    <a:pt x="18035" y="22707"/>
                    <a:pt x="17503" y="22455"/>
                  </a:cubicBezTo>
                  <a:cubicBezTo>
                    <a:pt x="15403" y="21503"/>
                    <a:pt x="13247" y="20915"/>
                    <a:pt x="11258" y="20187"/>
                  </a:cubicBezTo>
                  <a:cubicBezTo>
                    <a:pt x="10306" y="19850"/>
                    <a:pt x="9382" y="19458"/>
                    <a:pt x="8458" y="19010"/>
                  </a:cubicBezTo>
                  <a:cubicBezTo>
                    <a:pt x="7618" y="18590"/>
                    <a:pt x="6806" y="18058"/>
                    <a:pt x="6078" y="17442"/>
                  </a:cubicBezTo>
                  <a:cubicBezTo>
                    <a:pt x="5406" y="16854"/>
                    <a:pt x="4817" y="16182"/>
                    <a:pt x="4341" y="15398"/>
                  </a:cubicBezTo>
                  <a:cubicBezTo>
                    <a:pt x="3893" y="14642"/>
                    <a:pt x="3585" y="13774"/>
                    <a:pt x="3417" y="12906"/>
                  </a:cubicBezTo>
                  <a:cubicBezTo>
                    <a:pt x="3053" y="11085"/>
                    <a:pt x="3277" y="9041"/>
                    <a:pt x="3753" y="7053"/>
                  </a:cubicBezTo>
                  <a:cubicBezTo>
                    <a:pt x="4313" y="5009"/>
                    <a:pt x="5013" y="3020"/>
                    <a:pt x="5854" y="1088"/>
                  </a:cubicBezTo>
                  <a:cubicBezTo>
                    <a:pt x="6049" y="483"/>
                    <a:pt x="5564" y="0"/>
                    <a:pt x="5053" y="0"/>
                  </a:cubicBez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7" name="Google Shape;1447;p64"/>
            <p:cNvSpPr/>
            <p:nvPr/>
          </p:nvSpPr>
          <p:spPr>
            <a:xfrm>
              <a:off x="5344775" y="2835425"/>
              <a:ext cx="577275" cy="257950"/>
            </a:xfrm>
            <a:custGeom>
              <a:avLst/>
              <a:gdLst/>
              <a:ahLst/>
              <a:cxnLst/>
              <a:rect l="l" t="t" r="r" b="b"/>
              <a:pathLst>
                <a:path w="23091" h="10318" extrusionOk="0">
                  <a:moveTo>
                    <a:pt x="10239" y="1"/>
                  </a:moveTo>
                  <a:cubicBezTo>
                    <a:pt x="9136" y="1"/>
                    <a:pt x="8030" y="99"/>
                    <a:pt x="6938" y="295"/>
                  </a:cubicBezTo>
                  <a:cubicBezTo>
                    <a:pt x="4810" y="631"/>
                    <a:pt x="2738" y="1303"/>
                    <a:pt x="805" y="2255"/>
                  </a:cubicBezTo>
                  <a:cubicBezTo>
                    <a:pt x="1" y="2684"/>
                    <a:pt x="326" y="3858"/>
                    <a:pt x="1192" y="3858"/>
                  </a:cubicBezTo>
                  <a:cubicBezTo>
                    <a:pt x="1230" y="3858"/>
                    <a:pt x="1269" y="3856"/>
                    <a:pt x="1309" y="3851"/>
                  </a:cubicBezTo>
                  <a:lnTo>
                    <a:pt x="1365" y="3851"/>
                  </a:lnTo>
                  <a:cubicBezTo>
                    <a:pt x="3326" y="3655"/>
                    <a:pt x="5314" y="3459"/>
                    <a:pt x="7246" y="3403"/>
                  </a:cubicBezTo>
                  <a:cubicBezTo>
                    <a:pt x="7551" y="3394"/>
                    <a:pt x="7856" y="3390"/>
                    <a:pt x="8161" y="3390"/>
                  </a:cubicBezTo>
                  <a:cubicBezTo>
                    <a:pt x="9739" y="3390"/>
                    <a:pt x="11327" y="3514"/>
                    <a:pt x="12875" y="3795"/>
                  </a:cubicBezTo>
                  <a:cubicBezTo>
                    <a:pt x="16487" y="4299"/>
                    <a:pt x="19624" y="6568"/>
                    <a:pt x="21276" y="9816"/>
                  </a:cubicBezTo>
                  <a:lnTo>
                    <a:pt x="21304" y="9844"/>
                  </a:lnTo>
                  <a:cubicBezTo>
                    <a:pt x="21479" y="10174"/>
                    <a:pt x="21776" y="10318"/>
                    <a:pt x="22072" y="10318"/>
                  </a:cubicBezTo>
                  <a:cubicBezTo>
                    <a:pt x="22581" y="10318"/>
                    <a:pt x="23090" y="9893"/>
                    <a:pt x="22984" y="9256"/>
                  </a:cubicBezTo>
                  <a:cubicBezTo>
                    <a:pt x="22620" y="6960"/>
                    <a:pt x="21472" y="4860"/>
                    <a:pt x="19764" y="3263"/>
                  </a:cubicBezTo>
                  <a:cubicBezTo>
                    <a:pt x="18028" y="1695"/>
                    <a:pt x="15843" y="687"/>
                    <a:pt x="13519" y="295"/>
                  </a:cubicBezTo>
                  <a:cubicBezTo>
                    <a:pt x="12441" y="99"/>
                    <a:pt x="11342" y="1"/>
                    <a:pt x="10239" y="1"/>
                  </a:cubicBez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64"/>
            <p:cNvSpPr/>
            <p:nvPr/>
          </p:nvSpPr>
          <p:spPr>
            <a:xfrm>
              <a:off x="4456325" y="1411750"/>
              <a:ext cx="868600" cy="590550"/>
            </a:xfrm>
            <a:custGeom>
              <a:avLst/>
              <a:gdLst/>
              <a:ahLst/>
              <a:cxnLst/>
              <a:rect l="l" t="t" r="r" b="b"/>
              <a:pathLst>
                <a:path w="34744" h="23622" extrusionOk="0">
                  <a:moveTo>
                    <a:pt x="15200" y="1"/>
                  </a:moveTo>
                  <a:cubicBezTo>
                    <a:pt x="15135" y="1"/>
                    <a:pt x="15069" y="1"/>
                    <a:pt x="15004" y="3"/>
                  </a:cubicBezTo>
                  <a:cubicBezTo>
                    <a:pt x="13632" y="3"/>
                    <a:pt x="12260" y="283"/>
                    <a:pt x="10972" y="759"/>
                  </a:cubicBezTo>
                  <a:cubicBezTo>
                    <a:pt x="10720" y="871"/>
                    <a:pt x="10524" y="1123"/>
                    <a:pt x="10468" y="1403"/>
                  </a:cubicBezTo>
                  <a:cubicBezTo>
                    <a:pt x="10356" y="1851"/>
                    <a:pt x="10664" y="2327"/>
                    <a:pt x="11140" y="2411"/>
                  </a:cubicBezTo>
                  <a:lnTo>
                    <a:pt x="11196" y="2439"/>
                  </a:lnTo>
                  <a:cubicBezTo>
                    <a:pt x="12400" y="2691"/>
                    <a:pt x="13604" y="2887"/>
                    <a:pt x="14696" y="3139"/>
                  </a:cubicBezTo>
                  <a:cubicBezTo>
                    <a:pt x="15761" y="3335"/>
                    <a:pt x="16797" y="3671"/>
                    <a:pt x="17777" y="4091"/>
                  </a:cubicBezTo>
                  <a:cubicBezTo>
                    <a:pt x="18589" y="4427"/>
                    <a:pt x="19317" y="4959"/>
                    <a:pt x="19877" y="5659"/>
                  </a:cubicBezTo>
                  <a:cubicBezTo>
                    <a:pt x="20269" y="6163"/>
                    <a:pt x="20577" y="6751"/>
                    <a:pt x="20745" y="7396"/>
                  </a:cubicBezTo>
                  <a:cubicBezTo>
                    <a:pt x="20381" y="7816"/>
                    <a:pt x="20073" y="8264"/>
                    <a:pt x="19765" y="8740"/>
                  </a:cubicBezTo>
                  <a:cubicBezTo>
                    <a:pt x="19261" y="9608"/>
                    <a:pt x="18813" y="10532"/>
                    <a:pt x="18477" y="11512"/>
                  </a:cubicBezTo>
                  <a:cubicBezTo>
                    <a:pt x="17833" y="13332"/>
                    <a:pt x="17441" y="15097"/>
                    <a:pt x="16853" y="16609"/>
                  </a:cubicBezTo>
                  <a:cubicBezTo>
                    <a:pt x="16265" y="18121"/>
                    <a:pt x="15537" y="19241"/>
                    <a:pt x="14416" y="19773"/>
                  </a:cubicBezTo>
                  <a:cubicBezTo>
                    <a:pt x="13772" y="20053"/>
                    <a:pt x="13100" y="20249"/>
                    <a:pt x="12400" y="20305"/>
                  </a:cubicBezTo>
                  <a:cubicBezTo>
                    <a:pt x="12180" y="20322"/>
                    <a:pt x="11957" y="20331"/>
                    <a:pt x="11733" y="20331"/>
                  </a:cubicBezTo>
                  <a:cubicBezTo>
                    <a:pt x="11217" y="20331"/>
                    <a:pt x="10695" y="20282"/>
                    <a:pt x="10188" y="20165"/>
                  </a:cubicBezTo>
                  <a:cubicBezTo>
                    <a:pt x="8620" y="19773"/>
                    <a:pt x="7163" y="19101"/>
                    <a:pt x="5847" y="18149"/>
                  </a:cubicBezTo>
                  <a:cubicBezTo>
                    <a:pt x="4447" y="17169"/>
                    <a:pt x="3103" y="15993"/>
                    <a:pt x="1703" y="14844"/>
                  </a:cubicBezTo>
                  <a:cubicBezTo>
                    <a:pt x="1525" y="14693"/>
                    <a:pt x="1334" y="14628"/>
                    <a:pt x="1151" y="14628"/>
                  </a:cubicBezTo>
                  <a:cubicBezTo>
                    <a:pt x="525" y="14628"/>
                    <a:pt x="0" y="15386"/>
                    <a:pt x="499" y="15993"/>
                  </a:cubicBezTo>
                  <a:cubicBezTo>
                    <a:pt x="1619" y="17505"/>
                    <a:pt x="2879" y="18905"/>
                    <a:pt x="4251" y="20165"/>
                  </a:cubicBezTo>
                  <a:cubicBezTo>
                    <a:pt x="5679" y="21425"/>
                    <a:pt x="7359" y="22629"/>
                    <a:pt x="9432" y="23218"/>
                  </a:cubicBezTo>
                  <a:cubicBezTo>
                    <a:pt x="10318" y="23481"/>
                    <a:pt x="11225" y="23622"/>
                    <a:pt x="12135" y="23622"/>
                  </a:cubicBezTo>
                  <a:cubicBezTo>
                    <a:pt x="12289" y="23622"/>
                    <a:pt x="12443" y="23618"/>
                    <a:pt x="12596" y="23610"/>
                  </a:cubicBezTo>
                  <a:cubicBezTo>
                    <a:pt x="13716" y="23582"/>
                    <a:pt x="14836" y="23358"/>
                    <a:pt x="15873" y="22910"/>
                  </a:cubicBezTo>
                  <a:cubicBezTo>
                    <a:pt x="16965" y="22433"/>
                    <a:pt x="17889" y="21677"/>
                    <a:pt x="18617" y="20725"/>
                  </a:cubicBezTo>
                  <a:cubicBezTo>
                    <a:pt x="19261" y="19857"/>
                    <a:pt x="19793" y="18905"/>
                    <a:pt x="20157" y="17897"/>
                  </a:cubicBezTo>
                  <a:cubicBezTo>
                    <a:pt x="20857" y="16021"/>
                    <a:pt x="21249" y="14228"/>
                    <a:pt x="21781" y="12632"/>
                  </a:cubicBezTo>
                  <a:cubicBezTo>
                    <a:pt x="22285" y="11036"/>
                    <a:pt x="22929" y="9664"/>
                    <a:pt x="23938" y="8796"/>
                  </a:cubicBezTo>
                  <a:cubicBezTo>
                    <a:pt x="25142" y="7872"/>
                    <a:pt x="26598" y="7340"/>
                    <a:pt x="28110" y="7284"/>
                  </a:cubicBezTo>
                  <a:cubicBezTo>
                    <a:pt x="28551" y="7255"/>
                    <a:pt x="28993" y="7241"/>
                    <a:pt x="29434" y="7241"/>
                  </a:cubicBezTo>
                  <a:cubicBezTo>
                    <a:pt x="30701" y="7241"/>
                    <a:pt x="31968" y="7356"/>
                    <a:pt x="33235" y="7564"/>
                  </a:cubicBezTo>
                  <a:cubicBezTo>
                    <a:pt x="33320" y="7584"/>
                    <a:pt x="33401" y="7594"/>
                    <a:pt x="33478" y="7594"/>
                  </a:cubicBezTo>
                  <a:cubicBezTo>
                    <a:pt x="34441" y="7594"/>
                    <a:pt x="34744" y="6085"/>
                    <a:pt x="33655" y="5799"/>
                  </a:cubicBezTo>
                  <a:cubicBezTo>
                    <a:pt x="31863" y="5099"/>
                    <a:pt x="29958" y="4707"/>
                    <a:pt x="28054" y="4595"/>
                  </a:cubicBezTo>
                  <a:cubicBezTo>
                    <a:pt x="27883" y="4587"/>
                    <a:pt x="27713" y="4583"/>
                    <a:pt x="27542" y="4583"/>
                  </a:cubicBezTo>
                  <a:cubicBezTo>
                    <a:pt x="26006" y="4583"/>
                    <a:pt x="24484" y="4923"/>
                    <a:pt x="23098" y="5603"/>
                  </a:cubicBezTo>
                  <a:cubicBezTo>
                    <a:pt x="23042" y="5071"/>
                    <a:pt x="22873" y="4567"/>
                    <a:pt x="22677" y="4091"/>
                  </a:cubicBezTo>
                  <a:cubicBezTo>
                    <a:pt x="21949" y="2607"/>
                    <a:pt x="20717" y="1459"/>
                    <a:pt x="19205" y="815"/>
                  </a:cubicBezTo>
                  <a:cubicBezTo>
                    <a:pt x="17922" y="280"/>
                    <a:pt x="16563" y="1"/>
                    <a:pt x="15200" y="1"/>
                  </a:cubicBez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64"/>
            <p:cNvSpPr/>
            <p:nvPr/>
          </p:nvSpPr>
          <p:spPr>
            <a:xfrm>
              <a:off x="7155725" y="1697450"/>
              <a:ext cx="7725" cy="12625"/>
            </a:xfrm>
            <a:custGeom>
              <a:avLst/>
              <a:gdLst/>
              <a:ahLst/>
              <a:cxnLst/>
              <a:rect l="l" t="t" r="r" b="b"/>
              <a:pathLst>
                <a:path w="309" h="505" extrusionOk="0">
                  <a:moveTo>
                    <a:pt x="1" y="0"/>
                  </a:moveTo>
                  <a:lnTo>
                    <a:pt x="1" y="252"/>
                  </a:lnTo>
                  <a:cubicBezTo>
                    <a:pt x="113" y="336"/>
                    <a:pt x="225" y="420"/>
                    <a:pt x="309" y="504"/>
                  </a:cubicBezTo>
                  <a:cubicBezTo>
                    <a:pt x="253" y="392"/>
                    <a:pt x="197" y="280"/>
                    <a:pt x="141" y="168"/>
                  </a:cubicBezTo>
                  <a:cubicBezTo>
                    <a:pt x="113" y="112"/>
                    <a:pt x="57" y="28"/>
                    <a:pt x="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450;p64"/>
            <p:cNvSpPr/>
            <p:nvPr/>
          </p:nvSpPr>
          <p:spPr>
            <a:xfrm>
              <a:off x="6791675" y="1696050"/>
              <a:ext cx="405400" cy="769025"/>
            </a:xfrm>
            <a:custGeom>
              <a:avLst/>
              <a:gdLst/>
              <a:ahLst/>
              <a:cxnLst/>
              <a:rect l="l" t="t" r="r" b="b"/>
              <a:pathLst>
                <a:path w="16216" h="30761" extrusionOk="0">
                  <a:moveTo>
                    <a:pt x="13303" y="0"/>
                  </a:moveTo>
                  <a:lnTo>
                    <a:pt x="13303" y="0"/>
                  </a:lnTo>
                  <a:cubicBezTo>
                    <a:pt x="13051" y="252"/>
                    <a:pt x="12967" y="644"/>
                    <a:pt x="13079" y="980"/>
                  </a:cubicBezTo>
                  <a:cubicBezTo>
                    <a:pt x="14003" y="3276"/>
                    <a:pt x="14031" y="5853"/>
                    <a:pt x="13219" y="8205"/>
                  </a:cubicBezTo>
                  <a:cubicBezTo>
                    <a:pt x="12407" y="10501"/>
                    <a:pt x="10838" y="12546"/>
                    <a:pt x="8962" y="14198"/>
                  </a:cubicBezTo>
                  <a:cubicBezTo>
                    <a:pt x="7086" y="15878"/>
                    <a:pt x="4902" y="17110"/>
                    <a:pt x="2521" y="17866"/>
                  </a:cubicBezTo>
                  <a:cubicBezTo>
                    <a:pt x="1877" y="18062"/>
                    <a:pt x="1233" y="18202"/>
                    <a:pt x="589" y="18286"/>
                  </a:cubicBezTo>
                  <a:cubicBezTo>
                    <a:pt x="477" y="19491"/>
                    <a:pt x="281" y="20667"/>
                    <a:pt x="1" y="21843"/>
                  </a:cubicBezTo>
                  <a:cubicBezTo>
                    <a:pt x="757" y="21787"/>
                    <a:pt x="1485" y="21675"/>
                    <a:pt x="2213" y="21507"/>
                  </a:cubicBezTo>
                  <a:lnTo>
                    <a:pt x="2213" y="21507"/>
                  </a:lnTo>
                  <a:cubicBezTo>
                    <a:pt x="2045" y="22207"/>
                    <a:pt x="1989" y="22935"/>
                    <a:pt x="1961" y="23663"/>
                  </a:cubicBezTo>
                  <a:cubicBezTo>
                    <a:pt x="1933" y="25427"/>
                    <a:pt x="2521" y="27164"/>
                    <a:pt x="3641" y="28536"/>
                  </a:cubicBezTo>
                  <a:cubicBezTo>
                    <a:pt x="4257" y="29236"/>
                    <a:pt x="5042" y="29824"/>
                    <a:pt x="5910" y="30188"/>
                  </a:cubicBezTo>
                  <a:cubicBezTo>
                    <a:pt x="6694" y="30524"/>
                    <a:pt x="7562" y="30720"/>
                    <a:pt x="8458" y="30748"/>
                  </a:cubicBezTo>
                  <a:cubicBezTo>
                    <a:pt x="8616" y="30756"/>
                    <a:pt x="8774" y="30761"/>
                    <a:pt x="8931" y="30761"/>
                  </a:cubicBezTo>
                  <a:cubicBezTo>
                    <a:pt x="10340" y="30761"/>
                    <a:pt x="11735" y="30425"/>
                    <a:pt x="12995" y="29796"/>
                  </a:cubicBezTo>
                  <a:cubicBezTo>
                    <a:pt x="13835" y="29404"/>
                    <a:pt x="13611" y="28116"/>
                    <a:pt x="12687" y="28060"/>
                  </a:cubicBezTo>
                  <a:lnTo>
                    <a:pt x="12659" y="28060"/>
                  </a:lnTo>
                  <a:cubicBezTo>
                    <a:pt x="11370" y="28004"/>
                    <a:pt x="10110" y="27836"/>
                    <a:pt x="8878" y="27584"/>
                  </a:cubicBezTo>
                  <a:cubicBezTo>
                    <a:pt x="7898" y="27416"/>
                    <a:pt x="7030" y="26911"/>
                    <a:pt x="6358" y="26211"/>
                  </a:cubicBezTo>
                  <a:cubicBezTo>
                    <a:pt x="5714" y="25371"/>
                    <a:pt x="5294" y="24419"/>
                    <a:pt x="5126" y="23383"/>
                  </a:cubicBezTo>
                  <a:cubicBezTo>
                    <a:pt x="4930" y="22487"/>
                    <a:pt x="4818" y="21591"/>
                    <a:pt x="4762" y="20695"/>
                  </a:cubicBezTo>
                  <a:cubicBezTo>
                    <a:pt x="7114" y="19715"/>
                    <a:pt x="9270" y="18286"/>
                    <a:pt x="11090" y="16494"/>
                  </a:cubicBezTo>
                  <a:cubicBezTo>
                    <a:pt x="13275" y="14450"/>
                    <a:pt x="14871" y="11846"/>
                    <a:pt x="15711" y="8961"/>
                  </a:cubicBezTo>
                  <a:cubicBezTo>
                    <a:pt x="16103" y="7505"/>
                    <a:pt x="16215" y="5965"/>
                    <a:pt x="16047" y="4453"/>
                  </a:cubicBezTo>
                  <a:cubicBezTo>
                    <a:pt x="15991" y="3977"/>
                    <a:pt x="15907" y="3500"/>
                    <a:pt x="15795" y="3024"/>
                  </a:cubicBezTo>
                  <a:cubicBezTo>
                    <a:pt x="15067" y="2352"/>
                    <a:pt x="14311" y="1708"/>
                    <a:pt x="13527" y="1120"/>
                  </a:cubicBezTo>
                  <a:cubicBezTo>
                    <a:pt x="13359" y="980"/>
                    <a:pt x="13247" y="784"/>
                    <a:pt x="13275" y="560"/>
                  </a:cubicBezTo>
                  <a:cubicBezTo>
                    <a:pt x="13275" y="364"/>
                    <a:pt x="13303" y="196"/>
                    <a:pt x="13303" y="0"/>
                  </a:cubicBez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1451;p64"/>
            <p:cNvSpPr/>
            <p:nvPr/>
          </p:nvSpPr>
          <p:spPr>
            <a:xfrm>
              <a:off x="6466150" y="1214775"/>
              <a:ext cx="426375" cy="464025"/>
            </a:xfrm>
            <a:custGeom>
              <a:avLst/>
              <a:gdLst/>
              <a:ahLst/>
              <a:cxnLst/>
              <a:rect l="l" t="t" r="r" b="b"/>
              <a:pathLst>
                <a:path w="17055" h="18561" extrusionOk="0">
                  <a:moveTo>
                    <a:pt x="972" y="0"/>
                  </a:moveTo>
                  <a:cubicBezTo>
                    <a:pt x="682" y="0"/>
                    <a:pt x="396" y="137"/>
                    <a:pt x="252" y="377"/>
                  </a:cubicBezTo>
                  <a:cubicBezTo>
                    <a:pt x="0" y="797"/>
                    <a:pt x="112" y="1301"/>
                    <a:pt x="504" y="1553"/>
                  </a:cubicBezTo>
                  <a:lnTo>
                    <a:pt x="560" y="1581"/>
                  </a:lnTo>
                  <a:cubicBezTo>
                    <a:pt x="2184" y="2645"/>
                    <a:pt x="3809" y="3709"/>
                    <a:pt x="5349" y="4857"/>
                  </a:cubicBezTo>
                  <a:cubicBezTo>
                    <a:pt x="6861" y="5949"/>
                    <a:pt x="8289" y="7182"/>
                    <a:pt x="9633" y="8498"/>
                  </a:cubicBezTo>
                  <a:cubicBezTo>
                    <a:pt x="10922" y="9786"/>
                    <a:pt x="12042" y="11214"/>
                    <a:pt x="12994" y="12754"/>
                  </a:cubicBezTo>
                  <a:cubicBezTo>
                    <a:pt x="13918" y="14350"/>
                    <a:pt x="14590" y="16059"/>
                    <a:pt x="15038" y="17851"/>
                  </a:cubicBezTo>
                  <a:lnTo>
                    <a:pt x="15038" y="17879"/>
                  </a:lnTo>
                  <a:cubicBezTo>
                    <a:pt x="15157" y="18341"/>
                    <a:pt x="15525" y="18560"/>
                    <a:pt x="15895" y="18560"/>
                  </a:cubicBezTo>
                  <a:cubicBezTo>
                    <a:pt x="16310" y="18560"/>
                    <a:pt x="16728" y="18285"/>
                    <a:pt x="16802" y="17767"/>
                  </a:cubicBezTo>
                  <a:cubicBezTo>
                    <a:pt x="17054" y="15583"/>
                    <a:pt x="16718" y="13370"/>
                    <a:pt x="15822" y="11354"/>
                  </a:cubicBezTo>
                  <a:cubicBezTo>
                    <a:pt x="14954" y="9338"/>
                    <a:pt x="13694" y="7518"/>
                    <a:pt x="12126" y="5977"/>
                  </a:cubicBezTo>
                  <a:cubicBezTo>
                    <a:pt x="10614" y="4493"/>
                    <a:pt x="8877" y="3205"/>
                    <a:pt x="7001" y="2197"/>
                  </a:cubicBezTo>
                  <a:cubicBezTo>
                    <a:pt x="5181" y="1189"/>
                    <a:pt x="3193" y="433"/>
                    <a:pt x="1120" y="13"/>
                  </a:cubicBezTo>
                  <a:cubicBezTo>
                    <a:pt x="1071" y="4"/>
                    <a:pt x="1022" y="0"/>
                    <a:pt x="972" y="0"/>
                  </a:cubicBezTo>
                  <a:close/>
                </a:path>
              </a:pathLst>
            </a:cu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2" name="Google Shape;1452;p64"/>
            <p:cNvSpPr/>
            <p:nvPr/>
          </p:nvSpPr>
          <p:spPr>
            <a:xfrm>
              <a:off x="5356500" y="1411700"/>
              <a:ext cx="1459400" cy="1348050"/>
            </a:xfrm>
            <a:custGeom>
              <a:avLst/>
              <a:gdLst/>
              <a:ahLst/>
              <a:cxnLst/>
              <a:rect l="l" t="t" r="r" b="b"/>
              <a:pathLst>
                <a:path w="58376" h="53922" extrusionOk="0">
                  <a:moveTo>
                    <a:pt x="29858" y="4375"/>
                  </a:moveTo>
                  <a:cubicBezTo>
                    <a:pt x="37691" y="4375"/>
                    <a:pt x="45267" y="8462"/>
                    <a:pt x="49427" y="15659"/>
                  </a:cubicBezTo>
                  <a:cubicBezTo>
                    <a:pt x="49511" y="15799"/>
                    <a:pt x="49567" y="15911"/>
                    <a:pt x="49623" y="16023"/>
                  </a:cubicBezTo>
                  <a:cubicBezTo>
                    <a:pt x="51667" y="19663"/>
                    <a:pt x="52647" y="23836"/>
                    <a:pt x="52423" y="28008"/>
                  </a:cubicBezTo>
                  <a:cubicBezTo>
                    <a:pt x="52367" y="29380"/>
                    <a:pt x="52171" y="30753"/>
                    <a:pt x="51863" y="32097"/>
                  </a:cubicBezTo>
                  <a:cubicBezTo>
                    <a:pt x="51807" y="32321"/>
                    <a:pt x="51751" y="32573"/>
                    <a:pt x="51695" y="32797"/>
                  </a:cubicBezTo>
                  <a:cubicBezTo>
                    <a:pt x="50827" y="36017"/>
                    <a:pt x="49287" y="38986"/>
                    <a:pt x="47159" y="41506"/>
                  </a:cubicBezTo>
                  <a:cubicBezTo>
                    <a:pt x="46542" y="42262"/>
                    <a:pt x="45870" y="42962"/>
                    <a:pt x="45142" y="43606"/>
                  </a:cubicBezTo>
                  <a:cubicBezTo>
                    <a:pt x="43938" y="44726"/>
                    <a:pt x="42622" y="45706"/>
                    <a:pt x="41194" y="46519"/>
                  </a:cubicBezTo>
                  <a:lnTo>
                    <a:pt x="41166" y="46547"/>
                  </a:lnTo>
                  <a:cubicBezTo>
                    <a:pt x="38169" y="48283"/>
                    <a:pt x="34809" y="49291"/>
                    <a:pt x="31364" y="49515"/>
                  </a:cubicBezTo>
                  <a:cubicBezTo>
                    <a:pt x="30860" y="49543"/>
                    <a:pt x="30384" y="49571"/>
                    <a:pt x="29908" y="49571"/>
                  </a:cubicBezTo>
                  <a:cubicBezTo>
                    <a:pt x="29152" y="49571"/>
                    <a:pt x="28396" y="49515"/>
                    <a:pt x="27640" y="49459"/>
                  </a:cubicBezTo>
                  <a:cubicBezTo>
                    <a:pt x="20415" y="48731"/>
                    <a:pt x="13946" y="44558"/>
                    <a:pt x="10306" y="38285"/>
                  </a:cubicBezTo>
                  <a:cubicBezTo>
                    <a:pt x="9578" y="37025"/>
                    <a:pt x="8989" y="35709"/>
                    <a:pt x="8513" y="34337"/>
                  </a:cubicBezTo>
                  <a:cubicBezTo>
                    <a:pt x="8177" y="33413"/>
                    <a:pt x="7925" y="32433"/>
                    <a:pt x="7729" y="31453"/>
                  </a:cubicBezTo>
                  <a:cubicBezTo>
                    <a:pt x="7701" y="31369"/>
                    <a:pt x="7701" y="31257"/>
                    <a:pt x="7673" y="31173"/>
                  </a:cubicBezTo>
                  <a:cubicBezTo>
                    <a:pt x="7449" y="29996"/>
                    <a:pt x="7337" y="28820"/>
                    <a:pt x="7281" y="27644"/>
                  </a:cubicBezTo>
                  <a:cubicBezTo>
                    <a:pt x="7141" y="22772"/>
                    <a:pt x="8597" y="17983"/>
                    <a:pt x="11398" y="13978"/>
                  </a:cubicBezTo>
                  <a:cubicBezTo>
                    <a:pt x="13274" y="11290"/>
                    <a:pt x="15710" y="9050"/>
                    <a:pt x="18567" y="7398"/>
                  </a:cubicBezTo>
                  <a:cubicBezTo>
                    <a:pt x="19071" y="7118"/>
                    <a:pt x="19575" y="6865"/>
                    <a:pt x="20079" y="6613"/>
                  </a:cubicBezTo>
                  <a:cubicBezTo>
                    <a:pt x="23228" y="5097"/>
                    <a:pt x="26566" y="4375"/>
                    <a:pt x="29858" y="4375"/>
                  </a:cubicBezTo>
                  <a:close/>
                  <a:moveTo>
                    <a:pt x="29910" y="0"/>
                  </a:moveTo>
                  <a:cubicBezTo>
                    <a:pt x="27017" y="0"/>
                    <a:pt x="24047" y="474"/>
                    <a:pt x="21087" y="1489"/>
                  </a:cubicBezTo>
                  <a:cubicBezTo>
                    <a:pt x="20163" y="1797"/>
                    <a:pt x="19267" y="2189"/>
                    <a:pt x="18371" y="2609"/>
                  </a:cubicBezTo>
                  <a:lnTo>
                    <a:pt x="18203" y="2693"/>
                  </a:lnTo>
                  <a:cubicBezTo>
                    <a:pt x="17587" y="2973"/>
                    <a:pt x="16998" y="3281"/>
                    <a:pt x="16410" y="3617"/>
                  </a:cubicBezTo>
                  <a:cubicBezTo>
                    <a:pt x="4929" y="10310"/>
                    <a:pt x="0" y="24340"/>
                    <a:pt x="4789" y="36745"/>
                  </a:cubicBezTo>
                  <a:cubicBezTo>
                    <a:pt x="5293" y="38005"/>
                    <a:pt x="5881" y="39266"/>
                    <a:pt x="6581" y="40442"/>
                  </a:cubicBezTo>
                  <a:cubicBezTo>
                    <a:pt x="7953" y="42850"/>
                    <a:pt x="9718" y="45062"/>
                    <a:pt x="11790" y="46939"/>
                  </a:cubicBezTo>
                  <a:cubicBezTo>
                    <a:pt x="16130" y="50887"/>
                    <a:pt x="21675" y="53323"/>
                    <a:pt x="27528" y="53827"/>
                  </a:cubicBezTo>
                  <a:cubicBezTo>
                    <a:pt x="28368" y="53890"/>
                    <a:pt x="29208" y="53922"/>
                    <a:pt x="30048" y="53922"/>
                  </a:cubicBezTo>
                  <a:cubicBezTo>
                    <a:pt x="30328" y="53922"/>
                    <a:pt x="30608" y="53919"/>
                    <a:pt x="30888" y="53912"/>
                  </a:cubicBezTo>
                  <a:cubicBezTo>
                    <a:pt x="31924" y="53855"/>
                    <a:pt x="32961" y="53771"/>
                    <a:pt x="33997" y="53603"/>
                  </a:cubicBezTo>
                  <a:cubicBezTo>
                    <a:pt x="34473" y="53519"/>
                    <a:pt x="34977" y="53435"/>
                    <a:pt x="35453" y="53323"/>
                  </a:cubicBezTo>
                  <a:lnTo>
                    <a:pt x="35873" y="53239"/>
                  </a:lnTo>
                  <a:cubicBezTo>
                    <a:pt x="36321" y="53127"/>
                    <a:pt x="36741" y="53043"/>
                    <a:pt x="37161" y="52903"/>
                  </a:cubicBezTo>
                  <a:lnTo>
                    <a:pt x="37217" y="52903"/>
                  </a:lnTo>
                  <a:cubicBezTo>
                    <a:pt x="38253" y="52623"/>
                    <a:pt x="39261" y="52259"/>
                    <a:pt x="40242" y="51867"/>
                  </a:cubicBezTo>
                  <a:lnTo>
                    <a:pt x="40550" y="51727"/>
                  </a:lnTo>
                  <a:cubicBezTo>
                    <a:pt x="40914" y="51559"/>
                    <a:pt x="41278" y="51391"/>
                    <a:pt x="41642" y="51223"/>
                  </a:cubicBezTo>
                  <a:lnTo>
                    <a:pt x="42006" y="51055"/>
                  </a:lnTo>
                  <a:cubicBezTo>
                    <a:pt x="42454" y="50803"/>
                    <a:pt x="42902" y="50579"/>
                    <a:pt x="43350" y="50327"/>
                  </a:cubicBezTo>
                  <a:cubicBezTo>
                    <a:pt x="44078" y="49879"/>
                    <a:pt x="44750" y="49459"/>
                    <a:pt x="45394" y="48983"/>
                  </a:cubicBezTo>
                  <a:cubicBezTo>
                    <a:pt x="45478" y="48927"/>
                    <a:pt x="45590" y="48843"/>
                    <a:pt x="45674" y="48787"/>
                  </a:cubicBezTo>
                  <a:cubicBezTo>
                    <a:pt x="46206" y="48395"/>
                    <a:pt x="46710" y="48003"/>
                    <a:pt x="47187" y="47583"/>
                  </a:cubicBezTo>
                  <a:cubicBezTo>
                    <a:pt x="47327" y="47499"/>
                    <a:pt x="47439" y="47387"/>
                    <a:pt x="47551" y="47303"/>
                  </a:cubicBezTo>
                  <a:cubicBezTo>
                    <a:pt x="47915" y="46967"/>
                    <a:pt x="48279" y="46631"/>
                    <a:pt x="48643" y="46267"/>
                  </a:cubicBezTo>
                  <a:cubicBezTo>
                    <a:pt x="48755" y="46155"/>
                    <a:pt x="48867" y="46042"/>
                    <a:pt x="48979" y="45930"/>
                  </a:cubicBezTo>
                  <a:cubicBezTo>
                    <a:pt x="49091" y="45790"/>
                    <a:pt x="49287" y="45622"/>
                    <a:pt x="49455" y="45454"/>
                  </a:cubicBezTo>
                  <a:cubicBezTo>
                    <a:pt x="49763" y="45118"/>
                    <a:pt x="50071" y="44754"/>
                    <a:pt x="50379" y="44418"/>
                  </a:cubicBezTo>
                  <a:cubicBezTo>
                    <a:pt x="50547" y="44222"/>
                    <a:pt x="50743" y="43998"/>
                    <a:pt x="50883" y="43802"/>
                  </a:cubicBezTo>
                  <a:cubicBezTo>
                    <a:pt x="53375" y="40722"/>
                    <a:pt x="55168" y="37109"/>
                    <a:pt x="56092" y="33245"/>
                  </a:cubicBezTo>
                  <a:cubicBezTo>
                    <a:pt x="56372" y="32097"/>
                    <a:pt x="56568" y="30921"/>
                    <a:pt x="56680" y="29744"/>
                  </a:cubicBezTo>
                  <a:cubicBezTo>
                    <a:pt x="58376" y="13258"/>
                    <a:pt x="45215" y="0"/>
                    <a:pt x="2991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1453;p64"/>
            <p:cNvSpPr/>
            <p:nvPr/>
          </p:nvSpPr>
          <p:spPr>
            <a:xfrm>
              <a:off x="6237200" y="1962600"/>
              <a:ext cx="233175" cy="146775"/>
            </a:xfrm>
            <a:custGeom>
              <a:avLst/>
              <a:gdLst/>
              <a:ahLst/>
              <a:cxnLst/>
              <a:rect l="l" t="t" r="r" b="b"/>
              <a:pathLst>
                <a:path w="9327" h="5871" extrusionOk="0">
                  <a:moveTo>
                    <a:pt x="5472" y="1"/>
                  </a:moveTo>
                  <a:cubicBezTo>
                    <a:pt x="4404" y="1"/>
                    <a:pt x="3064" y="435"/>
                    <a:pt x="1905" y="1380"/>
                  </a:cubicBezTo>
                  <a:cubicBezTo>
                    <a:pt x="1597" y="1632"/>
                    <a:pt x="1317" y="1912"/>
                    <a:pt x="1065" y="2220"/>
                  </a:cubicBezTo>
                  <a:cubicBezTo>
                    <a:pt x="29" y="3424"/>
                    <a:pt x="1" y="5244"/>
                    <a:pt x="1569" y="5720"/>
                  </a:cubicBezTo>
                  <a:cubicBezTo>
                    <a:pt x="1933" y="5822"/>
                    <a:pt x="2304" y="5871"/>
                    <a:pt x="2671" y="5871"/>
                  </a:cubicBezTo>
                  <a:cubicBezTo>
                    <a:pt x="3010" y="5871"/>
                    <a:pt x="3346" y="5829"/>
                    <a:pt x="3669" y="5748"/>
                  </a:cubicBezTo>
                  <a:cubicBezTo>
                    <a:pt x="6806" y="4964"/>
                    <a:pt x="9326" y="1044"/>
                    <a:pt x="6358" y="119"/>
                  </a:cubicBezTo>
                  <a:cubicBezTo>
                    <a:pt x="6096" y="41"/>
                    <a:pt x="5797" y="1"/>
                    <a:pt x="54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64"/>
            <p:cNvSpPr/>
            <p:nvPr/>
          </p:nvSpPr>
          <p:spPr>
            <a:xfrm>
              <a:off x="5834750" y="2194950"/>
              <a:ext cx="197550" cy="146125"/>
            </a:xfrm>
            <a:custGeom>
              <a:avLst/>
              <a:gdLst/>
              <a:ahLst/>
              <a:cxnLst/>
              <a:rect l="l" t="t" r="r" b="b"/>
              <a:pathLst>
                <a:path w="7902" h="5845" extrusionOk="0">
                  <a:moveTo>
                    <a:pt x="5352" y="1"/>
                  </a:moveTo>
                  <a:cubicBezTo>
                    <a:pt x="5266" y="1"/>
                    <a:pt x="5180" y="4"/>
                    <a:pt x="5093" y="11"/>
                  </a:cubicBezTo>
                  <a:lnTo>
                    <a:pt x="4813" y="67"/>
                  </a:lnTo>
                  <a:cubicBezTo>
                    <a:pt x="3441" y="291"/>
                    <a:pt x="2181" y="991"/>
                    <a:pt x="1257" y="1999"/>
                  </a:cubicBezTo>
                  <a:cubicBezTo>
                    <a:pt x="809" y="2447"/>
                    <a:pt x="529" y="3007"/>
                    <a:pt x="361" y="3595"/>
                  </a:cubicBezTo>
                  <a:cubicBezTo>
                    <a:pt x="1" y="5151"/>
                    <a:pt x="1058" y="5845"/>
                    <a:pt x="2473" y="5845"/>
                  </a:cubicBezTo>
                  <a:cubicBezTo>
                    <a:pt x="3479" y="5845"/>
                    <a:pt x="4665" y="5495"/>
                    <a:pt x="5654" y="4855"/>
                  </a:cubicBezTo>
                  <a:cubicBezTo>
                    <a:pt x="6606" y="4267"/>
                    <a:pt x="7306" y="3343"/>
                    <a:pt x="7586" y="2251"/>
                  </a:cubicBezTo>
                  <a:lnTo>
                    <a:pt x="7586" y="2223"/>
                  </a:lnTo>
                  <a:cubicBezTo>
                    <a:pt x="7902" y="827"/>
                    <a:pt x="6707" y="1"/>
                    <a:pt x="535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455;p64"/>
            <p:cNvSpPr/>
            <p:nvPr/>
          </p:nvSpPr>
          <p:spPr>
            <a:xfrm>
              <a:off x="6413625" y="2785375"/>
              <a:ext cx="896850" cy="1186975"/>
            </a:xfrm>
            <a:custGeom>
              <a:avLst/>
              <a:gdLst/>
              <a:ahLst/>
              <a:cxnLst/>
              <a:rect l="l" t="t" r="r" b="b"/>
              <a:pathLst>
                <a:path w="35874" h="47479" extrusionOk="0">
                  <a:moveTo>
                    <a:pt x="11286" y="1"/>
                  </a:moveTo>
                  <a:cubicBezTo>
                    <a:pt x="11230" y="169"/>
                    <a:pt x="11146" y="309"/>
                    <a:pt x="11062" y="477"/>
                  </a:cubicBezTo>
                  <a:cubicBezTo>
                    <a:pt x="11034" y="561"/>
                    <a:pt x="11006" y="645"/>
                    <a:pt x="10950" y="729"/>
                  </a:cubicBezTo>
                  <a:cubicBezTo>
                    <a:pt x="10810" y="1009"/>
                    <a:pt x="10642" y="1289"/>
                    <a:pt x="10474" y="1569"/>
                  </a:cubicBezTo>
                  <a:cubicBezTo>
                    <a:pt x="10446" y="1597"/>
                    <a:pt x="10446" y="1625"/>
                    <a:pt x="10418" y="1653"/>
                  </a:cubicBezTo>
                  <a:cubicBezTo>
                    <a:pt x="10250" y="1905"/>
                    <a:pt x="10110" y="2129"/>
                    <a:pt x="9914" y="2353"/>
                  </a:cubicBezTo>
                  <a:lnTo>
                    <a:pt x="9298" y="3109"/>
                  </a:lnTo>
                  <a:lnTo>
                    <a:pt x="9046" y="3361"/>
                  </a:lnTo>
                  <a:cubicBezTo>
                    <a:pt x="8906" y="3501"/>
                    <a:pt x="8766" y="3641"/>
                    <a:pt x="8598" y="3781"/>
                  </a:cubicBezTo>
                  <a:cubicBezTo>
                    <a:pt x="8514" y="3865"/>
                    <a:pt x="8430" y="3949"/>
                    <a:pt x="8346" y="4033"/>
                  </a:cubicBezTo>
                  <a:cubicBezTo>
                    <a:pt x="8178" y="4173"/>
                    <a:pt x="7982" y="4313"/>
                    <a:pt x="7814" y="4453"/>
                  </a:cubicBezTo>
                  <a:cubicBezTo>
                    <a:pt x="7730" y="4509"/>
                    <a:pt x="7646" y="4565"/>
                    <a:pt x="7562" y="4621"/>
                  </a:cubicBezTo>
                  <a:cubicBezTo>
                    <a:pt x="7394" y="4761"/>
                    <a:pt x="7226" y="4873"/>
                    <a:pt x="7002" y="4985"/>
                  </a:cubicBezTo>
                  <a:lnTo>
                    <a:pt x="6750" y="5153"/>
                  </a:lnTo>
                  <a:cubicBezTo>
                    <a:pt x="6498" y="5293"/>
                    <a:pt x="6246" y="5405"/>
                    <a:pt x="6022" y="5517"/>
                  </a:cubicBezTo>
                  <a:lnTo>
                    <a:pt x="5798" y="5629"/>
                  </a:lnTo>
                  <a:lnTo>
                    <a:pt x="5518" y="5741"/>
                  </a:lnTo>
                  <a:cubicBezTo>
                    <a:pt x="5266" y="5853"/>
                    <a:pt x="5014" y="5937"/>
                    <a:pt x="4761" y="6021"/>
                  </a:cubicBezTo>
                  <a:lnTo>
                    <a:pt x="4537" y="6105"/>
                  </a:lnTo>
                  <a:cubicBezTo>
                    <a:pt x="3529" y="6413"/>
                    <a:pt x="2465" y="6581"/>
                    <a:pt x="1429" y="6581"/>
                  </a:cubicBezTo>
                  <a:lnTo>
                    <a:pt x="1261" y="6581"/>
                  </a:lnTo>
                  <a:cubicBezTo>
                    <a:pt x="841" y="6581"/>
                    <a:pt x="421" y="6553"/>
                    <a:pt x="1" y="6497"/>
                  </a:cubicBezTo>
                  <a:lnTo>
                    <a:pt x="1" y="6497"/>
                  </a:lnTo>
                  <a:lnTo>
                    <a:pt x="1177" y="8738"/>
                  </a:lnTo>
                  <a:lnTo>
                    <a:pt x="1345" y="9074"/>
                  </a:lnTo>
                  <a:lnTo>
                    <a:pt x="1793" y="9858"/>
                  </a:lnTo>
                  <a:lnTo>
                    <a:pt x="4593" y="15179"/>
                  </a:lnTo>
                  <a:lnTo>
                    <a:pt x="6470" y="18735"/>
                  </a:lnTo>
                  <a:lnTo>
                    <a:pt x="10222" y="25848"/>
                  </a:lnTo>
                  <a:lnTo>
                    <a:pt x="12070" y="29376"/>
                  </a:lnTo>
                  <a:lnTo>
                    <a:pt x="15851" y="36517"/>
                  </a:lnTo>
                  <a:lnTo>
                    <a:pt x="17699" y="40018"/>
                  </a:lnTo>
                  <a:lnTo>
                    <a:pt x="20024" y="44386"/>
                  </a:lnTo>
                  <a:cubicBezTo>
                    <a:pt x="21051" y="46366"/>
                    <a:pt x="23062" y="47478"/>
                    <a:pt x="25141" y="47478"/>
                  </a:cubicBezTo>
                  <a:cubicBezTo>
                    <a:pt x="26122" y="47478"/>
                    <a:pt x="27117" y="47231"/>
                    <a:pt x="28033" y="46711"/>
                  </a:cubicBezTo>
                  <a:lnTo>
                    <a:pt x="32121" y="44330"/>
                  </a:lnTo>
                  <a:cubicBezTo>
                    <a:pt x="34978" y="42678"/>
                    <a:pt x="35874" y="39010"/>
                    <a:pt x="34137" y="36237"/>
                  </a:cubicBezTo>
                  <a:lnTo>
                    <a:pt x="34137" y="36237"/>
                  </a:lnTo>
                  <a:lnTo>
                    <a:pt x="34137" y="36265"/>
                  </a:lnTo>
                  <a:lnTo>
                    <a:pt x="31505" y="32093"/>
                  </a:lnTo>
                  <a:lnTo>
                    <a:pt x="29349" y="28676"/>
                  </a:lnTo>
                  <a:lnTo>
                    <a:pt x="25064" y="21899"/>
                  </a:lnTo>
                  <a:lnTo>
                    <a:pt x="22908" y="18455"/>
                  </a:lnTo>
                  <a:lnTo>
                    <a:pt x="18651" y="11706"/>
                  </a:lnTo>
                  <a:lnTo>
                    <a:pt x="16495" y="8262"/>
                  </a:lnTo>
                  <a:lnTo>
                    <a:pt x="11790" y="813"/>
                  </a:lnTo>
                  <a:lnTo>
                    <a:pt x="112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6" name="Google Shape;1456;p64"/>
            <p:cNvSpPr/>
            <p:nvPr/>
          </p:nvSpPr>
          <p:spPr>
            <a:xfrm>
              <a:off x="5536425" y="1521050"/>
              <a:ext cx="1136275" cy="1129925"/>
            </a:xfrm>
            <a:custGeom>
              <a:avLst/>
              <a:gdLst/>
              <a:ahLst/>
              <a:cxnLst/>
              <a:rect l="l" t="t" r="r" b="b"/>
              <a:pathLst>
                <a:path w="45451" h="45197" extrusionOk="0">
                  <a:moveTo>
                    <a:pt x="22716" y="1266"/>
                  </a:moveTo>
                  <a:cubicBezTo>
                    <a:pt x="33067" y="1266"/>
                    <a:pt x="42176" y="8821"/>
                    <a:pt x="43770" y="19434"/>
                  </a:cubicBezTo>
                  <a:cubicBezTo>
                    <a:pt x="43798" y="19686"/>
                    <a:pt x="43854" y="19966"/>
                    <a:pt x="43882" y="20246"/>
                  </a:cubicBezTo>
                  <a:cubicBezTo>
                    <a:pt x="44134" y="22458"/>
                    <a:pt x="44022" y="24726"/>
                    <a:pt x="43546" y="26911"/>
                  </a:cubicBezTo>
                  <a:cubicBezTo>
                    <a:pt x="43462" y="27303"/>
                    <a:pt x="43378" y="27695"/>
                    <a:pt x="43266" y="28087"/>
                  </a:cubicBezTo>
                  <a:cubicBezTo>
                    <a:pt x="42174" y="32203"/>
                    <a:pt x="39877" y="35900"/>
                    <a:pt x="36657" y="38672"/>
                  </a:cubicBezTo>
                  <a:cubicBezTo>
                    <a:pt x="35621" y="39568"/>
                    <a:pt x="34529" y="40352"/>
                    <a:pt x="33353" y="41052"/>
                  </a:cubicBezTo>
                  <a:cubicBezTo>
                    <a:pt x="30748" y="42537"/>
                    <a:pt x="27864" y="43461"/>
                    <a:pt x="24896" y="43769"/>
                  </a:cubicBezTo>
                  <a:cubicBezTo>
                    <a:pt x="24159" y="43847"/>
                    <a:pt x="23421" y="43885"/>
                    <a:pt x="22684" y="43885"/>
                  </a:cubicBezTo>
                  <a:cubicBezTo>
                    <a:pt x="20507" y="43885"/>
                    <a:pt x="18342" y="43549"/>
                    <a:pt x="16270" y="42901"/>
                  </a:cubicBezTo>
                  <a:cubicBezTo>
                    <a:pt x="7729" y="40212"/>
                    <a:pt x="1792" y="32483"/>
                    <a:pt x="1400" y="23550"/>
                  </a:cubicBezTo>
                  <a:cubicBezTo>
                    <a:pt x="1176" y="18538"/>
                    <a:pt x="2745" y="13609"/>
                    <a:pt x="5769" y="9604"/>
                  </a:cubicBezTo>
                  <a:cubicBezTo>
                    <a:pt x="8093" y="6608"/>
                    <a:pt x="11174" y="4256"/>
                    <a:pt x="14674" y="2828"/>
                  </a:cubicBezTo>
                  <a:cubicBezTo>
                    <a:pt x="16018" y="2295"/>
                    <a:pt x="17419" y="1875"/>
                    <a:pt x="18819" y="1623"/>
                  </a:cubicBezTo>
                  <a:cubicBezTo>
                    <a:pt x="20129" y="1382"/>
                    <a:pt x="21432" y="1266"/>
                    <a:pt x="22716" y="1266"/>
                  </a:cubicBezTo>
                  <a:close/>
                  <a:moveTo>
                    <a:pt x="22667" y="1"/>
                  </a:moveTo>
                  <a:cubicBezTo>
                    <a:pt x="19371" y="1"/>
                    <a:pt x="16031" y="723"/>
                    <a:pt x="12882" y="2239"/>
                  </a:cubicBezTo>
                  <a:cubicBezTo>
                    <a:pt x="12378" y="2491"/>
                    <a:pt x="11874" y="2744"/>
                    <a:pt x="11370" y="3024"/>
                  </a:cubicBezTo>
                  <a:cubicBezTo>
                    <a:pt x="7449" y="5292"/>
                    <a:pt x="4285" y="8708"/>
                    <a:pt x="2325" y="12825"/>
                  </a:cubicBezTo>
                  <a:cubicBezTo>
                    <a:pt x="756" y="16073"/>
                    <a:pt x="0" y="19658"/>
                    <a:pt x="112" y="23270"/>
                  </a:cubicBezTo>
                  <a:cubicBezTo>
                    <a:pt x="140" y="24446"/>
                    <a:pt x="252" y="25622"/>
                    <a:pt x="476" y="26799"/>
                  </a:cubicBezTo>
                  <a:cubicBezTo>
                    <a:pt x="504" y="26883"/>
                    <a:pt x="532" y="26995"/>
                    <a:pt x="532" y="27079"/>
                  </a:cubicBezTo>
                  <a:cubicBezTo>
                    <a:pt x="728" y="28059"/>
                    <a:pt x="1008" y="29039"/>
                    <a:pt x="1316" y="29963"/>
                  </a:cubicBezTo>
                  <a:cubicBezTo>
                    <a:pt x="1792" y="31335"/>
                    <a:pt x="2409" y="32651"/>
                    <a:pt x="3109" y="33911"/>
                  </a:cubicBezTo>
                  <a:cubicBezTo>
                    <a:pt x="7169" y="40884"/>
                    <a:pt x="14646" y="45169"/>
                    <a:pt x="22711" y="45197"/>
                  </a:cubicBezTo>
                  <a:cubicBezTo>
                    <a:pt x="23187" y="45197"/>
                    <a:pt x="23691" y="45197"/>
                    <a:pt x="24167" y="45141"/>
                  </a:cubicBezTo>
                  <a:cubicBezTo>
                    <a:pt x="27612" y="44917"/>
                    <a:pt x="30972" y="43909"/>
                    <a:pt x="33997" y="42173"/>
                  </a:cubicBezTo>
                  <a:cubicBezTo>
                    <a:pt x="35425" y="41332"/>
                    <a:pt x="36741" y="40352"/>
                    <a:pt x="37973" y="39232"/>
                  </a:cubicBezTo>
                  <a:cubicBezTo>
                    <a:pt x="38701" y="38560"/>
                    <a:pt x="39373" y="37860"/>
                    <a:pt x="39990" y="37132"/>
                  </a:cubicBezTo>
                  <a:cubicBezTo>
                    <a:pt x="42118" y="34584"/>
                    <a:pt x="43658" y="31615"/>
                    <a:pt x="44498" y="28423"/>
                  </a:cubicBezTo>
                  <a:cubicBezTo>
                    <a:pt x="44554" y="28199"/>
                    <a:pt x="44610" y="27947"/>
                    <a:pt x="44666" y="27695"/>
                  </a:cubicBezTo>
                  <a:cubicBezTo>
                    <a:pt x="44974" y="26379"/>
                    <a:pt x="45170" y="25006"/>
                    <a:pt x="45254" y="23634"/>
                  </a:cubicBezTo>
                  <a:cubicBezTo>
                    <a:pt x="45450" y="19434"/>
                    <a:pt x="44470" y="15289"/>
                    <a:pt x="42454" y="11649"/>
                  </a:cubicBezTo>
                  <a:cubicBezTo>
                    <a:pt x="42370" y="11509"/>
                    <a:pt x="42314" y="11397"/>
                    <a:pt x="42258" y="11285"/>
                  </a:cubicBezTo>
                  <a:cubicBezTo>
                    <a:pt x="38098" y="4088"/>
                    <a:pt x="30508" y="1"/>
                    <a:pt x="226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7" name="Google Shape;1457;p64"/>
            <p:cNvSpPr/>
            <p:nvPr/>
          </p:nvSpPr>
          <p:spPr>
            <a:xfrm>
              <a:off x="5793350" y="2044400"/>
              <a:ext cx="139350" cy="121350"/>
            </a:xfrm>
            <a:custGeom>
              <a:avLst/>
              <a:gdLst/>
              <a:ahLst/>
              <a:cxnLst/>
              <a:rect l="l" t="t" r="r" b="b"/>
              <a:pathLst>
                <a:path w="5574" h="4854" extrusionOk="0">
                  <a:moveTo>
                    <a:pt x="2825" y="1"/>
                  </a:moveTo>
                  <a:cubicBezTo>
                    <a:pt x="2386" y="1"/>
                    <a:pt x="1941" y="122"/>
                    <a:pt x="1541" y="376"/>
                  </a:cubicBezTo>
                  <a:cubicBezTo>
                    <a:pt x="393" y="1048"/>
                    <a:pt x="1" y="2532"/>
                    <a:pt x="673" y="3680"/>
                  </a:cubicBezTo>
                  <a:cubicBezTo>
                    <a:pt x="729" y="3792"/>
                    <a:pt x="785" y="3876"/>
                    <a:pt x="869" y="3960"/>
                  </a:cubicBezTo>
                  <a:cubicBezTo>
                    <a:pt x="1352" y="4540"/>
                    <a:pt x="2062" y="4853"/>
                    <a:pt x="2788" y="4853"/>
                  </a:cubicBezTo>
                  <a:cubicBezTo>
                    <a:pt x="3113" y="4853"/>
                    <a:pt x="3441" y="4790"/>
                    <a:pt x="3753" y="4660"/>
                  </a:cubicBezTo>
                  <a:cubicBezTo>
                    <a:pt x="3837" y="4604"/>
                    <a:pt x="3921" y="4576"/>
                    <a:pt x="4033" y="4520"/>
                  </a:cubicBezTo>
                  <a:cubicBezTo>
                    <a:pt x="5181" y="3848"/>
                    <a:pt x="5573" y="2336"/>
                    <a:pt x="4873" y="1188"/>
                  </a:cubicBezTo>
                  <a:cubicBezTo>
                    <a:pt x="4436" y="422"/>
                    <a:pt x="3642" y="1"/>
                    <a:pt x="282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8" name="Google Shape;1458;p64"/>
            <p:cNvSpPr/>
            <p:nvPr/>
          </p:nvSpPr>
          <p:spPr>
            <a:xfrm>
              <a:off x="6161600" y="1831750"/>
              <a:ext cx="133750" cy="121775"/>
            </a:xfrm>
            <a:custGeom>
              <a:avLst/>
              <a:gdLst/>
              <a:ahLst/>
              <a:cxnLst/>
              <a:rect l="l" t="t" r="r" b="b"/>
              <a:pathLst>
                <a:path w="5350" h="4871" extrusionOk="0">
                  <a:moveTo>
                    <a:pt x="2773" y="1"/>
                  </a:moveTo>
                  <a:cubicBezTo>
                    <a:pt x="2726" y="1"/>
                    <a:pt x="2680" y="2"/>
                    <a:pt x="2633" y="5"/>
                  </a:cubicBezTo>
                  <a:cubicBezTo>
                    <a:pt x="2241" y="33"/>
                    <a:pt x="1877" y="145"/>
                    <a:pt x="1569" y="369"/>
                  </a:cubicBezTo>
                  <a:cubicBezTo>
                    <a:pt x="393" y="1041"/>
                    <a:pt x="1" y="2497"/>
                    <a:pt x="645" y="3673"/>
                  </a:cubicBezTo>
                  <a:cubicBezTo>
                    <a:pt x="841" y="4037"/>
                    <a:pt x="1149" y="4345"/>
                    <a:pt x="1513" y="4541"/>
                  </a:cubicBezTo>
                  <a:cubicBezTo>
                    <a:pt x="1903" y="4758"/>
                    <a:pt x="2331" y="4871"/>
                    <a:pt x="2758" y="4871"/>
                  </a:cubicBezTo>
                  <a:cubicBezTo>
                    <a:pt x="3157" y="4871"/>
                    <a:pt x="3556" y="4772"/>
                    <a:pt x="3921" y="4569"/>
                  </a:cubicBezTo>
                  <a:cubicBezTo>
                    <a:pt x="4229" y="4401"/>
                    <a:pt x="4481" y="4177"/>
                    <a:pt x="4705" y="3869"/>
                  </a:cubicBezTo>
                  <a:cubicBezTo>
                    <a:pt x="5265" y="3141"/>
                    <a:pt x="5349" y="2105"/>
                    <a:pt x="4873" y="1293"/>
                  </a:cubicBezTo>
                  <a:cubicBezTo>
                    <a:pt x="4474" y="495"/>
                    <a:pt x="3646" y="1"/>
                    <a:pt x="27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9" name="Google Shape;1459;p64"/>
            <p:cNvSpPr/>
            <p:nvPr/>
          </p:nvSpPr>
          <p:spPr>
            <a:xfrm>
              <a:off x="5962425" y="1952175"/>
              <a:ext cx="219500" cy="203850"/>
            </a:xfrm>
            <a:custGeom>
              <a:avLst/>
              <a:gdLst/>
              <a:ahLst/>
              <a:cxnLst/>
              <a:rect l="l" t="t" r="r" b="b"/>
              <a:pathLst>
                <a:path w="8780" h="8154" extrusionOk="0">
                  <a:moveTo>
                    <a:pt x="6217" y="0"/>
                  </a:moveTo>
                  <a:cubicBezTo>
                    <a:pt x="6084" y="0"/>
                    <a:pt x="5951" y="38"/>
                    <a:pt x="5839" y="116"/>
                  </a:cubicBezTo>
                  <a:cubicBezTo>
                    <a:pt x="5559" y="340"/>
                    <a:pt x="5503" y="732"/>
                    <a:pt x="5699" y="1012"/>
                  </a:cubicBezTo>
                  <a:cubicBezTo>
                    <a:pt x="7239" y="3141"/>
                    <a:pt x="7267" y="4933"/>
                    <a:pt x="6791" y="5885"/>
                  </a:cubicBezTo>
                  <a:cubicBezTo>
                    <a:pt x="6511" y="6473"/>
                    <a:pt x="5951" y="6865"/>
                    <a:pt x="5307" y="6865"/>
                  </a:cubicBezTo>
                  <a:lnTo>
                    <a:pt x="5279" y="6865"/>
                  </a:lnTo>
                  <a:cubicBezTo>
                    <a:pt x="3991" y="6865"/>
                    <a:pt x="2535" y="5605"/>
                    <a:pt x="1387" y="3449"/>
                  </a:cubicBezTo>
                  <a:cubicBezTo>
                    <a:pt x="1260" y="3215"/>
                    <a:pt x="1059" y="3117"/>
                    <a:pt x="857" y="3117"/>
                  </a:cubicBezTo>
                  <a:cubicBezTo>
                    <a:pt x="430" y="3117"/>
                    <a:pt x="1" y="3552"/>
                    <a:pt x="266" y="4065"/>
                  </a:cubicBezTo>
                  <a:cubicBezTo>
                    <a:pt x="1667" y="6669"/>
                    <a:pt x="3487" y="8153"/>
                    <a:pt x="5279" y="8153"/>
                  </a:cubicBezTo>
                  <a:lnTo>
                    <a:pt x="5335" y="8153"/>
                  </a:lnTo>
                  <a:cubicBezTo>
                    <a:pt x="6427" y="8125"/>
                    <a:pt x="7463" y="7481"/>
                    <a:pt x="7940" y="6473"/>
                  </a:cubicBezTo>
                  <a:cubicBezTo>
                    <a:pt x="8780" y="4793"/>
                    <a:pt x="8332" y="2469"/>
                    <a:pt x="6735" y="256"/>
                  </a:cubicBezTo>
                  <a:cubicBezTo>
                    <a:pt x="6617" y="88"/>
                    <a:pt x="6418" y="0"/>
                    <a:pt x="621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0" name="Google Shape;1460;p64"/>
            <p:cNvSpPr/>
            <p:nvPr/>
          </p:nvSpPr>
          <p:spPr>
            <a:xfrm>
              <a:off x="3922000" y="906500"/>
              <a:ext cx="3473200" cy="3099150"/>
            </a:xfrm>
            <a:custGeom>
              <a:avLst/>
              <a:gdLst/>
              <a:ahLst/>
              <a:cxnLst/>
              <a:rect l="l" t="t" r="r" b="b"/>
              <a:pathLst>
                <a:path w="138928" h="123966" extrusionOk="0">
                  <a:moveTo>
                    <a:pt x="87308" y="20210"/>
                  </a:moveTo>
                  <a:cubicBezTo>
                    <a:pt x="102618" y="20210"/>
                    <a:pt x="115788" y="33486"/>
                    <a:pt x="114116" y="49952"/>
                  </a:cubicBezTo>
                  <a:cubicBezTo>
                    <a:pt x="114004" y="51129"/>
                    <a:pt x="113780" y="52305"/>
                    <a:pt x="113500" y="53453"/>
                  </a:cubicBezTo>
                  <a:cubicBezTo>
                    <a:pt x="112576" y="57317"/>
                    <a:pt x="110811" y="60930"/>
                    <a:pt x="108319" y="64038"/>
                  </a:cubicBezTo>
                  <a:cubicBezTo>
                    <a:pt x="108151" y="64234"/>
                    <a:pt x="107955" y="64430"/>
                    <a:pt x="107815" y="64626"/>
                  </a:cubicBezTo>
                  <a:cubicBezTo>
                    <a:pt x="107507" y="64990"/>
                    <a:pt x="107199" y="65326"/>
                    <a:pt x="106863" y="65690"/>
                  </a:cubicBezTo>
                  <a:cubicBezTo>
                    <a:pt x="106723" y="65830"/>
                    <a:pt x="106555" y="65998"/>
                    <a:pt x="106415" y="66138"/>
                  </a:cubicBezTo>
                  <a:cubicBezTo>
                    <a:pt x="106247" y="66307"/>
                    <a:pt x="106191" y="66391"/>
                    <a:pt x="106051" y="66503"/>
                  </a:cubicBezTo>
                  <a:cubicBezTo>
                    <a:pt x="105715" y="66839"/>
                    <a:pt x="105351" y="67203"/>
                    <a:pt x="104959" y="67511"/>
                  </a:cubicBezTo>
                  <a:cubicBezTo>
                    <a:pt x="104847" y="67623"/>
                    <a:pt x="104735" y="67707"/>
                    <a:pt x="104623" y="67819"/>
                  </a:cubicBezTo>
                  <a:cubicBezTo>
                    <a:pt x="104118" y="68239"/>
                    <a:pt x="103614" y="68631"/>
                    <a:pt x="103110" y="68995"/>
                  </a:cubicBezTo>
                  <a:cubicBezTo>
                    <a:pt x="102998" y="69079"/>
                    <a:pt x="102914" y="69135"/>
                    <a:pt x="102802" y="69219"/>
                  </a:cubicBezTo>
                  <a:cubicBezTo>
                    <a:pt x="102158" y="69667"/>
                    <a:pt x="101486" y="70115"/>
                    <a:pt x="100758" y="70507"/>
                  </a:cubicBezTo>
                  <a:cubicBezTo>
                    <a:pt x="100338" y="70787"/>
                    <a:pt x="99890" y="71011"/>
                    <a:pt x="99414" y="71235"/>
                  </a:cubicBezTo>
                  <a:lnTo>
                    <a:pt x="99078" y="71431"/>
                  </a:lnTo>
                  <a:cubicBezTo>
                    <a:pt x="98714" y="71599"/>
                    <a:pt x="98350" y="71767"/>
                    <a:pt x="97958" y="71935"/>
                  </a:cubicBezTo>
                  <a:lnTo>
                    <a:pt x="97650" y="72075"/>
                  </a:lnTo>
                  <a:cubicBezTo>
                    <a:pt x="96669" y="72467"/>
                    <a:pt x="95661" y="72831"/>
                    <a:pt x="94653" y="73111"/>
                  </a:cubicBezTo>
                  <a:lnTo>
                    <a:pt x="94569" y="73111"/>
                  </a:lnTo>
                  <a:cubicBezTo>
                    <a:pt x="94149" y="73223"/>
                    <a:pt x="93729" y="73335"/>
                    <a:pt x="93309" y="73447"/>
                  </a:cubicBezTo>
                  <a:lnTo>
                    <a:pt x="92861" y="73531"/>
                  </a:lnTo>
                  <a:cubicBezTo>
                    <a:pt x="92385" y="73643"/>
                    <a:pt x="91909" y="73727"/>
                    <a:pt x="91405" y="73811"/>
                  </a:cubicBezTo>
                  <a:cubicBezTo>
                    <a:pt x="90369" y="73951"/>
                    <a:pt x="89304" y="74063"/>
                    <a:pt x="88268" y="74120"/>
                  </a:cubicBezTo>
                  <a:cubicBezTo>
                    <a:pt x="87988" y="74127"/>
                    <a:pt x="87708" y="74130"/>
                    <a:pt x="87428" y="74130"/>
                  </a:cubicBezTo>
                  <a:cubicBezTo>
                    <a:pt x="86588" y="74130"/>
                    <a:pt x="85748" y="74098"/>
                    <a:pt x="84908" y="74035"/>
                  </a:cubicBezTo>
                  <a:cubicBezTo>
                    <a:pt x="79055" y="73531"/>
                    <a:pt x="73510" y="71123"/>
                    <a:pt x="69170" y="67147"/>
                  </a:cubicBezTo>
                  <a:cubicBezTo>
                    <a:pt x="67098" y="65270"/>
                    <a:pt x="65333" y="63086"/>
                    <a:pt x="63905" y="60650"/>
                  </a:cubicBezTo>
                  <a:cubicBezTo>
                    <a:pt x="63233" y="59474"/>
                    <a:pt x="62673" y="58213"/>
                    <a:pt x="62169" y="56953"/>
                  </a:cubicBezTo>
                  <a:cubicBezTo>
                    <a:pt x="61301" y="54657"/>
                    <a:pt x="60713" y="52277"/>
                    <a:pt x="60489" y="49840"/>
                  </a:cubicBezTo>
                  <a:cubicBezTo>
                    <a:pt x="59425" y="39311"/>
                    <a:pt x="64633" y="29146"/>
                    <a:pt x="73790" y="23853"/>
                  </a:cubicBezTo>
                  <a:cubicBezTo>
                    <a:pt x="74406" y="23489"/>
                    <a:pt x="74995" y="23181"/>
                    <a:pt x="75583" y="22901"/>
                  </a:cubicBezTo>
                  <a:lnTo>
                    <a:pt x="75779" y="22817"/>
                  </a:lnTo>
                  <a:cubicBezTo>
                    <a:pt x="76647" y="22397"/>
                    <a:pt x="77571" y="22033"/>
                    <a:pt x="78495" y="21697"/>
                  </a:cubicBezTo>
                  <a:cubicBezTo>
                    <a:pt x="81452" y="20683"/>
                    <a:pt x="84418" y="20210"/>
                    <a:pt x="87308" y="20210"/>
                  </a:cubicBezTo>
                  <a:close/>
                  <a:moveTo>
                    <a:pt x="108795" y="65494"/>
                  </a:moveTo>
                  <a:cubicBezTo>
                    <a:pt x="108963" y="65718"/>
                    <a:pt x="109103" y="65970"/>
                    <a:pt x="109271" y="66222"/>
                  </a:cubicBezTo>
                  <a:cubicBezTo>
                    <a:pt x="110559" y="68463"/>
                    <a:pt x="110867" y="71095"/>
                    <a:pt x="110195" y="73587"/>
                  </a:cubicBezTo>
                  <a:cubicBezTo>
                    <a:pt x="110139" y="73727"/>
                    <a:pt x="110111" y="73867"/>
                    <a:pt x="110055" y="73979"/>
                  </a:cubicBezTo>
                  <a:cubicBezTo>
                    <a:pt x="109327" y="76220"/>
                    <a:pt x="107787" y="78068"/>
                    <a:pt x="105771" y="79244"/>
                  </a:cubicBezTo>
                  <a:cubicBezTo>
                    <a:pt x="105491" y="79412"/>
                    <a:pt x="105183" y="79552"/>
                    <a:pt x="104903" y="79692"/>
                  </a:cubicBezTo>
                  <a:lnTo>
                    <a:pt x="104623" y="79804"/>
                  </a:lnTo>
                  <a:cubicBezTo>
                    <a:pt x="104426" y="79888"/>
                    <a:pt x="104202" y="79972"/>
                    <a:pt x="103978" y="80056"/>
                  </a:cubicBezTo>
                  <a:cubicBezTo>
                    <a:pt x="103894" y="80084"/>
                    <a:pt x="103810" y="80084"/>
                    <a:pt x="103726" y="80112"/>
                  </a:cubicBezTo>
                  <a:cubicBezTo>
                    <a:pt x="103474" y="80196"/>
                    <a:pt x="103222" y="80252"/>
                    <a:pt x="102998" y="80308"/>
                  </a:cubicBezTo>
                  <a:lnTo>
                    <a:pt x="102802" y="80308"/>
                  </a:lnTo>
                  <a:cubicBezTo>
                    <a:pt x="102522" y="80364"/>
                    <a:pt x="102242" y="80392"/>
                    <a:pt x="101934" y="80420"/>
                  </a:cubicBezTo>
                  <a:lnTo>
                    <a:pt x="101822" y="80420"/>
                  </a:lnTo>
                  <a:cubicBezTo>
                    <a:pt x="101598" y="80420"/>
                    <a:pt x="101374" y="80476"/>
                    <a:pt x="101178" y="80476"/>
                  </a:cubicBezTo>
                  <a:lnTo>
                    <a:pt x="100870" y="80476"/>
                  </a:lnTo>
                  <a:cubicBezTo>
                    <a:pt x="100702" y="80476"/>
                    <a:pt x="100534" y="80476"/>
                    <a:pt x="100338" y="80448"/>
                  </a:cubicBezTo>
                  <a:cubicBezTo>
                    <a:pt x="100170" y="80420"/>
                    <a:pt x="100086" y="80420"/>
                    <a:pt x="99946" y="80420"/>
                  </a:cubicBezTo>
                  <a:cubicBezTo>
                    <a:pt x="99806" y="80392"/>
                    <a:pt x="99638" y="80364"/>
                    <a:pt x="99498" y="80364"/>
                  </a:cubicBezTo>
                  <a:cubicBezTo>
                    <a:pt x="99218" y="80308"/>
                    <a:pt x="98966" y="80252"/>
                    <a:pt x="98714" y="80196"/>
                  </a:cubicBezTo>
                  <a:lnTo>
                    <a:pt x="98630" y="80196"/>
                  </a:lnTo>
                  <a:cubicBezTo>
                    <a:pt x="96165" y="79552"/>
                    <a:pt x="94037" y="77956"/>
                    <a:pt x="92749" y="75744"/>
                  </a:cubicBezTo>
                  <a:cubicBezTo>
                    <a:pt x="92609" y="75492"/>
                    <a:pt x="92469" y="75212"/>
                    <a:pt x="92357" y="74960"/>
                  </a:cubicBezTo>
                  <a:lnTo>
                    <a:pt x="92609" y="74904"/>
                  </a:lnTo>
                  <a:lnTo>
                    <a:pt x="93253" y="74764"/>
                  </a:lnTo>
                  <a:lnTo>
                    <a:pt x="93869" y="74652"/>
                  </a:lnTo>
                  <a:cubicBezTo>
                    <a:pt x="94177" y="74568"/>
                    <a:pt x="94485" y="74484"/>
                    <a:pt x="94821" y="74400"/>
                  </a:cubicBezTo>
                  <a:lnTo>
                    <a:pt x="94933" y="74372"/>
                  </a:lnTo>
                  <a:lnTo>
                    <a:pt x="94961" y="74372"/>
                  </a:lnTo>
                  <a:cubicBezTo>
                    <a:pt x="96025" y="74063"/>
                    <a:pt x="97090" y="73699"/>
                    <a:pt x="98126" y="73251"/>
                  </a:cubicBezTo>
                  <a:lnTo>
                    <a:pt x="98434" y="73111"/>
                  </a:lnTo>
                  <a:cubicBezTo>
                    <a:pt x="98826" y="72943"/>
                    <a:pt x="99218" y="72775"/>
                    <a:pt x="99582" y="72579"/>
                  </a:cubicBezTo>
                  <a:lnTo>
                    <a:pt x="99974" y="72411"/>
                  </a:lnTo>
                  <a:cubicBezTo>
                    <a:pt x="100450" y="72159"/>
                    <a:pt x="100926" y="71907"/>
                    <a:pt x="101374" y="71655"/>
                  </a:cubicBezTo>
                  <a:lnTo>
                    <a:pt x="101402" y="71655"/>
                  </a:lnTo>
                  <a:cubicBezTo>
                    <a:pt x="101682" y="71487"/>
                    <a:pt x="101962" y="71291"/>
                    <a:pt x="102242" y="71151"/>
                  </a:cubicBezTo>
                  <a:cubicBezTo>
                    <a:pt x="102690" y="70871"/>
                    <a:pt x="103110" y="70563"/>
                    <a:pt x="103530" y="70283"/>
                  </a:cubicBezTo>
                  <a:lnTo>
                    <a:pt x="105435" y="68827"/>
                  </a:lnTo>
                  <a:lnTo>
                    <a:pt x="105799" y="68519"/>
                  </a:lnTo>
                  <a:cubicBezTo>
                    <a:pt x="106135" y="68211"/>
                    <a:pt x="106499" y="67875"/>
                    <a:pt x="106835" y="67539"/>
                  </a:cubicBezTo>
                  <a:lnTo>
                    <a:pt x="106975" y="67427"/>
                  </a:lnTo>
                  <a:cubicBezTo>
                    <a:pt x="107115" y="67287"/>
                    <a:pt x="107255" y="67147"/>
                    <a:pt x="107395" y="67007"/>
                  </a:cubicBezTo>
                  <a:cubicBezTo>
                    <a:pt x="107535" y="66867"/>
                    <a:pt x="107591" y="66811"/>
                    <a:pt x="107675" y="66727"/>
                  </a:cubicBezTo>
                  <a:cubicBezTo>
                    <a:pt x="107983" y="66391"/>
                    <a:pt x="108291" y="66082"/>
                    <a:pt x="108571" y="65746"/>
                  </a:cubicBezTo>
                  <a:cubicBezTo>
                    <a:pt x="108655" y="65662"/>
                    <a:pt x="108711" y="65578"/>
                    <a:pt x="108795" y="65494"/>
                  </a:cubicBezTo>
                  <a:close/>
                  <a:moveTo>
                    <a:pt x="83680" y="1331"/>
                  </a:moveTo>
                  <a:cubicBezTo>
                    <a:pt x="90400" y="1331"/>
                    <a:pt x="96467" y="3461"/>
                    <a:pt x="99946" y="7331"/>
                  </a:cubicBezTo>
                  <a:cubicBezTo>
                    <a:pt x="100058" y="7443"/>
                    <a:pt x="100226" y="7527"/>
                    <a:pt x="100394" y="7555"/>
                  </a:cubicBezTo>
                  <a:cubicBezTo>
                    <a:pt x="106695" y="7891"/>
                    <a:pt x="112548" y="9655"/>
                    <a:pt x="117252" y="12540"/>
                  </a:cubicBezTo>
                  <a:cubicBezTo>
                    <a:pt x="118596" y="13352"/>
                    <a:pt x="119857" y="14304"/>
                    <a:pt x="121033" y="15340"/>
                  </a:cubicBezTo>
                  <a:cubicBezTo>
                    <a:pt x="124309" y="18168"/>
                    <a:pt x="126605" y="21977"/>
                    <a:pt x="127642" y="26177"/>
                  </a:cubicBezTo>
                  <a:cubicBezTo>
                    <a:pt x="128034" y="27970"/>
                    <a:pt x="128202" y="29790"/>
                    <a:pt x="128090" y="31610"/>
                  </a:cubicBezTo>
                  <a:cubicBezTo>
                    <a:pt x="128090" y="31806"/>
                    <a:pt x="128090" y="31974"/>
                    <a:pt x="128062" y="32170"/>
                  </a:cubicBezTo>
                  <a:cubicBezTo>
                    <a:pt x="128034" y="32394"/>
                    <a:pt x="128146" y="32590"/>
                    <a:pt x="128314" y="32730"/>
                  </a:cubicBezTo>
                  <a:cubicBezTo>
                    <a:pt x="129126" y="33318"/>
                    <a:pt x="129882" y="33962"/>
                    <a:pt x="130582" y="34634"/>
                  </a:cubicBezTo>
                  <a:cubicBezTo>
                    <a:pt x="131618" y="35615"/>
                    <a:pt x="132514" y="36679"/>
                    <a:pt x="133326" y="37827"/>
                  </a:cubicBezTo>
                  <a:cubicBezTo>
                    <a:pt x="134615" y="39703"/>
                    <a:pt x="135539" y="41803"/>
                    <a:pt x="136071" y="44016"/>
                  </a:cubicBezTo>
                  <a:cubicBezTo>
                    <a:pt x="138927" y="56393"/>
                    <a:pt x="128286" y="69471"/>
                    <a:pt x="111763" y="73951"/>
                  </a:cubicBezTo>
                  <a:lnTo>
                    <a:pt x="111707" y="73951"/>
                  </a:lnTo>
                  <a:lnTo>
                    <a:pt x="111483" y="73587"/>
                  </a:lnTo>
                  <a:cubicBezTo>
                    <a:pt x="111539" y="73391"/>
                    <a:pt x="111595" y="73167"/>
                    <a:pt x="111623" y="72943"/>
                  </a:cubicBezTo>
                  <a:cubicBezTo>
                    <a:pt x="112128" y="70423"/>
                    <a:pt x="111679" y="67791"/>
                    <a:pt x="110391" y="65550"/>
                  </a:cubicBezTo>
                  <a:cubicBezTo>
                    <a:pt x="110139" y="65158"/>
                    <a:pt x="109887" y="64794"/>
                    <a:pt x="109635" y="64430"/>
                  </a:cubicBezTo>
                  <a:cubicBezTo>
                    <a:pt x="112128" y="61182"/>
                    <a:pt x="113920" y="57457"/>
                    <a:pt x="114816" y="53453"/>
                  </a:cubicBezTo>
                  <a:cubicBezTo>
                    <a:pt x="116412" y="46508"/>
                    <a:pt x="115320" y="39227"/>
                    <a:pt x="111735" y="33066"/>
                  </a:cubicBezTo>
                  <a:cubicBezTo>
                    <a:pt x="106558" y="24170"/>
                    <a:pt x="97141" y="18973"/>
                    <a:pt x="87275" y="18973"/>
                  </a:cubicBezTo>
                  <a:cubicBezTo>
                    <a:pt x="84439" y="18973"/>
                    <a:pt x="81567" y="19403"/>
                    <a:pt x="78747" y="20297"/>
                  </a:cubicBezTo>
                  <a:cubicBezTo>
                    <a:pt x="77655" y="20633"/>
                    <a:pt x="76619" y="21025"/>
                    <a:pt x="75611" y="21501"/>
                  </a:cubicBezTo>
                  <a:cubicBezTo>
                    <a:pt x="74827" y="21837"/>
                    <a:pt x="74070" y="22229"/>
                    <a:pt x="73314" y="22677"/>
                  </a:cubicBezTo>
                  <a:lnTo>
                    <a:pt x="73174" y="22761"/>
                  </a:lnTo>
                  <a:cubicBezTo>
                    <a:pt x="64773" y="27606"/>
                    <a:pt x="59453" y="36427"/>
                    <a:pt x="59088" y="46116"/>
                  </a:cubicBezTo>
                  <a:cubicBezTo>
                    <a:pt x="59060" y="47152"/>
                    <a:pt x="59060" y="48216"/>
                    <a:pt x="59144" y="49252"/>
                  </a:cubicBezTo>
                  <a:cubicBezTo>
                    <a:pt x="59340" y="52053"/>
                    <a:pt x="59985" y="54797"/>
                    <a:pt x="60965" y="57429"/>
                  </a:cubicBezTo>
                  <a:cubicBezTo>
                    <a:pt x="62449" y="61210"/>
                    <a:pt x="64717" y="64626"/>
                    <a:pt x="67602" y="67455"/>
                  </a:cubicBezTo>
                  <a:cubicBezTo>
                    <a:pt x="72362" y="72103"/>
                    <a:pt x="78607" y="74904"/>
                    <a:pt x="85272" y="75352"/>
                  </a:cubicBezTo>
                  <a:cubicBezTo>
                    <a:pt x="85916" y="75408"/>
                    <a:pt x="86560" y="75436"/>
                    <a:pt x="87204" y="75436"/>
                  </a:cubicBezTo>
                  <a:cubicBezTo>
                    <a:pt x="87652" y="75436"/>
                    <a:pt x="88072" y="75436"/>
                    <a:pt x="88520" y="75380"/>
                  </a:cubicBezTo>
                  <a:cubicBezTo>
                    <a:pt x="89360" y="75352"/>
                    <a:pt x="90201" y="75268"/>
                    <a:pt x="91069" y="75156"/>
                  </a:cubicBezTo>
                  <a:cubicBezTo>
                    <a:pt x="91237" y="75576"/>
                    <a:pt x="91433" y="75968"/>
                    <a:pt x="91657" y="76388"/>
                  </a:cubicBezTo>
                  <a:cubicBezTo>
                    <a:pt x="93057" y="78796"/>
                    <a:pt x="95353" y="80588"/>
                    <a:pt x="98070" y="81344"/>
                  </a:cubicBezTo>
                  <a:lnTo>
                    <a:pt x="99722" y="84509"/>
                  </a:lnTo>
                  <a:cubicBezTo>
                    <a:pt x="97510" y="85545"/>
                    <a:pt x="95185" y="86329"/>
                    <a:pt x="92805" y="86889"/>
                  </a:cubicBezTo>
                  <a:cubicBezTo>
                    <a:pt x="91265" y="87225"/>
                    <a:pt x="89697" y="87477"/>
                    <a:pt x="88128" y="87617"/>
                  </a:cubicBezTo>
                  <a:cubicBezTo>
                    <a:pt x="87173" y="87712"/>
                    <a:pt x="86213" y="87759"/>
                    <a:pt x="85254" y="87759"/>
                  </a:cubicBezTo>
                  <a:cubicBezTo>
                    <a:pt x="83656" y="87759"/>
                    <a:pt x="82059" y="87628"/>
                    <a:pt x="80483" y="87365"/>
                  </a:cubicBezTo>
                  <a:cubicBezTo>
                    <a:pt x="80444" y="87359"/>
                    <a:pt x="80404" y="87355"/>
                    <a:pt x="80365" y="87355"/>
                  </a:cubicBezTo>
                  <a:cubicBezTo>
                    <a:pt x="80238" y="87355"/>
                    <a:pt x="80114" y="87392"/>
                    <a:pt x="80007" y="87477"/>
                  </a:cubicBezTo>
                  <a:cubicBezTo>
                    <a:pt x="79055" y="88121"/>
                    <a:pt x="78047" y="88765"/>
                    <a:pt x="77011" y="89353"/>
                  </a:cubicBezTo>
                  <a:lnTo>
                    <a:pt x="76395" y="89689"/>
                  </a:lnTo>
                  <a:lnTo>
                    <a:pt x="75779" y="90026"/>
                  </a:lnTo>
                  <a:cubicBezTo>
                    <a:pt x="74322" y="90782"/>
                    <a:pt x="72838" y="91482"/>
                    <a:pt x="71326" y="92070"/>
                  </a:cubicBezTo>
                  <a:cubicBezTo>
                    <a:pt x="69142" y="92938"/>
                    <a:pt x="66930" y="93610"/>
                    <a:pt x="64633" y="94142"/>
                  </a:cubicBezTo>
                  <a:cubicBezTo>
                    <a:pt x="61150" y="94951"/>
                    <a:pt x="57638" y="95358"/>
                    <a:pt x="54192" y="95358"/>
                  </a:cubicBezTo>
                  <a:cubicBezTo>
                    <a:pt x="50960" y="95358"/>
                    <a:pt x="47786" y="95000"/>
                    <a:pt x="44751" y="94282"/>
                  </a:cubicBezTo>
                  <a:cubicBezTo>
                    <a:pt x="44709" y="94275"/>
                    <a:pt x="44667" y="94272"/>
                    <a:pt x="44625" y="94272"/>
                  </a:cubicBezTo>
                  <a:cubicBezTo>
                    <a:pt x="44500" y="94272"/>
                    <a:pt x="44380" y="94303"/>
                    <a:pt x="44274" y="94366"/>
                  </a:cubicBezTo>
                  <a:cubicBezTo>
                    <a:pt x="41110" y="96382"/>
                    <a:pt x="37638" y="97839"/>
                    <a:pt x="33997" y="98651"/>
                  </a:cubicBezTo>
                  <a:cubicBezTo>
                    <a:pt x="33885" y="98679"/>
                    <a:pt x="33801" y="98707"/>
                    <a:pt x="33717" y="98707"/>
                  </a:cubicBezTo>
                  <a:cubicBezTo>
                    <a:pt x="33493" y="98763"/>
                    <a:pt x="33269" y="98819"/>
                    <a:pt x="33045" y="98875"/>
                  </a:cubicBezTo>
                  <a:cubicBezTo>
                    <a:pt x="32849" y="98903"/>
                    <a:pt x="32597" y="98959"/>
                    <a:pt x="32373" y="98987"/>
                  </a:cubicBezTo>
                  <a:cubicBezTo>
                    <a:pt x="30355" y="99354"/>
                    <a:pt x="28363" y="99530"/>
                    <a:pt x="26439" y="99530"/>
                  </a:cubicBezTo>
                  <a:cubicBezTo>
                    <a:pt x="17787" y="99530"/>
                    <a:pt x="10476" y="95959"/>
                    <a:pt x="8094" y="90026"/>
                  </a:cubicBezTo>
                  <a:cubicBezTo>
                    <a:pt x="7898" y="89493"/>
                    <a:pt x="7730" y="88961"/>
                    <a:pt x="7590" y="88429"/>
                  </a:cubicBezTo>
                  <a:cubicBezTo>
                    <a:pt x="7366" y="87449"/>
                    <a:pt x="7282" y="86469"/>
                    <a:pt x="7338" y="85489"/>
                  </a:cubicBezTo>
                  <a:cubicBezTo>
                    <a:pt x="7478" y="81708"/>
                    <a:pt x="9550" y="77816"/>
                    <a:pt x="13162" y="74540"/>
                  </a:cubicBezTo>
                  <a:cubicBezTo>
                    <a:pt x="13302" y="74400"/>
                    <a:pt x="13386" y="74204"/>
                    <a:pt x="13358" y="74007"/>
                  </a:cubicBezTo>
                  <a:cubicBezTo>
                    <a:pt x="13330" y="73811"/>
                    <a:pt x="13246" y="73643"/>
                    <a:pt x="13078" y="73531"/>
                  </a:cubicBezTo>
                  <a:cubicBezTo>
                    <a:pt x="8122" y="70423"/>
                    <a:pt x="4873" y="66138"/>
                    <a:pt x="3725" y="61098"/>
                  </a:cubicBezTo>
                  <a:cubicBezTo>
                    <a:pt x="1373" y="50961"/>
                    <a:pt x="8094" y="40011"/>
                    <a:pt x="20443" y="33878"/>
                  </a:cubicBezTo>
                  <a:cubicBezTo>
                    <a:pt x="20695" y="33766"/>
                    <a:pt x="20835" y="33458"/>
                    <a:pt x="20779" y="33178"/>
                  </a:cubicBezTo>
                  <a:cubicBezTo>
                    <a:pt x="20779" y="33122"/>
                    <a:pt x="20751" y="33066"/>
                    <a:pt x="20723" y="33010"/>
                  </a:cubicBezTo>
                  <a:lnTo>
                    <a:pt x="20695" y="32898"/>
                  </a:lnTo>
                  <a:cubicBezTo>
                    <a:pt x="19687" y="28446"/>
                    <a:pt x="21255" y="23685"/>
                    <a:pt x="25148" y="19428"/>
                  </a:cubicBezTo>
                  <a:cubicBezTo>
                    <a:pt x="29068" y="15144"/>
                    <a:pt x="34921" y="11924"/>
                    <a:pt x="41558" y="10383"/>
                  </a:cubicBezTo>
                  <a:cubicBezTo>
                    <a:pt x="44218" y="9767"/>
                    <a:pt x="46963" y="9459"/>
                    <a:pt x="49707" y="9459"/>
                  </a:cubicBezTo>
                  <a:cubicBezTo>
                    <a:pt x="49852" y="9457"/>
                    <a:pt x="49997" y="9456"/>
                    <a:pt x="50143" y="9456"/>
                  </a:cubicBezTo>
                  <a:cubicBezTo>
                    <a:pt x="53472" y="9456"/>
                    <a:pt x="56817" y="10070"/>
                    <a:pt x="59957" y="11223"/>
                  </a:cubicBezTo>
                  <a:cubicBezTo>
                    <a:pt x="60022" y="11245"/>
                    <a:pt x="60090" y="11256"/>
                    <a:pt x="60157" y="11256"/>
                  </a:cubicBezTo>
                  <a:cubicBezTo>
                    <a:pt x="60347" y="11256"/>
                    <a:pt x="60533" y="11172"/>
                    <a:pt x="60657" y="11027"/>
                  </a:cubicBezTo>
                  <a:cubicBezTo>
                    <a:pt x="64241" y="6883"/>
                    <a:pt x="69926" y="3634"/>
                    <a:pt x="76255" y="2178"/>
                  </a:cubicBezTo>
                  <a:cubicBezTo>
                    <a:pt x="78754" y="1607"/>
                    <a:pt x="81260" y="1331"/>
                    <a:pt x="83680" y="1331"/>
                  </a:cubicBezTo>
                  <a:close/>
                  <a:moveTo>
                    <a:pt x="70430" y="93750"/>
                  </a:moveTo>
                  <a:lnTo>
                    <a:pt x="70430" y="93750"/>
                  </a:lnTo>
                  <a:cubicBezTo>
                    <a:pt x="68974" y="97783"/>
                    <a:pt x="68162" y="102039"/>
                    <a:pt x="68022" y="106324"/>
                  </a:cubicBezTo>
                  <a:cubicBezTo>
                    <a:pt x="63650" y="109858"/>
                    <a:pt x="58191" y="111782"/>
                    <a:pt x="52959" y="111782"/>
                  </a:cubicBezTo>
                  <a:cubicBezTo>
                    <a:pt x="51018" y="111782"/>
                    <a:pt x="49109" y="111518"/>
                    <a:pt x="47299" y="110972"/>
                  </a:cubicBezTo>
                  <a:cubicBezTo>
                    <a:pt x="47019" y="110888"/>
                    <a:pt x="46767" y="110804"/>
                    <a:pt x="46487" y="110692"/>
                  </a:cubicBezTo>
                  <a:cubicBezTo>
                    <a:pt x="41502" y="108956"/>
                    <a:pt x="37638" y="105540"/>
                    <a:pt x="34333" y="99883"/>
                  </a:cubicBezTo>
                  <a:cubicBezTo>
                    <a:pt x="38030" y="99043"/>
                    <a:pt x="41530" y="97615"/>
                    <a:pt x="44723" y="95598"/>
                  </a:cubicBezTo>
                  <a:cubicBezTo>
                    <a:pt x="47781" y="96282"/>
                    <a:pt x="50974" y="96626"/>
                    <a:pt x="54222" y="96626"/>
                  </a:cubicBezTo>
                  <a:cubicBezTo>
                    <a:pt x="57755" y="96626"/>
                    <a:pt x="61353" y="96219"/>
                    <a:pt x="64913" y="95402"/>
                  </a:cubicBezTo>
                  <a:cubicBezTo>
                    <a:pt x="66789" y="94954"/>
                    <a:pt x="68638" y="94422"/>
                    <a:pt x="70430" y="93750"/>
                  </a:cubicBezTo>
                  <a:close/>
                  <a:moveTo>
                    <a:pt x="80539" y="88653"/>
                  </a:moveTo>
                  <a:cubicBezTo>
                    <a:pt x="81323" y="88793"/>
                    <a:pt x="82108" y="88877"/>
                    <a:pt x="82892" y="88933"/>
                  </a:cubicBezTo>
                  <a:cubicBezTo>
                    <a:pt x="83704" y="88989"/>
                    <a:pt x="84516" y="89017"/>
                    <a:pt x="85300" y="89017"/>
                  </a:cubicBezTo>
                  <a:lnTo>
                    <a:pt x="86280" y="89017"/>
                  </a:lnTo>
                  <a:cubicBezTo>
                    <a:pt x="86588" y="88989"/>
                    <a:pt x="86868" y="88989"/>
                    <a:pt x="87176" y="88961"/>
                  </a:cubicBezTo>
                  <a:lnTo>
                    <a:pt x="87232" y="88961"/>
                  </a:lnTo>
                  <a:cubicBezTo>
                    <a:pt x="87204" y="89045"/>
                    <a:pt x="87176" y="89101"/>
                    <a:pt x="87176" y="89185"/>
                  </a:cubicBezTo>
                  <a:cubicBezTo>
                    <a:pt x="86980" y="89689"/>
                    <a:pt x="86812" y="90194"/>
                    <a:pt x="86616" y="90698"/>
                  </a:cubicBezTo>
                  <a:lnTo>
                    <a:pt x="86644" y="90698"/>
                  </a:lnTo>
                  <a:lnTo>
                    <a:pt x="86560" y="90950"/>
                  </a:lnTo>
                  <a:cubicBezTo>
                    <a:pt x="84208" y="97783"/>
                    <a:pt x="82416" y="104531"/>
                    <a:pt x="80959" y="109964"/>
                  </a:cubicBezTo>
                  <a:cubicBezTo>
                    <a:pt x="79447" y="115565"/>
                    <a:pt x="78271" y="119989"/>
                    <a:pt x="77403" y="121082"/>
                  </a:cubicBezTo>
                  <a:cubicBezTo>
                    <a:pt x="76751" y="121933"/>
                    <a:pt x="75965" y="122359"/>
                    <a:pt x="75125" y="122359"/>
                  </a:cubicBezTo>
                  <a:cubicBezTo>
                    <a:pt x="75026" y="122359"/>
                    <a:pt x="74927" y="122353"/>
                    <a:pt x="74827" y="122342"/>
                  </a:cubicBezTo>
                  <a:cubicBezTo>
                    <a:pt x="73258" y="122146"/>
                    <a:pt x="71774" y="120577"/>
                    <a:pt x="71130" y="119121"/>
                  </a:cubicBezTo>
                  <a:cubicBezTo>
                    <a:pt x="70122" y="116853"/>
                    <a:pt x="69786" y="114221"/>
                    <a:pt x="69590" y="112148"/>
                  </a:cubicBezTo>
                  <a:cubicBezTo>
                    <a:pt x="69534" y="111700"/>
                    <a:pt x="69506" y="111252"/>
                    <a:pt x="69478" y="110804"/>
                  </a:cubicBezTo>
                  <a:lnTo>
                    <a:pt x="69422" y="110384"/>
                  </a:lnTo>
                  <a:cubicBezTo>
                    <a:pt x="69338" y="109236"/>
                    <a:pt x="69310" y="108088"/>
                    <a:pt x="69310" y="106940"/>
                  </a:cubicBezTo>
                  <a:cubicBezTo>
                    <a:pt x="69310" y="106660"/>
                    <a:pt x="69310" y="106352"/>
                    <a:pt x="69338" y="106072"/>
                  </a:cubicBezTo>
                  <a:cubicBezTo>
                    <a:pt x="69366" y="105792"/>
                    <a:pt x="69366" y="105456"/>
                    <a:pt x="69394" y="105147"/>
                  </a:cubicBezTo>
                  <a:cubicBezTo>
                    <a:pt x="69646" y="101031"/>
                    <a:pt x="70542" y="96998"/>
                    <a:pt x="72054" y="93162"/>
                  </a:cubicBezTo>
                  <a:cubicBezTo>
                    <a:pt x="72894" y="92826"/>
                    <a:pt x="73734" y="92462"/>
                    <a:pt x="74547" y="92070"/>
                  </a:cubicBezTo>
                  <a:lnTo>
                    <a:pt x="75387" y="91678"/>
                  </a:lnTo>
                  <a:cubicBezTo>
                    <a:pt x="75527" y="91594"/>
                    <a:pt x="75667" y="91538"/>
                    <a:pt x="75807" y="91454"/>
                  </a:cubicBezTo>
                  <a:cubicBezTo>
                    <a:pt x="76031" y="91342"/>
                    <a:pt x="76255" y="91230"/>
                    <a:pt x="76479" y="91118"/>
                  </a:cubicBezTo>
                  <a:cubicBezTo>
                    <a:pt x="76675" y="91006"/>
                    <a:pt x="76899" y="90894"/>
                    <a:pt x="77095" y="90754"/>
                  </a:cubicBezTo>
                  <a:cubicBezTo>
                    <a:pt x="77291" y="90642"/>
                    <a:pt x="77571" y="90502"/>
                    <a:pt x="77823" y="90362"/>
                  </a:cubicBezTo>
                  <a:cubicBezTo>
                    <a:pt x="78411" y="89998"/>
                    <a:pt x="78971" y="89689"/>
                    <a:pt x="79531" y="89325"/>
                  </a:cubicBezTo>
                  <a:cubicBezTo>
                    <a:pt x="79867" y="89101"/>
                    <a:pt x="80203" y="88905"/>
                    <a:pt x="80539" y="88653"/>
                  </a:cubicBezTo>
                  <a:close/>
                  <a:moveTo>
                    <a:pt x="110979" y="75184"/>
                  </a:moveTo>
                  <a:lnTo>
                    <a:pt x="111455" y="75968"/>
                  </a:lnTo>
                  <a:lnTo>
                    <a:pt x="116160" y="83445"/>
                  </a:lnTo>
                  <a:lnTo>
                    <a:pt x="118344" y="86889"/>
                  </a:lnTo>
                  <a:lnTo>
                    <a:pt x="122601" y="93638"/>
                  </a:lnTo>
                  <a:lnTo>
                    <a:pt x="124757" y="97082"/>
                  </a:lnTo>
                  <a:lnTo>
                    <a:pt x="129014" y="103859"/>
                  </a:lnTo>
                  <a:lnTo>
                    <a:pt x="131170" y="107248"/>
                  </a:lnTo>
                  <a:lnTo>
                    <a:pt x="133802" y="111448"/>
                  </a:lnTo>
                  <a:cubicBezTo>
                    <a:pt x="134643" y="112764"/>
                    <a:pt x="134895" y="114361"/>
                    <a:pt x="134502" y="115901"/>
                  </a:cubicBezTo>
                  <a:lnTo>
                    <a:pt x="134531" y="115901"/>
                  </a:lnTo>
                  <a:cubicBezTo>
                    <a:pt x="134166" y="117413"/>
                    <a:pt x="133158" y="118729"/>
                    <a:pt x="131814" y="119513"/>
                  </a:cubicBezTo>
                  <a:lnTo>
                    <a:pt x="127698" y="121894"/>
                  </a:lnTo>
                  <a:cubicBezTo>
                    <a:pt x="126791" y="122414"/>
                    <a:pt x="125802" y="122661"/>
                    <a:pt x="124825" y="122661"/>
                  </a:cubicBezTo>
                  <a:cubicBezTo>
                    <a:pt x="122752" y="122661"/>
                    <a:pt x="120735" y="121549"/>
                    <a:pt x="119689" y="119569"/>
                  </a:cubicBezTo>
                  <a:lnTo>
                    <a:pt x="117364" y="115173"/>
                  </a:lnTo>
                  <a:lnTo>
                    <a:pt x="115516" y="111672"/>
                  </a:lnTo>
                  <a:lnTo>
                    <a:pt x="111763" y="104559"/>
                  </a:lnTo>
                  <a:lnTo>
                    <a:pt x="109887" y="101003"/>
                  </a:lnTo>
                  <a:lnTo>
                    <a:pt x="106135" y="93918"/>
                  </a:lnTo>
                  <a:lnTo>
                    <a:pt x="104258" y="90334"/>
                  </a:lnTo>
                  <a:lnTo>
                    <a:pt x="101458" y="85041"/>
                  </a:lnTo>
                  <a:lnTo>
                    <a:pt x="101038" y="84229"/>
                  </a:lnTo>
                  <a:lnTo>
                    <a:pt x="100870" y="83921"/>
                  </a:lnTo>
                  <a:lnTo>
                    <a:pt x="99694" y="81680"/>
                  </a:lnTo>
                  <a:lnTo>
                    <a:pt x="99694" y="81680"/>
                  </a:lnTo>
                  <a:cubicBezTo>
                    <a:pt x="100086" y="81736"/>
                    <a:pt x="100506" y="81764"/>
                    <a:pt x="100926" y="81764"/>
                  </a:cubicBezTo>
                  <a:lnTo>
                    <a:pt x="101094" y="81764"/>
                  </a:lnTo>
                  <a:cubicBezTo>
                    <a:pt x="102158" y="81764"/>
                    <a:pt x="103194" y="81596"/>
                    <a:pt x="104202" y="81288"/>
                  </a:cubicBezTo>
                  <a:lnTo>
                    <a:pt x="104454" y="81204"/>
                  </a:lnTo>
                  <a:cubicBezTo>
                    <a:pt x="104707" y="81120"/>
                    <a:pt x="104959" y="81036"/>
                    <a:pt x="105211" y="80924"/>
                  </a:cubicBezTo>
                  <a:lnTo>
                    <a:pt x="105463" y="80812"/>
                  </a:lnTo>
                  <a:lnTo>
                    <a:pt x="105687" y="80700"/>
                  </a:lnTo>
                  <a:cubicBezTo>
                    <a:pt x="105939" y="80588"/>
                    <a:pt x="106163" y="80448"/>
                    <a:pt x="106415" y="80336"/>
                  </a:cubicBezTo>
                  <a:lnTo>
                    <a:pt x="106695" y="80168"/>
                  </a:lnTo>
                  <a:cubicBezTo>
                    <a:pt x="106863" y="80028"/>
                    <a:pt x="107059" y="79916"/>
                    <a:pt x="107227" y="79804"/>
                  </a:cubicBezTo>
                  <a:cubicBezTo>
                    <a:pt x="107339" y="79748"/>
                    <a:pt x="107395" y="79692"/>
                    <a:pt x="107479" y="79608"/>
                  </a:cubicBezTo>
                  <a:cubicBezTo>
                    <a:pt x="107675" y="79496"/>
                    <a:pt x="107843" y="79356"/>
                    <a:pt x="108011" y="79216"/>
                  </a:cubicBezTo>
                  <a:cubicBezTo>
                    <a:pt x="108095" y="79132"/>
                    <a:pt x="108179" y="79048"/>
                    <a:pt x="108291" y="78964"/>
                  </a:cubicBezTo>
                  <a:cubicBezTo>
                    <a:pt x="108431" y="78824"/>
                    <a:pt x="108571" y="78684"/>
                    <a:pt x="108739" y="78544"/>
                  </a:cubicBezTo>
                  <a:lnTo>
                    <a:pt x="108963" y="78264"/>
                  </a:lnTo>
                  <a:lnTo>
                    <a:pt x="109607" y="77536"/>
                  </a:lnTo>
                  <a:cubicBezTo>
                    <a:pt x="109775" y="77312"/>
                    <a:pt x="109943" y="77088"/>
                    <a:pt x="110083" y="76836"/>
                  </a:cubicBezTo>
                  <a:cubicBezTo>
                    <a:pt x="110111" y="76808"/>
                    <a:pt x="110139" y="76780"/>
                    <a:pt x="110139" y="76752"/>
                  </a:cubicBezTo>
                  <a:cubicBezTo>
                    <a:pt x="110335" y="76472"/>
                    <a:pt x="110475" y="76192"/>
                    <a:pt x="110643" y="75912"/>
                  </a:cubicBezTo>
                  <a:cubicBezTo>
                    <a:pt x="110671" y="75828"/>
                    <a:pt x="110699" y="75716"/>
                    <a:pt x="110755" y="75632"/>
                  </a:cubicBezTo>
                  <a:cubicBezTo>
                    <a:pt x="110811" y="75492"/>
                    <a:pt x="110895" y="75324"/>
                    <a:pt x="110979" y="75184"/>
                  </a:cubicBezTo>
                  <a:close/>
                  <a:moveTo>
                    <a:pt x="83802" y="1"/>
                  </a:moveTo>
                  <a:cubicBezTo>
                    <a:pt x="81249" y="1"/>
                    <a:pt x="78593" y="300"/>
                    <a:pt x="75919" y="918"/>
                  </a:cubicBezTo>
                  <a:cubicBezTo>
                    <a:pt x="69394" y="2430"/>
                    <a:pt x="63737" y="5595"/>
                    <a:pt x="59929" y="9851"/>
                  </a:cubicBezTo>
                  <a:cubicBezTo>
                    <a:pt x="56784" y="8718"/>
                    <a:pt x="53285" y="8149"/>
                    <a:pt x="49639" y="8149"/>
                  </a:cubicBezTo>
                  <a:cubicBezTo>
                    <a:pt x="46887" y="8149"/>
                    <a:pt x="44052" y="8473"/>
                    <a:pt x="41222" y="9123"/>
                  </a:cubicBezTo>
                  <a:cubicBezTo>
                    <a:pt x="34333" y="10719"/>
                    <a:pt x="28284" y="14080"/>
                    <a:pt x="24140" y="18560"/>
                  </a:cubicBezTo>
                  <a:cubicBezTo>
                    <a:pt x="20023" y="23041"/>
                    <a:pt x="18343" y="28166"/>
                    <a:pt x="19379" y="32954"/>
                  </a:cubicBezTo>
                  <a:cubicBezTo>
                    <a:pt x="6778" y="39423"/>
                    <a:pt x="1" y="50793"/>
                    <a:pt x="2437" y="61406"/>
                  </a:cubicBezTo>
                  <a:cubicBezTo>
                    <a:pt x="3613" y="66503"/>
                    <a:pt x="6806" y="70899"/>
                    <a:pt x="11650" y="74176"/>
                  </a:cubicBezTo>
                  <a:cubicBezTo>
                    <a:pt x="8150" y="77564"/>
                    <a:pt x="6189" y="81512"/>
                    <a:pt x="6021" y="85433"/>
                  </a:cubicBezTo>
                  <a:cubicBezTo>
                    <a:pt x="5965" y="86525"/>
                    <a:pt x="6077" y="87645"/>
                    <a:pt x="6329" y="88709"/>
                  </a:cubicBezTo>
                  <a:cubicBezTo>
                    <a:pt x="6441" y="89325"/>
                    <a:pt x="6637" y="89914"/>
                    <a:pt x="6890" y="90502"/>
                  </a:cubicBezTo>
                  <a:cubicBezTo>
                    <a:pt x="9466" y="96914"/>
                    <a:pt x="17251" y="100807"/>
                    <a:pt x="26436" y="100807"/>
                  </a:cubicBezTo>
                  <a:cubicBezTo>
                    <a:pt x="28648" y="100807"/>
                    <a:pt x="30833" y="100583"/>
                    <a:pt x="32989" y="100163"/>
                  </a:cubicBezTo>
                  <a:cubicBezTo>
                    <a:pt x="35705" y="104979"/>
                    <a:pt x="39654" y="109684"/>
                    <a:pt x="46039" y="111924"/>
                  </a:cubicBezTo>
                  <a:cubicBezTo>
                    <a:pt x="46319" y="112008"/>
                    <a:pt x="46599" y="112120"/>
                    <a:pt x="46907" y="112176"/>
                  </a:cubicBezTo>
                  <a:cubicBezTo>
                    <a:pt x="48867" y="112792"/>
                    <a:pt x="50911" y="113072"/>
                    <a:pt x="52956" y="113072"/>
                  </a:cubicBezTo>
                  <a:cubicBezTo>
                    <a:pt x="58388" y="113016"/>
                    <a:pt x="63681" y="111224"/>
                    <a:pt x="68022" y="107948"/>
                  </a:cubicBezTo>
                  <a:cubicBezTo>
                    <a:pt x="68022" y="108816"/>
                    <a:pt x="68050" y="109656"/>
                    <a:pt x="68134" y="110496"/>
                  </a:cubicBezTo>
                  <a:lnTo>
                    <a:pt x="68162" y="110888"/>
                  </a:lnTo>
                  <a:cubicBezTo>
                    <a:pt x="68190" y="111364"/>
                    <a:pt x="68246" y="111840"/>
                    <a:pt x="68274" y="112288"/>
                  </a:cubicBezTo>
                  <a:cubicBezTo>
                    <a:pt x="68498" y="114445"/>
                    <a:pt x="68862" y="117189"/>
                    <a:pt x="69926" y="119653"/>
                  </a:cubicBezTo>
                  <a:cubicBezTo>
                    <a:pt x="70682" y="121362"/>
                    <a:pt x="72502" y="123350"/>
                    <a:pt x="74631" y="123630"/>
                  </a:cubicBezTo>
                  <a:cubicBezTo>
                    <a:pt x="74799" y="123630"/>
                    <a:pt x="74967" y="123658"/>
                    <a:pt x="75107" y="123658"/>
                  </a:cubicBezTo>
                  <a:cubicBezTo>
                    <a:pt x="76059" y="123658"/>
                    <a:pt x="77291" y="123294"/>
                    <a:pt x="78383" y="121894"/>
                  </a:cubicBezTo>
                  <a:cubicBezTo>
                    <a:pt x="79419" y="120605"/>
                    <a:pt x="80511" y="116517"/>
                    <a:pt x="82164" y="110300"/>
                  </a:cubicBezTo>
                  <a:cubicBezTo>
                    <a:pt x="83620" y="104895"/>
                    <a:pt x="85412" y="98175"/>
                    <a:pt x="87736" y="91370"/>
                  </a:cubicBezTo>
                  <a:lnTo>
                    <a:pt x="87820" y="91118"/>
                  </a:lnTo>
                  <a:cubicBezTo>
                    <a:pt x="87988" y="90614"/>
                    <a:pt x="88184" y="90138"/>
                    <a:pt x="88352" y="89633"/>
                  </a:cubicBezTo>
                  <a:cubicBezTo>
                    <a:pt x="88408" y="89381"/>
                    <a:pt x="88520" y="89129"/>
                    <a:pt x="88604" y="88877"/>
                  </a:cubicBezTo>
                  <a:cubicBezTo>
                    <a:pt x="90117" y="88737"/>
                    <a:pt x="91601" y="88485"/>
                    <a:pt x="93057" y="88149"/>
                  </a:cubicBezTo>
                  <a:cubicBezTo>
                    <a:pt x="95549" y="87561"/>
                    <a:pt x="97986" y="86721"/>
                    <a:pt x="100282" y="85629"/>
                  </a:cubicBezTo>
                  <a:lnTo>
                    <a:pt x="118540" y="120185"/>
                  </a:lnTo>
                  <a:cubicBezTo>
                    <a:pt x="119408" y="121894"/>
                    <a:pt x="120977" y="123154"/>
                    <a:pt x="122825" y="123686"/>
                  </a:cubicBezTo>
                  <a:cubicBezTo>
                    <a:pt x="123469" y="123854"/>
                    <a:pt x="124113" y="123966"/>
                    <a:pt x="124785" y="123966"/>
                  </a:cubicBezTo>
                  <a:cubicBezTo>
                    <a:pt x="126017" y="123966"/>
                    <a:pt x="127250" y="123630"/>
                    <a:pt x="128314" y="123014"/>
                  </a:cubicBezTo>
                  <a:lnTo>
                    <a:pt x="132430" y="120633"/>
                  </a:lnTo>
                  <a:cubicBezTo>
                    <a:pt x="135875" y="118645"/>
                    <a:pt x="136995" y="114137"/>
                    <a:pt x="134867" y="110748"/>
                  </a:cubicBezTo>
                  <a:lnTo>
                    <a:pt x="112408" y="75044"/>
                  </a:lnTo>
                  <a:cubicBezTo>
                    <a:pt x="127502" y="70843"/>
                    <a:pt x="137779" y="59614"/>
                    <a:pt x="137779" y="48048"/>
                  </a:cubicBezTo>
                  <a:cubicBezTo>
                    <a:pt x="137779" y="46592"/>
                    <a:pt x="137611" y="45136"/>
                    <a:pt x="137303" y="43708"/>
                  </a:cubicBezTo>
                  <a:cubicBezTo>
                    <a:pt x="136239" y="39199"/>
                    <a:pt x="133606" y="35223"/>
                    <a:pt x="129658" y="32142"/>
                  </a:cubicBezTo>
                  <a:cubicBezTo>
                    <a:pt x="129546" y="32058"/>
                    <a:pt x="129434" y="31974"/>
                    <a:pt x="129350" y="31890"/>
                  </a:cubicBezTo>
                  <a:lnTo>
                    <a:pt x="129350" y="31638"/>
                  </a:lnTo>
                  <a:cubicBezTo>
                    <a:pt x="129434" y="29706"/>
                    <a:pt x="129266" y="27774"/>
                    <a:pt x="128846" y="25869"/>
                  </a:cubicBezTo>
                  <a:cubicBezTo>
                    <a:pt x="127754" y="21417"/>
                    <a:pt x="125317" y="17384"/>
                    <a:pt x="121845" y="14360"/>
                  </a:cubicBezTo>
                  <a:cubicBezTo>
                    <a:pt x="120613" y="13268"/>
                    <a:pt x="119296" y="12288"/>
                    <a:pt x="117896" y="11419"/>
                  </a:cubicBezTo>
                  <a:cubicBezTo>
                    <a:pt x="113052" y="8451"/>
                    <a:pt x="107115" y="6659"/>
                    <a:pt x="100674" y="6267"/>
                  </a:cubicBezTo>
                  <a:cubicBezTo>
                    <a:pt x="96928" y="2214"/>
                    <a:pt x="90742" y="1"/>
                    <a:pt x="838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61" name="Google Shape;1461;p64"/>
          <p:cNvSpPr/>
          <p:nvPr/>
        </p:nvSpPr>
        <p:spPr>
          <a:xfrm>
            <a:off x="803575" y="2631750"/>
            <a:ext cx="502500" cy="5025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1462;p64"/>
          <p:cNvSpPr/>
          <p:nvPr/>
        </p:nvSpPr>
        <p:spPr>
          <a:xfrm>
            <a:off x="1467950" y="2631750"/>
            <a:ext cx="502500" cy="5025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3" name="Google Shape;1463;p64"/>
          <p:cNvSpPr/>
          <p:nvPr/>
        </p:nvSpPr>
        <p:spPr>
          <a:xfrm>
            <a:off x="2132325" y="2631750"/>
            <a:ext cx="502500" cy="5025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4" name="Google Shape;1464;p64"/>
          <p:cNvSpPr txBox="1">
            <a:spLocks noGrp="1"/>
          </p:cNvSpPr>
          <p:nvPr>
            <p:ph type="title"/>
          </p:nvPr>
        </p:nvSpPr>
        <p:spPr>
          <a:xfrm>
            <a:off x="720000" y="708505"/>
            <a:ext cx="4213200" cy="8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Thanks!</a:t>
            </a:r>
            <a:endParaRPr/>
          </a:p>
        </p:txBody>
      </p:sp>
      <p:sp>
        <p:nvSpPr>
          <p:cNvPr id="1465" name="Google Shape;1465;p64"/>
          <p:cNvSpPr txBox="1">
            <a:spLocks noGrp="1"/>
          </p:cNvSpPr>
          <p:nvPr>
            <p:ph type="subTitle" idx="1"/>
          </p:nvPr>
        </p:nvSpPr>
        <p:spPr>
          <a:xfrm>
            <a:off x="720000" y="1661180"/>
            <a:ext cx="4213200" cy="8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rgbClr val="812A5F"/>
              </a:buClr>
              <a:buFont typeface="Arial"/>
              <a:buNone/>
            </a:pPr>
            <a:r>
              <a:rPr lang="en" dirty="0"/>
              <a:t>Does anyone have any questions?</a:t>
            </a:r>
            <a:endParaRPr dirty="0"/>
          </a:p>
        </p:txBody>
      </p:sp>
      <p:grpSp>
        <p:nvGrpSpPr>
          <p:cNvPr id="1466" name="Google Shape;1466;p64"/>
          <p:cNvGrpSpPr/>
          <p:nvPr/>
        </p:nvGrpSpPr>
        <p:grpSpPr>
          <a:xfrm>
            <a:off x="2274650" y="2774081"/>
            <a:ext cx="217843" cy="217843"/>
            <a:chOff x="1379798" y="1723250"/>
            <a:chExt cx="397887" cy="397887"/>
          </a:xfrm>
        </p:grpSpPr>
        <p:sp>
          <p:nvSpPr>
            <p:cNvPr id="1467" name="Google Shape;1467;p64"/>
            <p:cNvSpPr/>
            <p:nvPr/>
          </p:nvSpPr>
          <p:spPr>
            <a:xfrm>
              <a:off x="1462169" y="1793977"/>
              <a:ext cx="23354" cy="23312"/>
            </a:xfrm>
            <a:custGeom>
              <a:avLst/>
              <a:gdLst/>
              <a:ahLst/>
              <a:cxnLst/>
              <a:rect l="l" t="t" r="r" b="b"/>
              <a:pathLst>
                <a:path w="1119" h="1117" extrusionOk="0">
                  <a:moveTo>
                    <a:pt x="559" y="1"/>
                  </a:moveTo>
                  <a:cubicBezTo>
                    <a:pt x="251" y="1"/>
                    <a:pt x="0" y="250"/>
                    <a:pt x="0" y="558"/>
                  </a:cubicBezTo>
                  <a:cubicBezTo>
                    <a:pt x="0" y="866"/>
                    <a:pt x="251" y="1117"/>
                    <a:pt x="559" y="1117"/>
                  </a:cubicBezTo>
                  <a:cubicBezTo>
                    <a:pt x="867" y="1117"/>
                    <a:pt x="1118" y="866"/>
                    <a:pt x="1118" y="558"/>
                  </a:cubicBezTo>
                  <a:cubicBezTo>
                    <a:pt x="1118" y="250"/>
                    <a:pt x="867" y="1"/>
                    <a:pt x="55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8" name="Google Shape;1468;p64"/>
            <p:cNvSpPr/>
            <p:nvPr/>
          </p:nvSpPr>
          <p:spPr>
            <a:xfrm>
              <a:off x="1379798" y="1723250"/>
              <a:ext cx="397887" cy="397887"/>
            </a:xfrm>
            <a:custGeom>
              <a:avLst/>
              <a:gdLst/>
              <a:ahLst/>
              <a:cxnLst/>
              <a:rect l="l" t="t" r="r" b="b"/>
              <a:pathLst>
                <a:path w="19065" h="19065" extrusionOk="0">
                  <a:moveTo>
                    <a:pt x="4506" y="2271"/>
                  </a:moveTo>
                  <a:cubicBezTo>
                    <a:pt x="5429" y="2271"/>
                    <a:pt x="6181" y="3023"/>
                    <a:pt x="6181" y="3947"/>
                  </a:cubicBezTo>
                  <a:cubicBezTo>
                    <a:pt x="6181" y="4872"/>
                    <a:pt x="5429" y="5622"/>
                    <a:pt x="4506" y="5622"/>
                  </a:cubicBezTo>
                  <a:cubicBezTo>
                    <a:pt x="3583" y="5622"/>
                    <a:pt x="2831" y="4872"/>
                    <a:pt x="2831" y="3947"/>
                  </a:cubicBezTo>
                  <a:cubicBezTo>
                    <a:pt x="2831" y="3023"/>
                    <a:pt x="3583" y="2271"/>
                    <a:pt x="4506" y="2271"/>
                  </a:cubicBezTo>
                  <a:close/>
                  <a:moveTo>
                    <a:pt x="5622" y="6740"/>
                  </a:moveTo>
                  <a:cubicBezTo>
                    <a:pt x="5932" y="6740"/>
                    <a:pt x="6181" y="6989"/>
                    <a:pt x="6181" y="7299"/>
                  </a:cubicBezTo>
                  <a:lnTo>
                    <a:pt x="6181" y="16234"/>
                  </a:lnTo>
                  <a:cubicBezTo>
                    <a:pt x="6181" y="16544"/>
                    <a:pt x="5932" y="16793"/>
                    <a:pt x="5622" y="16793"/>
                  </a:cubicBezTo>
                  <a:lnTo>
                    <a:pt x="3388" y="16793"/>
                  </a:lnTo>
                  <a:cubicBezTo>
                    <a:pt x="3080" y="16793"/>
                    <a:pt x="2831" y="16544"/>
                    <a:pt x="2831" y="16234"/>
                  </a:cubicBezTo>
                  <a:lnTo>
                    <a:pt x="2831" y="7299"/>
                  </a:lnTo>
                  <a:cubicBezTo>
                    <a:pt x="2831" y="6989"/>
                    <a:pt x="3080" y="6740"/>
                    <a:pt x="3388" y="6740"/>
                  </a:cubicBezTo>
                  <a:close/>
                  <a:moveTo>
                    <a:pt x="12596" y="6721"/>
                  </a:moveTo>
                  <a:cubicBezTo>
                    <a:pt x="12811" y="6721"/>
                    <a:pt x="13027" y="6739"/>
                    <a:pt x="13241" y="6774"/>
                  </a:cubicBezTo>
                  <a:cubicBezTo>
                    <a:pt x="15058" y="7069"/>
                    <a:pt x="16235" y="8557"/>
                    <a:pt x="16235" y="10223"/>
                  </a:cubicBezTo>
                  <a:lnTo>
                    <a:pt x="16235" y="16234"/>
                  </a:lnTo>
                  <a:cubicBezTo>
                    <a:pt x="16235" y="16544"/>
                    <a:pt x="15985" y="16793"/>
                    <a:pt x="15676" y="16793"/>
                  </a:cubicBezTo>
                  <a:lnTo>
                    <a:pt x="13441" y="16793"/>
                  </a:lnTo>
                  <a:cubicBezTo>
                    <a:pt x="13133" y="16793"/>
                    <a:pt x="12884" y="16544"/>
                    <a:pt x="12884" y="16234"/>
                  </a:cubicBezTo>
                  <a:lnTo>
                    <a:pt x="12884" y="11209"/>
                  </a:lnTo>
                  <a:cubicBezTo>
                    <a:pt x="12884" y="10593"/>
                    <a:pt x="12382" y="10091"/>
                    <a:pt x="11766" y="10091"/>
                  </a:cubicBezTo>
                  <a:cubicBezTo>
                    <a:pt x="11150" y="10091"/>
                    <a:pt x="10650" y="10593"/>
                    <a:pt x="10650" y="11209"/>
                  </a:cubicBezTo>
                  <a:lnTo>
                    <a:pt x="10650" y="16234"/>
                  </a:lnTo>
                  <a:cubicBezTo>
                    <a:pt x="10650" y="16544"/>
                    <a:pt x="10399" y="16793"/>
                    <a:pt x="10091" y="16793"/>
                  </a:cubicBezTo>
                  <a:lnTo>
                    <a:pt x="7857" y="16793"/>
                  </a:lnTo>
                  <a:cubicBezTo>
                    <a:pt x="7547" y="16793"/>
                    <a:pt x="7298" y="16544"/>
                    <a:pt x="7298" y="16234"/>
                  </a:cubicBezTo>
                  <a:lnTo>
                    <a:pt x="7298" y="7299"/>
                  </a:lnTo>
                  <a:cubicBezTo>
                    <a:pt x="7298" y="6989"/>
                    <a:pt x="7547" y="6740"/>
                    <a:pt x="7857" y="6740"/>
                  </a:cubicBezTo>
                  <a:lnTo>
                    <a:pt x="10091" y="6740"/>
                  </a:lnTo>
                  <a:cubicBezTo>
                    <a:pt x="10377" y="6740"/>
                    <a:pt x="10613" y="6956"/>
                    <a:pt x="10644" y="7234"/>
                  </a:cubicBezTo>
                  <a:cubicBezTo>
                    <a:pt x="11219" y="6901"/>
                    <a:pt x="11901" y="6721"/>
                    <a:pt x="12596" y="6721"/>
                  </a:cubicBezTo>
                  <a:close/>
                  <a:moveTo>
                    <a:pt x="2831" y="0"/>
                  </a:moveTo>
                  <a:cubicBezTo>
                    <a:pt x="1290" y="0"/>
                    <a:pt x="0" y="1290"/>
                    <a:pt x="0" y="2831"/>
                  </a:cubicBezTo>
                  <a:lnTo>
                    <a:pt x="0" y="16234"/>
                  </a:lnTo>
                  <a:cubicBezTo>
                    <a:pt x="0" y="17775"/>
                    <a:pt x="1290" y="19065"/>
                    <a:pt x="2831" y="19065"/>
                  </a:cubicBezTo>
                  <a:lnTo>
                    <a:pt x="16235" y="19065"/>
                  </a:lnTo>
                  <a:cubicBezTo>
                    <a:pt x="17774" y="19065"/>
                    <a:pt x="19065" y="17775"/>
                    <a:pt x="19065" y="16234"/>
                  </a:cubicBezTo>
                  <a:lnTo>
                    <a:pt x="19065" y="2831"/>
                  </a:lnTo>
                  <a:cubicBezTo>
                    <a:pt x="19065" y="1290"/>
                    <a:pt x="17774" y="0"/>
                    <a:pt x="1623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9" name="Google Shape;1469;p64"/>
            <p:cNvSpPr/>
            <p:nvPr/>
          </p:nvSpPr>
          <p:spPr>
            <a:xfrm>
              <a:off x="1555413" y="1886846"/>
              <a:ext cx="139912" cy="163558"/>
            </a:xfrm>
            <a:custGeom>
              <a:avLst/>
              <a:gdLst/>
              <a:ahLst/>
              <a:cxnLst/>
              <a:rect l="l" t="t" r="r" b="b"/>
              <a:pathLst>
                <a:path w="6704" h="7837" extrusionOk="0">
                  <a:moveTo>
                    <a:pt x="4182" y="0"/>
                  </a:moveTo>
                  <a:cubicBezTo>
                    <a:pt x="3474" y="0"/>
                    <a:pt x="2782" y="261"/>
                    <a:pt x="2332" y="711"/>
                  </a:cubicBezTo>
                  <a:cubicBezTo>
                    <a:pt x="2108" y="935"/>
                    <a:pt x="1938" y="1142"/>
                    <a:pt x="1686" y="1142"/>
                  </a:cubicBezTo>
                  <a:cubicBezTo>
                    <a:pt x="1618" y="1142"/>
                    <a:pt x="1544" y="1127"/>
                    <a:pt x="1462" y="1093"/>
                  </a:cubicBezTo>
                  <a:cubicBezTo>
                    <a:pt x="1253" y="1006"/>
                    <a:pt x="1117" y="803"/>
                    <a:pt x="1117" y="576"/>
                  </a:cubicBezTo>
                  <a:lnTo>
                    <a:pt x="1117" y="17"/>
                  </a:lnTo>
                  <a:lnTo>
                    <a:pt x="1" y="17"/>
                  </a:lnTo>
                  <a:lnTo>
                    <a:pt x="1" y="7836"/>
                  </a:lnTo>
                  <a:lnTo>
                    <a:pt x="1117" y="7836"/>
                  </a:lnTo>
                  <a:lnTo>
                    <a:pt x="1117" y="3370"/>
                  </a:lnTo>
                  <a:cubicBezTo>
                    <a:pt x="1117" y="2137"/>
                    <a:pt x="2120" y="1135"/>
                    <a:pt x="3351" y="1135"/>
                  </a:cubicBezTo>
                  <a:cubicBezTo>
                    <a:pt x="4584" y="1135"/>
                    <a:pt x="5585" y="2137"/>
                    <a:pt x="5585" y="3370"/>
                  </a:cubicBezTo>
                  <a:lnTo>
                    <a:pt x="5585" y="7836"/>
                  </a:lnTo>
                  <a:lnTo>
                    <a:pt x="6703" y="7836"/>
                  </a:lnTo>
                  <a:lnTo>
                    <a:pt x="6703" y="2384"/>
                  </a:lnTo>
                  <a:cubicBezTo>
                    <a:pt x="6703" y="1266"/>
                    <a:pt x="5932" y="245"/>
                    <a:pt x="4648" y="38"/>
                  </a:cubicBezTo>
                  <a:cubicBezTo>
                    <a:pt x="4493" y="13"/>
                    <a:pt x="4337" y="0"/>
                    <a:pt x="418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470;p64"/>
            <p:cNvSpPr/>
            <p:nvPr/>
          </p:nvSpPr>
          <p:spPr>
            <a:xfrm>
              <a:off x="1462169" y="1887200"/>
              <a:ext cx="23354" cy="163203"/>
            </a:xfrm>
            <a:custGeom>
              <a:avLst/>
              <a:gdLst/>
              <a:ahLst/>
              <a:cxnLst/>
              <a:rect l="l" t="t" r="r" b="b"/>
              <a:pathLst>
                <a:path w="1119" h="7820" extrusionOk="0">
                  <a:moveTo>
                    <a:pt x="0" y="0"/>
                  </a:moveTo>
                  <a:lnTo>
                    <a:pt x="0" y="7819"/>
                  </a:lnTo>
                  <a:lnTo>
                    <a:pt x="1118" y="7819"/>
                  </a:lnTo>
                  <a:lnTo>
                    <a:pt x="11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71" name="Google Shape;1471;p64"/>
          <p:cNvGrpSpPr/>
          <p:nvPr/>
        </p:nvGrpSpPr>
        <p:grpSpPr>
          <a:xfrm>
            <a:off x="945905" y="2774081"/>
            <a:ext cx="217854" cy="217843"/>
            <a:chOff x="266768" y="1721375"/>
            <a:chExt cx="397907" cy="397887"/>
          </a:xfrm>
        </p:grpSpPr>
        <p:sp>
          <p:nvSpPr>
            <p:cNvPr id="1472" name="Google Shape;1472;p64"/>
            <p:cNvSpPr/>
            <p:nvPr/>
          </p:nvSpPr>
          <p:spPr>
            <a:xfrm>
              <a:off x="454843" y="1791037"/>
              <a:ext cx="136218" cy="328222"/>
            </a:xfrm>
            <a:custGeom>
              <a:avLst/>
              <a:gdLst/>
              <a:ahLst/>
              <a:cxnLst/>
              <a:rect l="l" t="t" r="r" b="b"/>
              <a:pathLst>
                <a:path w="6527" h="15727" extrusionOk="0">
                  <a:moveTo>
                    <a:pt x="4957" y="1"/>
                  </a:moveTo>
                  <a:cubicBezTo>
                    <a:pt x="4645" y="1"/>
                    <a:pt x="4336" y="24"/>
                    <a:pt x="4028" y="69"/>
                  </a:cubicBezTo>
                  <a:cubicBezTo>
                    <a:pt x="2588" y="280"/>
                    <a:pt x="1700" y="890"/>
                    <a:pt x="1675" y="2250"/>
                  </a:cubicBezTo>
                  <a:lnTo>
                    <a:pt x="1675" y="5040"/>
                  </a:lnTo>
                  <a:cubicBezTo>
                    <a:pt x="1675" y="5348"/>
                    <a:pt x="1426" y="5599"/>
                    <a:pt x="1118" y="5599"/>
                  </a:cubicBezTo>
                  <a:lnTo>
                    <a:pt x="0" y="5599"/>
                  </a:lnTo>
                  <a:lnTo>
                    <a:pt x="0" y="6715"/>
                  </a:lnTo>
                  <a:lnTo>
                    <a:pt x="1118" y="6715"/>
                  </a:lnTo>
                  <a:cubicBezTo>
                    <a:pt x="1426" y="6715"/>
                    <a:pt x="1675" y="6965"/>
                    <a:pt x="1675" y="7274"/>
                  </a:cubicBezTo>
                  <a:lnTo>
                    <a:pt x="1675" y="15727"/>
                  </a:lnTo>
                  <a:lnTo>
                    <a:pt x="3352" y="15727"/>
                  </a:lnTo>
                  <a:lnTo>
                    <a:pt x="3352" y="7274"/>
                  </a:lnTo>
                  <a:cubicBezTo>
                    <a:pt x="3352" y="6965"/>
                    <a:pt x="3602" y="6715"/>
                    <a:pt x="3910" y="6715"/>
                  </a:cubicBezTo>
                  <a:lnTo>
                    <a:pt x="5709" y="6715"/>
                  </a:lnTo>
                  <a:lnTo>
                    <a:pt x="5987" y="5599"/>
                  </a:lnTo>
                  <a:lnTo>
                    <a:pt x="3910" y="5599"/>
                  </a:lnTo>
                  <a:cubicBezTo>
                    <a:pt x="3602" y="5599"/>
                    <a:pt x="3352" y="5348"/>
                    <a:pt x="3352" y="5040"/>
                  </a:cubicBezTo>
                  <a:lnTo>
                    <a:pt x="3352" y="3253"/>
                  </a:lnTo>
                  <a:cubicBezTo>
                    <a:pt x="3352" y="2316"/>
                    <a:pt x="3942" y="1677"/>
                    <a:pt x="4968" y="1504"/>
                  </a:cubicBezTo>
                  <a:cubicBezTo>
                    <a:pt x="5157" y="1473"/>
                    <a:pt x="5339" y="1460"/>
                    <a:pt x="5511" y="1460"/>
                  </a:cubicBezTo>
                  <a:cubicBezTo>
                    <a:pt x="5810" y="1460"/>
                    <a:pt x="6082" y="1498"/>
                    <a:pt x="6324" y="1546"/>
                  </a:cubicBezTo>
                  <a:lnTo>
                    <a:pt x="6526" y="182"/>
                  </a:lnTo>
                  <a:cubicBezTo>
                    <a:pt x="5988" y="62"/>
                    <a:pt x="5468" y="1"/>
                    <a:pt x="495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3" name="Google Shape;1473;p64"/>
            <p:cNvSpPr/>
            <p:nvPr/>
          </p:nvSpPr>
          <p:spPr>
            <a:xfrm>
              <a:off x="266768" y="1721375"/>
              <a:ext cx="397907" cy="397887"/>
            </a:xfrm>
            <a:custGeom>
              <a:avLst/>
              <a:gdLst/>
              <a:ahLst/>
              <a:cxnLst/>
              <a:rect l="l" t="t" r="r" b="b"/>
              <a:pathLst>
                <a:path w="19066" h="19065" extrusionOk="0">
                  <a:moveTo>
                    <a:pt x="2794" y="0"/>
                  </a:moveTo>
                  <a:cubicBezTo>
                    <a:pt x="1255" y="0"/>
                    <a:pt x="1" y="1253"/>
                    <a:pt x="1" y="2793"/>
                  </a:cubicBezTo>
                  <a:lnTo>
                    <a:pt x="1" y="16271"/>
                  </a:lnTo>
                  <a:cubicBezTo>
                    <a:pt x="1" y="17812"/>
                    <a:pt x="1255" y="19065"/>
                    <a:pt x="2794" y="19065"/>
                  </a:cubicBezTo>
                  <a:lnTo>
                    <a:pt x="9571" y="19065"/>
                  </a:lnTo>
                  <a:lnTo>
                    <a:pt x="9571" y="11171"/>
                  </a:lnTo>
                  <a:lnTo>
                    <a:pt x="8453" y="11171"/>
                  </a:lnTo>
                  <a:cubicBezTo>
                    <a:pt x="8145" y="11171"/>
                    <a:pt x="7896" y="10920"/>
                    <a:pt x="7896" y="10612"/>
                  </a:cubicBezTo>
                  <a:lnTo>
                    <a:pt x="7896" y="8378"/>
                  </a:lnTo>
                  <a:cubicBezTo>
                    <a:pt x="7896" y="8070"/>
                    <a:pt x="8145" y="7819"/>
                    <a:pt x="8453" y="7819"/>
                  </a:cubicBezTo>
                  <a:lnTo>
                    <a:pt x="9571" y="7819"/>
                  </a:lnTo>
                  <a:lnTo>
                    <a:pt x="9571" y="5836"/>
                  </a:lnTo>
                  <a:cubicBezTo>
                    <a:pt x="9571" y="3710"/>
                    <a:pt x="10741" y="2615"/>
                    <a:pt x="12878" y="2302"/>
                  </a:cubicBezTo>
                  <a:cubicBezTo>
                    <a:pt x="13231" y="2249"/>
                    <a:pt x="13591" y="2223"/>
                    <a:pt x="13956" y="2223"/>
                  </a:cubicBezTo>
                  <a:cubicBezTo>
                    <a:pt x="14725" y="2223"/>
                    <a:pt x="15517" y="2339"/>
                    <a:pt x="16318" y="2567"/>
                  </a:cubicBezTo>
                  <a:cubicBezTo>
                    <a:pt x="16589" y="2643"/>
                    <a:pt x="16759" y="2908"/>
                    <a:pt x="16718" y="3186"/>
                  </a:cubicBezTo>
                  <a:lnTo>
                    <a:pt x="16352" y="5650"/>
                  </a:lnTo>
                  <a:cubicBezTo>
                    <a:pt x="16329" y="5806"/>
                    <a:pt x="16240" y="5944"/>
                    <a:pt x="16111" y="6031"/>
                  </a:cubicBezTo>
                  <a:cubicBezTo>
                    <a:pt x="16006" y="6102"/>
                    <a:pt x="15912" y="6127"/>
                    <a:pt x="15818" y="6127"/>
                  </a:cubicBezTo>
                  <a:cubicBezTo>
                    <a:pt x="15717" y="6127"/>
                    <a:pt x="15614" y="6098"/>
                    <a:pt x="15494" y="6068"/>
                  </a:cubicBezTo>
                  <a:cubicBezTo>
                    <a:pt x="15202" y="5995"/>
                    <a:pt x="14879" y="5914"/>
                    <a:pt x="14527" y="5914"/>
                  </a:cubicBezTo>
                  <a:cubicBezTo>
                    <a:pt x="14409" y="5914"/>
                    <a:pt x="14289" y="5923"/>
                    <a:pt x="14165" y="5944"/>
                  </a:cubicBezTo>
                  <a:cubicBezTo>
                    <a:pt x="13534" y="6050"/>
                    <a:pt x="13481" y="6333"/>
                    <a:pt x="13481" y="6590"/>
                  </a:cubicBezTo>
                  <a:lnTo>
                    <a:pt x="13481" y="7819"/>
                  </a:lnTo>
                  <a:lnTo>
                    <a:pt x="15715" y="7819"/>
                  </a:lnTo>
                  <a:cubicBezTo>
                    <a:pt x="15887" y="7819"/>
                    <a:pt x="16048" y="7899"/>
                    <a:pt x="16154" y="8035"/>
                  </a:cubicBezTo>
                  <a:cubicBezTo>
                    <a:pt x="16260" y="8169"/>
                    <a:pt x="16297" y="8346"/>
                    <a:pt x="16256" y="8513"/>
                  </a:cubicBezTo>
                  <a:lnTo>
                    <a:pt x="15697" y="10747"/>
                  </a:lnTo>
                  <a:cubicBezTo>
                    <a:pt x="15635" y="10996"/>
                    <a:pt x="15412" y="11170"/>
                    <a:pt x="15156" y="11170"/>
                  </a:cubicBezTo>
                  <a:lnTo>
                    <a:pt x="13481" y="11170"/>
                  </a:lnTo>
                  <a:lnTo>
                    <a:pt x="13481" y="19065"/>
                  </a:lnTo>
                  <a:lnTo>
                    <a:pt x="16272" y="19065"/>
                  </a:lnTo>
                  <a:cubicBezTo>
                    <a:pt x="17813" y="19065"/>
                    <a:pt x="19066" y="17810"/>
                    <a:pt x="19066" y="16271"/>
                  </a:cubicBezTo>
                  <a:lnTo>
                    <a:pt x="19066" y="2793"/>
                  </a:lnTo>
                  <a:cubicBezTo>
                    <a:pt x="19066" y="1253"/>
                    <a:pt x="17813" y="0"/>
                    <a:pt x="1627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74" name="Google Shape;1474;p64"/>
          <p:cNvGrpSpPr/>
          <p:nvPr/>
        </p:nvGrpSpPr>
        <p:grpSpPr>
          <a:xfrm>
            <a:off x="1610285" y="2774081"/>
            <a:ext cx="217831" cy="217843"/>
            <a:chOff x="864491" y="1723250"/>
            <a:chExt cx="397866" cy="397887"/>
          </a:xfrm>
        </p:grpSpPr>
        <p:sp>
          <p:nvSpPr>
            <p:cNvPr id="1475" name="Google Shape;1475;p64"/>
            <p:cNvSpPr/>
            <p:nvPr/>
          </p:nvSpPr>
          <p:spPr>
            <a:xfrm>
              <a:off x="935197" y="1793977"/>
              <a:ext cx="256451" cy="256430"/>
            </a:xfrm>
            <a:custGeom>
              <a:avLst/>
              <a:gdLst/>
              <a:ahLst/>
              <a:cxnLst/>
              <a:rect l="l" t="t" r="r" b="b"/>
              <a:pathLst>
                <a:path w="12288" h="12287" extrusionOk="0">
                  <a:moveTo>
                    <a:pt x="10053" y="1117"/>
                  </a:moveTo>
                  <a:cubicBezTo>
                    <a:pt x="10669" y="1117"/>
                    <a:pt x="11171" y="1617"/>
                    <a:pt x="11171" y="2233"/>
                  </a:cubicBezTo>
                  <a:cubicBezTo>
                    <a:pt x="11170" y="2850"/>
                    <a:pt x="10669" y="3351"/>
                    <a:pt x="10053" y="3351"/>
                  </a:cubicBezTo>
                  <a:cubicBezTo>
                    <a:pt x="9438" y="3351"/>
                    <a:pt x="8937" y="2850"/>
                    <a:pt x="8937" y="2233"/>
                  </a:cubicBezTo>
                  <a:cubicBezTo>
                    <a:pt x="8937" y="1617"/>
                    <a:pt x="9438" y="1117"/>
                    <a:pt x="10053" y="1117"/>
                  </a:cubicBezTo>
                  <a:close/>
                  <a:moveTo>
                    <a:pt x="6144" y="2233"/>
                  </a:moveTo>
                  <a:cubicBezTo>
                    <a:pt x="8300" y="2233"/>
                    <a:pt x="10053" y="3988"/>
                    <a:pt x="10053" y="6144"/>
                  </a:cubicBezTo>
                  <a:cubicBezTo>
                    <a:pt x="10053" y="8299"/>
                    <a:pt x="8300" y="10054"/>
                    <a:pt x="6144" y="10054"/>
                  </a:cubicBezTo>
                  <a:cubicBezTo>
                    <a:pt x="3989" y="10054"/>
                    <a:pt x="2234" y="8299"/>
                    <a:pt x="2234" y="6144"/>
                  </a:cubicBezTo>
                  <a:cubicBezTo>
                    <a:pt x="2234" y="3988"/>
                    <a:pt x="3987" y="2233"/>
                    <a:pt x="6144" y="2233"/>
                  </a:cubicBezTo>
                  <a:close/>
                  <a:moveTo>
                    <a:pt x="1675" y="1"/>
                  </a:moveTo>
                  <a:cubicBezTo>
                    <a:pt x="752" y="1"/>
                    <a:pt x="0" y="751"/>
                    <a:pt x="0" y="1676"/>
                  </a:cubicBezTo>
                  <a:lnTo>
                    <a:pt x="0" y="10611"/>
                  </a:lnTo>
                  <a:cubicBezTo>
                    <a:pt x="0" y="11536"/>
                    <a:pt x="752" y="12286"/>
                    <a:pt x="1675" y="12286"/>
                  </a:cubicBezTo>
                  <a:lnTo>
                    <a:pt x="10612" y="12286"/>
                  </a:lnTo>
                  <a:cubicBezTo>
                    <a:pt x="11536" y="12286"/>
                    <a:pt x="12288" y="11536"/>
                    <a:pt x="12288" y="10611"/>
                  </a:cubicBezTo>
                  <a:lnTo>
                    <a:pt x="12288" y="1676"/>
                  </a:lnTo>
                  <a:cubicBezTo>
                    <a:pt x="12288" y="752"/>
                    <a:pt x="11536" y="1"/>
                    <a:pt x="106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1476;p64"/>
            <p:cNvSpPr/>
            <p:nvPr/>
          </p:nvSpPr>
          <p:spPr>
            <a:xfrm>
              <a:off x="1005109" y="1863910"/>
              <a:ext cx="116622" cy="116559"/>
            </a:xfrm>
            <a:custGeom>
              <a:avLst/>
              <a:gdLst/>
              <a:ahLst/>
              <a:cxnLst/>
              <a:rect l="l" t="t" r="r" b="b"/>
              <a:pathLst>
                <a:path w="5588" h="5585" extrusionOk="0">
                  <a:moveTo>
                    <a:pt x="2794" y="0"/>
                  </a:moveTo>
                  <a:cubicBezTo>
                    <a:pt x="1255" y="0"/>
                    <a:pt x="1" y="1252"/>
                    <a:pt x="1" y="2793"/>
                  </a:cubicBezTo>
                  <a:cubicBezTo>
                    <a:pt x="1" y="4332"/>
                    <a:pt x="1255" y="5585"/>
                    <a:pt x="2794" y="5585"/>
                  </a:cubicBezTo>
                  <a:cubicBezTo>
                    <a:pt x="4333" y="5585"/>
                    <a:pt x="5587" y="4332"/>
                    <a:pt x="5587" y="2793"/>
                  </a:cubicBezTo>
                  <a:cubicBezTo>
                    <a:pt x="5587" y="1252"/>
                    <a:pt x="4333" y="0"/>
                    <a:pt x="279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1477;p64"/>
            <p:cNvSpPr/>
            <p:nvPr/>
          </p:nvSpPr>
          <p:spPr>
            <a:xfrm>
              <a:off x="864491" y="1723250"/>
              <a:ext cx="397866" cy="397887"/>
            </a:xfrm>
            <a:custGeom>
              <a:avLst/>
              <a:gdLst/>
              <a:ahLst/>
              <a:cxnLst/>
              <a:rect l="l" t="t" r="r" b="b"/>
              <a:pathLst>
                <a:path w="19064" h="19065" extrusionOk="0">
                  <a:moveTo>
                    <a:pt x="14000" y="2271"/>
                  </a:moveTo>
                  <a:cubicBezTo>
                    <a:pt x="15539" y="2271"/>
                    <a:pt x="16794" y="3524"/>
                    <a:pt x="16794" y="5065"/>
                  </a:cubicBezTo>
                  <a:lnTo>
                    <a:pt x="16794" y="14000"/>
                  </a:lnTo>
                  <a:cubicBezTo>
                    <a:pt x="16794" y="15541"/>
                    <a:pt x="15539" y="16793"/>
                    <a:pt x="14000" y="16793"/>
                  </a:cubicBezTo>
                  <a:lnTo>
                    <a:pt x="5063" y="16793"/>
                  </a:lnTo>
                  <a:cubicBezTo>
                    <a:pt x="3524" y="16793"/>
                    <a:pt x="2272" y="15541"/>
                    <a:pt x="2272" y="14000"/>
                  </a:cubicBezTo>
                  <a:lnTo>
                    <a:pt x="2272" y="5065"/>
                  </a:lnTo>
                  <a:cubicBezTo>
                    <a:pt x="2272" y="3524"/>
                    <a:pt x="3524" y="2271"/>
                    <a:pt x="5063" y="2271"/>
                  </a:cubicBezTo>
                  <a:close/>
                  <a:moveTo>
                    <a:pt x="2829" y="0"/>
                  </a:moveTo>
                  <a:cubicBezTo>
                    <a:pt x="1290" y="0"/>
                    <a:pt x="0" y="1290"/>
                    <a:pt x="0" y="2831"/>
                  </a:cubicBezTo>
                  <a:lnTo>
                    <a:pt x="0" y="16234"/>
                  </a:lnTo>
                  <a:cubicBezTo>
                    <a:pt x="0" y="17775"/>
                    <a:pt x="1290" y="19065"/>
                    <a:pt x="2829" y="19065"/>
                  </a:cubicBezTo>
                  <a:lnTo>
                    <a:pt x="16235" y="19065"/>
                  </a:lnTo>
                  <a:cubicBezTo>
                    <a:pt x="17774" y="19065"/>
                    <a:pt x="19063" y="17775"/>
                    <a:pt x="19063" y="16234"/>
                  </a:cubicBezTo>
                  <a:lnTo>
                    <a:pt x="19063" y="2831"/>
                  </a:lnTo>
                  <a:cubicBezTo>
                    <a:pt x="19063" y="1290"/>
                    <a:pt x="17774" y="0"/>
                    <a:pt x="1623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78" name="Google Shape;1478;p64"/>
          <p:cNvSpPr txBox="1"/>
          <p:nvPr/>
        </p:nvSpPr>
        <p:spPr>
          <a:xfrm>
            <a:off x="720000" y="3954061"/>
            <a:ext cx="3196200" cy="370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latin typeface="DM Sans"/>
                <a:ea typeface="DM Sans"/>
                <a:cs typeface="DM Sans"/>
                <a:sym typeface="DM Sans"/>
              </a:rPr>
              <a:t>Please keep this slide for attribution</a:t>
            </a:r>
            <a:endParaRPr sz="1200">
              <a:solidFill>
                <a:schemeClr val="dk1"/>
              </a:solidFill>
              <a:latin typeface="DM Sans"/>
              <a:ea typeface="DM Sans"/>
              <a:cs typeface="DM Sans"/>
              <a:sym typeface="DM Sans"/>
            </a:endParaRPr>
          </a:p>
        </p:txBody>
      </p:sp>
      <p:grpSp>
        <p:nvGrpSpPr>
          <p:cNvPr id="1479" name="Google Shape;1479;p64"/>
          <p:cNvGrpSpPr/>
          <p:nvPr/>
        </p:nvGrpSpPr>
        <p:grpSpPr>
          <a:xfrm>
            <a:off x="7884971" y="2256419"/>
            <a:ext cx="418034" cy="630656"/>
            <a:chOff x="8538621" y="623706"/>
            <a:chExt cx="418034" cy="630656"/>
          </a:xfrm>
        </p:grpSpPr>
        <p:grpSp>
          <p:nvGrpSpPr>
            <p:cNvPr id="1480" name="Google Shape;1480;p64"/>
            <p:cNvGrpSpPr/>
            <p:nvPr/>
          </p:nvGrpSpPr>
          <p:grpSpPr>
            <a:xfrm>
              <a:off x="8609803" y="767216"/>
              <a:ext cx="239221" cy="487147"/>
              <a:chOff x="1925725" y="1035100"/>
              <a:chExt cx="174525" cy="355400"/>
            </a:xfrm>
          </p:grpSpPr>
          <p:sp>
            <p:nvSpPr>
              <p:cNvPr id="1481" name="Google Shape;1481;p64"/>
              <p:cNvSpPr/>
              <p:nvPr/>
            </p:nvSpPr>
            <p:spPr>
              <a:xfrm>
                <a:off x="1932400" y="1041150"/>
                <a:ext cx="163375" cy="343300"/>
              </a:xfrm>
              <a:custGeom>
                <a:avLst/>
                <a:gdLst/>
                <a:ahLst/>
                <a:cxnLst/>
                <a:rect l="l" t="t" r="r" b="b"/>
                <a:pathLst>
                  <a:path w="6535" h="13732" extrusionOk="0">
                    <a:moveTo>
                      <a:pt x="3829" y="1"/>
                    </a:moveTo>
                    <a:cubicBezTo>
                      <a:pt x="3740" y="1"/>
                      <a:pt x="3651" y="52"/>
                      <a:pt x="3612" y="141"/>
                    </a:cubicBezTo>
                    <a:lnTo>
                      <a:pt x="690" y="6700"/>
                    </a:lnTo>
                    <a:cubicBezTo>
                      <a:pt x="614" y="6866"/>
                      <a:pt x="728" y="7044"/>
                      <a:pt x="907" y="7044"/>
                    </a:cubicBezTo>
                    <a:lnTo>
                      <a:pt x="2400" y="7044"/>
                    </a:lnTo>
                    <a:lnTo>
                      <a:pt x="52" y="13412"/>
                    </a:lnTo>
                    <a:cubicBezTo>
                      <a:pt x="1" y="13527"/>
                      <a:pt x="52" y="13655"/>
                      <a:pt x="167" y="13718"/>
                    </a:cubicBezTo>
                    <a:cubicBezTo>
                      <a:pt x="205" y="13731"/>
                      <a:pt x="231" y="13731"/>
                      <a:pt x="269" y="13731"/>
                    </a:cubicBezTo>
                    <a:cubicBezTo>
                      <a:pt x="358" y="13731"/>
                      <a:pt x="435" y="13693"/>
                      <a:pt x="473" y="13616"/>
                    </a:cubicBezTo>
                    <a:lnTo>
                      <a:pt x="5667" y="4773"/>
                    </a:lnTo>
                    <a:cubicBezTo>
                      <a:pt x="5756" y="4620"/>
                      <a:pt x="5641" y="4416"/>
                      <a:pt x="5463" y="4416"/>
                    </a:cubicBezTo>
                    <a:lnTo>
                      <a:pt x="4289" y="4416"/>
                    </a:lnTo>
                    <a:lnTo>
                      <a:pt x="6458" y="358"/>
                    </a:lnTo>
                    <a:cubicBezTo>
                      <a:pt x="6534" y="192"/>
                      <a:pt x="6420" y="1"/>
                      <a:pt x="624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2" name="Google Shape;1482;p64"/>
              <p:cNvSpPr/>
              <p:nvPr/>
            </p:nvSpPr>
            <p:spPr>
              <a:xfrm>
                <a:off x="1925725" y="1035100"/>
                <a:ext cx="174525" cy="355400"/>
              </a:xfrm>
              <a:custGeom>
                <a:avLst/>
                <a:gdLst/>
                <a:ahLst/>
                <a:cxnLst/>
                <a:rect l="l" t="t" r="r" b="b"/>
                <a:pathLst>
                  <a:path w="6981" h="14216" extrusionOk="0">
                    <a:moveTo>
                      <a:pt x="6508" y="472"/>
                    </a:moveTo>
                    <a:lnTo>
                      <a:pt x="6508" y="485"/>
                    </a:lnTo>
                    <a:lnTo>
                      <a:pt x="4160" y="4900"/>
                    </a:lnTo>
                    <a:lnTo>
                      <a:pt x="5730" y="4900"/>
                    </a:lnTo>
                    <a:lnTo>
                      <a:pt x="536" y="13743"/>
                    </a:lnTo>
                    <a:lnTo>
                      <a:pt x="2999" y="7044"/>
                    </a:lnTo>
                    <a:lnTo>
                      <a:pt x="1174" y="7044"/>
                    </a:lnTo>
                    <a:lnTo>
                      <a:pt x="4096" y="472"/>
                    </a:lnTo>
                    <a:close/>
                    <a:moveTo>
                      <a:pt x="4096" y="0"/>
                    </a:moveTo>
                    <a:cubicBezTo>
                      <a:pt x="3918" y="0"/>
                      <a:pt x="3739" y="115"/>
                      <a:pt x="3662" y="281"/>
                    </a:cubicBezTo>
                    <a:lnTo>
                      <a:pt x="740" y="6840"/>
                    </a:lnTo>
                    <a:cubicBezTo>
                      <a:pt x="600" y="7159"/>
                      <a:pt x="829" y="7516"/>
                      <a:pt x="1174" y="7516"/>
                    </a:cubicBezTo>
                    <a:lnTo>
                      <a:pt x="2322" y="7516"/>
                    </a:lnTo>
                    <a:lnTo>
                      <a:pt x="89" y="13565"/>
                    </a:lnTo>
                    <a:cubicBezTo>
                      <a:pt x="0" y="13794"/>
                      <a:pt x="102" y="14062"/>
                      <a:pt x="332" y="14164"/>
                    </a:cubicBezTo>
                    <a:cubicBezTo>
                      <a:pt x="396" y="14190"/>
                      <a:pt x="459" y="14216"/>
                      <a:pt x="536" y="14216"/>
                    </a:cubicBezTo>
                    <a:cubicBezTo>
                      <a:pt x="702" y="14216"/>
                      <a:pt x="868" y="14113"/>
                      <a:pt x="944" y="13973"/>
                    </a:cubicBezTo>
                    <a:lnTo>
                      <a:pt x="6125" y="5143"/>
                    </a:lnTo>
                    <a:cubicBezTo>
                      <a:pt x="6317" y="4811"/>
                      <a:pt x="6087" y="4415"/>
                      <a:pt x="5717" y="4415"/>
                    </a:cubicBezTo>
                    <a:lnTo>
                      <a:pt x="4951" y="4415"/>
                    </a:lnTo>
                    <a:lnTo>
                      <a:pt x="6916" y="715"/>
                    </a:lnTo>
                    <a:cubicBezTo>
                      <a:pt x="6955" y="638"/>
                      <a:pt x="6980" y="562"/>
                      <a:pt x="6980" y="472"/>
                    </a:cubicBezTo>
                    <a:cubicBezTo>
                      <a:pt x="6980" y="217"/>
                      <a:pt x="6763" y="0"/>
                      <a:pt x="650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83" name="Google Shape;1483;p64"/>
            <p:cNvGrpSpPr/>
            <p:nvPr/>
          </p:nvGrpSpPr>
          <p:grpSpPr>
            <a:xfrm>
              <a:off x="8538621" y="623706"/>
              <a:ext cx="418034" cy="269443"/>
              <a:chOff x="1087650" y="1031275"/>
              <a:chExt cx="298000" cy="192075"/>
            </a:xfrm>
          </p:grpSpPr>
          <p:sp>
            <p:nvSpPr>
              <p:cNvPr id="1484" name="Google Shape;1484;p64"/>
              <p:cNvSpPr/>
              <p:nvPr/>
            </p:nvSpPr>
            <p:spPr>
              <a:xfrm>
                <a:off x="1094350" y="1037650"/>
                <a:ext cx="284275" cy="179975"/>
              </a:xfrm>
              <a:custGeom>
                <a:avLst/>
                <a:gdLst/>
                <a:ahLst/>
                <a:cxnLst/>
                <a:rect l="l" t="t" r="r" b="b"/>
                <a:pathLst>
                  <a:path w="11371" h="7199" extrusionOk="0">
                    <a:moveTo>
                      <a:pt x="5615" y="0"/>
                    </a:moveTo>
                    <a:cubicBezTo>
                      <a:pt x="4518" y="0"/>
                      <a:pt x="3574" y="664"/>
                      <a:pt x="2885" y="1902"/>
                    </a:cubicBezTo>
                    <a:cubicBezTo>
                      <a:pt x="2655" y="2297"/>
                      <a:pt x="2476" y="2603"/>
                      <a:pt x="2106" y="2795"/>
                    </a:cubicBezTo>
                    <a:cubicBezTo>
                      <a:pt x="1979" y="2871"/>
                      <a:pt x="1838" y="2935"/>
                      <a:pt x="1698" y="2999"/>
                    </a:cubicBezTo>
                    <a:cubicBezTo>
                      <a:pt x="1404" y="3114"/>
                      <a:pt x="1124" y="3267"/>
                      <a:pt x="868" y="3458"/>
                    </a:cubicBezTo>
                    <a:cubicBezTo>
                      <a:pt x="256" y="3918"/>
                      <a:pt x="1" y="4734"/>
                      <a:pt x="230" y="5475"/>
                    </a:cubicBezTo>
                    <a:cubicBezTo>
                      <a:pt x="447" y="6074"/>
                      <a:pt x="983" y="6495"/>
                      <a:pt x="1621" y="6559"/>
                    </a:cubicBezTo>
                    <a:lnTo>
                      <a:pt x="1749" y="6559"/>
                    </a:lnTo>
                    <a:cubicBezTo>
                      <a:pt x="2017" y="6546"/>
                      <a:pt x="2272" y="6508"/>
                      <a:pt x="2527" y="6432"/>
                    </a:cubicBezTo>
                    <a:cubicBezTo>
                      <a:pt x="2731" y="6381"/>
                      <a:pt x="2948" y="6342"/>
                      <a:pt x="3178" y="6330"/>
                    </a:cubicBezTo>
                    <a:cubicBezTo>
                      <a:pt x="3255" y="6330"/>
                      <a:pt x="3344" y="6342"/>
                      <a:pt x="3421" y="6355"/>
                    </a:cubicBezTo>
                    <a:cubicBezTo>
                      <a:pt x="3625" y="6432"/>
                      <a:pt x="3803" y="6521"/>
                      <a:pt x="3969" y="6649"/>
                    </a:cubicBezTo>
                    <a:cubicBezTo>
                      <a:pt x="4059" y="6712"/>
                      <a:pt x="4148" y="6763"/>
                      <a:pt x="4224" y="6814"/>
                    </a:cubicBezTo>
                    <a:cubicBezTo>
                      <a:pt x="4652" y="7059"/>
                      <a:pt x="5127" y="7198"/>
                      <a:pt x="5615" y="7198"/>
                    </a:cubicBezTo>
                    <a:cubicBezTo>
                      <a:pt x="5636" y="7198"/>
                      <a:pt x="5658" y="7198"/>
                      <a:pt x="5679" y="7197"/>
                    </a:cubicBezTo>
                    <a:cubicBezTo>
                      <a:pt x="5704" y="7198"/>
                      <a:pt x="5729" y="7198"/>
                      <a:pt x="5754" y="7198"/>
                    </a:cubicBezTo>
                    <a:cubicBezTo>
                      <a:pt x="6174" y="7198"/>
                      <a:pt x="6582" y="7097"/>
                      <a:pt x="6955" y="6917"/>
                    </a:cubicBezTo>
                    <a:cubicBezTo>
                      <a:pt x="7032" y="6878"/>
                      <a:pt x="7096" y="6840"/>
                      <a:pt x="7159" y="6802"/>
                    </a:cubicBezTo>
                    <a:cubicBezTo>
                      <a:pt x="7274" y="6738"/>
                      <a:pt x="7389" y="6674"/>
                      <a:pt x="7504" y="6636"/>
                    </a:cubicBezTo>
                    <a:cubicBezTo>
                      <a:pt x="7642" y="6583"/>
                      <a:pt x="7789" y="6556"/>
                      <a:pt x="7938" y="6556"/>
                    </a:cubicBezTo>
                    <a:cubicBezTo>
                      <a:pt x="7968" y="6556"/>
                      <a:pt x="7997" y="6557"/>
                      <a:pt x="8027" y="6559"/>
                    </a:cubicBezTo>
                    <a:cubicBezTo>
                      <a:pt x="8180" y="6559"/>
                      <a:pt x="8346" y="6572"/>
                      <a:pt x="8525" y="6585"/>
                    </a:cubicBezTo>
                    <a:cubicBezTo>
                      <a:pt x="8703" y="6598"/>
                      <a:pt x="8895" y="6623"/>
                      <a:pt x="9074" y="6623"/>
                    </a:cubicBezTo>
                    <a:cubicBezTo>
                      <a:pt x="9176" y="6623"/>
                      <a:pt x="9278" y="6610"/>
                      <a:pt x="9367" y="6598"/>
                    </a:cubicBezTo>
                    <a:cubicBezTo>
                      <a:pt x="10324" y="6495"/>
                      <a:pt x="11090" y="5755"/>
                      <a:pt x="11230" y="4798"/>
                    </a:cubicBezTo>
                    <a:cubicBezTo>
                      <a:pt x="11370" y="3841"/>
                      <a:pt x="10847" y="2910"/>
                      <a:pt x="9967" y="2527"/>
                    </a:cubicBezTo>
                    <a:cubicBezTo>
                      <a:pt x="9737" y="2438"/>
                      <a:pt x="9507" y="2361"/>
                      <a:pt x="9265" y="2323"/>
                    </a:cubicBezTo>
                    <a:cubicBezTo>
                      <a:pt x="8984" y="2272"/>
                      <a:pt x="8703" y="2170"/>
                      <a:pt x="8448" y="2029"/>
                    </a:cubicBezTo>
                    <a:cubicBezTo>
                      <a:pt x="8193" y="1825"/>
                      <a:pt x="7976" y="1583"/>
                      <a:pt x="7810" y="1289"/>
                    </a:cubicBezTo>
                    <a:cubicBezTo>
                      <a:pt x="7644" y="1021"/>
                      <a:pt x="7453" y="779"/>
                      <a:pt x="7223" y="562"/>
                    </a:cubicBezTo>
                    <a:cubicBezTo>
                      <a:pt x="6891" y="281"/>
                      <a:pt x="6483" y="102"/>
                      <a:pt x="6049" y="39"/>
                    </a:cubicBezTo>
                    <a:cubicBezTo>
                      <a:pt x="5909" y="13"/>
                      <a:pt x="5756" y="0"/>
                      <a:pt x="561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5" name="Google Shape;1485;p64"/>
              <p:cNvSpPr/>
              <p:nvPr/>
            </p:nvSpPr>
            <p:spPr>
              <a:xfrm>
                <a:off x="1087650" y="1031275"/>
                <a:ext cx="298000" cy="192075"/>
              </a:xfrm>
              <a:custGeom>
                <a:avLst/>
                <a:gdLst/>
                <a:ahLst/>
                <a:cxnLst/>
                <a:rect l="l" t="t" r="r" b="b"/>
                <a:pathLst>
                  <a:path w="11920" h="7683" extrusionOk="0">
                    <a:moveTo>
                      <a:pt x="5883" y="485"/>
                    </a:moveTo>
                    <a:lnTo>
                      <a:pt x="5883" y="498"/>
                    </a:lnTo>
                    <a:cubicBezTo>
                      <a:pt x="5921" y="494"/>
                      <a:pt x="5958" y="493"/>
                      <a:pt x="5994" y="493"/>
                    </a:cubicBezTo>
                    <a:cubicBezTo>
                      <a:pt x="6093" y="493"/>
                      <a:pt x="6189" y="505"/>
                      <a:pt x="6292" y="523"/>
                    </a:cubicBezTo>
                    <a:cubicBezTo>
                      <a:pt x="6675" y="574"/>
                      <a:pt x="7045" y="740"/>
                      <a:pt x="7338" y="995"/>
                    </a:cubicBezTo>
                    <a:cubicBezTo>
                      <a:pt x="7823" y="1416"/>
                      <a:pt x="8040" y="2118"/>
                      <a:pt x="8576" y="2476"/>
                    </a:cubicBezTo>
                    <a:cubicBezTo>
                      <a:pt x="9035" y="2782"/>
                      <a:pt x="9635" y="2782"/>
                      <a:pt x="10133" y="2986"/>
                    </a:cubicBezTo>
                    <a:cubicBezTo>
                      <a:pt x="11919" y="3752"/>
                      <a:pt x="11536" y="6393"/>
                      <a:pt x="9609" y="6610"/>
                    </a:cubicBezTo>
                    <a:cubicBezTo>
                      <a:pt x="9520" y="6623"/>
                      <a:pt x="9431" y="6623"/>
                      <a:pt x="9342" y="6623"/>
                    </a:cubicBezTo>
                    <a:cubicBezTo>
                      <a:pt x="8984" y="6623"/>
                      <a:pt x="8627" y="6559"/>
                      <a:pt x="8282" y="6559"/>
                    </a:cubicBezTo>
                    <a:cubicBezTo>
                      <a:pt x="8078" y="6559"/>
                      <a:pt x="7887" y="6585"/>
                      <a:pt x="7695" y="6648"/>
                    </a:cubicBezTo>
                    <a:cubicBezTo>
                      <a:pt x="7491" y="6738"/>
                      <a:pt x="7300" y="6840"/>
                      <a:pt x="7108" y="6942"/>
                    </a:cubicBezTo>
                    <a:cubicBezTo>
                      <a:pt x="6740" y="7126"/>
                      <a:pt x="6342" y="7216"/>
                      <a:pt x="5943" y="7216"/>
                    </a:cubicBezTo>
                    <a:cubicBezTo>
                      <a:pt x="5486" y="7216"/>
                      <a:pt x="5029" y="7097"/>
                      <a:pt x="4620" y="6865"/>
                    </a:cubicBezTo>
                    <a:cubicBezTo>
                      <a:pt x="4327" y="6687"/>
                      <a:pt x="4071" y="6470"/>
                      <a:pt x="3752" y="6380"/>
                    </a:cubicBezTo>
                    <a:cubicBezTo>
                      <a:pt x="3650" y="6355"/>
                      <a:pt x="3548" y="6342"/>
                      <a:pt x="3446" y="6342"/>
                    </a:cubicBezTo>
                    <a:cubicBezTo>
                      <a:pt x="2974" y="6342"/>
                      <a:pt x="2502" y="6572"/>
                      <a:pt x="2017" y="6572"/>
                    </a:cubicBezTo>
                    <a:lnTo>
                      <a:pt x="1902" y="6572"/>
                    </a:lnTo>
                    <a:cubicBezTo>
                      <a:pt x="1366" y="6508"/>
                      <a:pt x="907" y="6151"/>
                      <a:pt x="728" y="5640"/>
                    </a:cubicBezTo>
                    <a:cubicBezTo>
                      <a:pt x="524" y="5002"/>
                      <a:pt x="741" y="4288"/>
                      <a:pt x="1290" y="3892"/>
                    </a:cubicBezTo>
                    <a:cubicBezTo>
                      <a:pt x="1660" y="3599"/>
                      <a:pt x="2093" y="3471"/>
                      <a:pt x="2489" y="3254"/>
                    </a:cubicBezTo>
                    <a:cubicBezTo>
                      <a:pt x="2897" y="3024"/>
                      <a:pt x="3127" y="2667"/>
                      <a:pt x="3357" y="2259"/>
                    </a:cubicBezTo>
                    <a:cubicBezTo>
                      <a:pt x="3918" y="1263"/>
                      <a:pt x="4748" y="485"/>
                      <a:pt x="5883" y="485"/>
                    </a:cubicBezTo>
                    <a:close/>
                    <a:moveTo>
                      <a:pt x="5896" y="0"/>
                    </a:moveTo>
                    <a:lnTo>
                      <a:pt x="5883" y="13"/>
                    </a:lnTo>
                    <a:cubicBezTo>
                      <a:pt x="4697" y="13"/>
                      <a:pt x="3676" y="702"/>
                      <a:pt x="2948" y="2029"/>
                    </a:cubicBezTo>
                    <a:cubicBezTo>
                      <a:pt x="2731" y="2399"/>
                      <a:pt x="2566" y="2667"/>
                      <a:pt x="2272" y="2833"/>
                    </a:cubicBezTo>
                    <a:cubicBezTo>
                      <a:pt x="2144" y="2897"/>
                      <a:pt x="2004" y="2960"/>
                      <a:pt x="1864" y="3024"/>
                    </a:cubicBezTo>
                    <a:cubicBezTo>
                      <a:pt x="1558" y="3139"/>
                      <a:pt x="1264" y="3305"/>
                      <a:pt x="996" y="3509"/>
                    </a:cubicBezTo>
                    <a:cubicBezTo>
                      <a:pt x="294" y="4032"/>
                      <a:pt x="1" y="4951"/>
                      <a:pt x="269" y="5793"/>
                    </a:cubicBezTo>
                    <a:cubicBezTo>
                      <a:pt x="524" y="6482"/>
                      <a:pt x="1136" y="6967"/>
                      <a:pt x="1864" y="7031"/>
                    </a:cubicBezTo>
                    <a:lnTo>
                      <a:pt x="2030" y="7031"/>
                    </a:lnTo>
                    <a:cubicBezTo>
                      <a:pt x="2310" y="7031"/>
                      <a:pt x="2591" y="6980"/>
                      <a:pt x="2859" y="6916"/>
                    </a:cubicBezTo>
                    <a:cubicBezTo>
                      <a:pt x="3051" y="6853"/>
                      <a:pt x="3255" y="6827"/>
                      <a:pt x="3446" y="6814"/>
                    </a:cubicBezTo>
                    <a:cubicBezTo>
                      <a:pt x="3510" y="6814"/>
                      <a:pt x="3574" y="6814"/>
                      <a:pt x="3637" y="6840"/>
                    </a:cubicBezTo>
                    <a:cubicBezTo>
                      <a:pt x="3816" y="6891"/>
                      <a:pt x="3969" y="6980"/>
                      <a:pt x="4122" y="7095"/>
                    </a:cubicBezTo>
                    <a:cubicBezTo>
                      <a:pt x="4199" y="7146"/>
                      <a:pt x="4288" y="7210"/>
                      <a:pt x="4378" y="7261"/>
                    </a:cubicBezTo>
                    <a:cubicBezTo>
                      <a:pt x="4863" y="7541"/>
                      <a:pt x="5407" y="7682"/>
                      <a:pt x="5953" y="7682"/>
                    </a:cubicBezTo>
                    <a:cubicBezTo>
                      <a:pt x="6425" y="7682"/>
                      <a:pt x="6900" y="7576"/>
                      <a:pt x="7338" y="7363"/>
                    </a:cubicBezTo>
                    <a:cubicBezTo>
                      <a:pt x="7415" y="7325"/>
                      <a:pt x="7478" y="7286"/>
                      <a:pt x="7542" y="7248"/>
                    </a:cubicBezTo>
                    <a:cubicBezTo>
                      <a:pt x="7644" y="7184"/>
                      <a:pt x="7759" y="7133"/>
                      <a:pt x="7861" y="7095"/>
                    </a:cubicBezTo>
                    <a:cubicBezTo>
                      <a:pt x="7978" y="7053"/>
                      <a:pt x="8103" y="7028"/>
                      <a:pt x="8222" y="7028"/>
                    </a:cubicBezTo>
                    <a:cubicBezTo>
                      <a:pt x="8247" y="7028"/>
                      <a:pt x="8271" y="7029"/>
                      <a:pt x="8295" y="7031"/>
                    </a:cubicBezTo>
                    <a:cubicBezTo>
                      <a:pt x="8448" y="7031"/>
                      <a:pt x="8614" y="7044"/>
                      <a:pt x="8780" y="7057"/>
                    </a:cubicBezTo>
                    <a:cubicBezTo>
                      <a:pt x="8946" y="7069"/>
                      <a:pt x="9150" y="7095"/>
                      <a:pt x="9354" y="7095"/>
                    </a:cubicBezTo>
                    <a:cubicBezTo>
                      <a:pt x="9456" y="7095"/>
                      <a:pt x="9571" y="7082"/>
                      <a:pt x="9673" y="7069"/>
                    </a:cubicBezTo>
                    <a:cubicBezTo>
                      <a:pt x="10745" y="6955"/>
                      <a:pt x="11587" y="6125"/>
                      <a:pt x="11741" y="5066"/>
                    </a:cubicBezTo>
                    <a:cubicBezTo>
                      <a:pt x="11906" y="3994"/>
                      <a:pt x="11319" y="2960"/>
                      <a:pt x="10337" y="2539"/>
                    </a:cubicBezTo>
                    <a:cubicBezTo>
                      <a:pt x="10094" y="2437"/>
                      <a:pt x="9852" y="2374"/>
                      <a:pt x="9597" y="2322"/>
                    </a:cubicBezTo>
                    <a:cubicBezTo>
                      <a:pt x="9342" y="2271"/>
                      <a:pt x="9086" y="2195"/>
                      <a:pt x="8857" y="2067"/>
                    </a:cubicBezTo>
                    <a:cubicBezTo>
                      <a:pt x="8627" y="1876"/>
                      <a:pt x="8436" y="1646"/>
                      <a:pt x="8295" y="1391"/>
                    </a:cubicBezTo>
                    <a:cubicBezTo>
                      <a:pt x="8116" y="1110"/>
                      <a:pt x="7912" y="842"/>
                      <a:pt x="7670" y="613"/>
                    </a:cubicBezTo>
                    <a:cubicBezTo>
                      <a:pt x="7300" y="306"/>
                      <a:pt x="6853" y="102"/>
                      <a:pt x="6368" y="38"/>
                    </a:cubicBezTo>
                    <a:cubicBezTo>
                      <a:pt x="6215" y="13"/>
                      <a:pt x="6049" y="0"/>
                      <a:pt x="58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486" name="Google Shape;1486;p64"/>
          <p:cNvSpPr/>
          <p:nvPr/>
        </p:nvSpPr>
        <p:spPr>
          <a:xfrm>
            <a:off x="4933205" y="3566928"/>
            <a:ext cx="529124" cy="355525"/>
          </a:xfrm>
          <a:custGeom>
            <a:avLst/>
            <a:gdLst/>
            <a:ahLst/>
            <a:cxnLst/>
            <a:rect l="l" t="t" r="r" b="b"/>
            <a:pathLst>
              <a:path w="15441" h="10375" extrusionOk="0">
                <a:moveTo>
                  <a:pt x="8416" y="485"/>
                </a:moveTo>
                <a:lnTo>
                  <a:pt x="8416" y="485"/>
                </a:lnTo>
                <a:cubicBezTo>
                  <a:pt x="9128" y="487"/>
                  <a:pt x="9827" y="844"/>
                  <a:pt x="10145" y="1468"/>
                </a:cubicBezTo>
                <a:cubicBezTo>
                  <a:pt x="10209" y="1608"/>
                  <a:pt x="10272" y="1735"/>
                  <a:pt x="10349" y="1863"/>
                </a:cubicBezTo>
                <a:cubicBezTo>
                  <a:pt x="10732" y="2399"/>
                  <a:pt x="11561" y="2259"/>
                  <a:pt x="12161" y="2501"/>
                </a:cubicBezTo>
                <a:cubicBezTo>
                  <a:pt x="12773" y="2756"/>
                  <a:pt x="13118" y="3407"/>
                  <a:pt x="13246" y="4058"/>
                </a:cubicBezTo>
                <a:cubicBezTo>
                  <a:pt x="13271" y="4326"/>
                  <a:pt x="13322" y="4581"/>
                  <a:pt x="13386" y="4849"/>
                </a:cubicBezTo>
                <a:cubicBezTo>
                  <a:pt x="13654" y="5717"/>
                  <a:pt x="14586" y="6304"/>
                  <a:pt x="14739" y="7197"/>
                </a:cubicBezTo>
                <a:cubicBezTo>
                  <a:pt x="14892" y="8001"/>
                  <a:pt x="14611" y="8843"/>
                  <a:pt x="13731" y="9277"/>
                </a:cubicBezTo>
                <a:cubicBezTo>
                  <a:pt x="13003" y="9647"/>
                  <a:pt x="12072" y="9736"/>
                  <a:pt x="11255" y="9787"/>
                </a:cubicBezTo>
                <a:cubicBezTo>
                  <a:pt x="10285" y="9864"/>
                  <a:pt x="9443" y="9877"/>
                  <a:pt x="8460" y="9877"/>
                </a:cubicBezTo>
                <a:lnTo>
                  <a:pt x="8422" y="9877"/>
                </a:lnTo>
                <a:cubicBezTo>
                  <a:pt x="8097" y="9881"/>
                  <a:pt x="7773" y="9882"/>
                  <a:pt x="7449" y="9882"/>
                </a:cubicBezTo>
                <a:cubicBezTo>
                  <a:pt x="6668" y="9882"/>
                  <a:pt x="5889" y="9873"/>
                  <a:pt x="5104" y="9864"/>
                </a:cubicBezTo>
                <a:cubicBezTo>
                  <a:pt x="4959" y="9868"/>
                  <a:pt x="4814" y="9870"/>
                  <a:pt x="4669" y="9870"/>
                </a:cubicBezTo>
                <a:cubicBezTo>
                  <a:pt x="3822" y="9870"/>
                  <a:pt x="2983" y="9807"/>
                  <a:pt x="2144" y="9698"/>
                </a:cubicBezTo>
                <a:cubicBezTo>
                  <a:pt x="1761" y="9660"/>
                  <a:pt x="1404" y="9545"/>
                  <a:pt x="1072" y="9366"/>
                </a:cubicBezTo>
                <a:cubicBezTo>
                  <a:pt x="740" y="9175"/>
                  <a:pt x="523" y="8843"/>
                  <a:pt x="498" y="8460"/>
                </a:cubicBezTo>
                <a:cubicBezTo>
                  <a:pt x="498" y="8001"/>
                  <a:pt x="932" y="7618"/>
                  <a:pt x="1289" y="7337"/>
                </a:cubicBezTo>
                <a:cubicBezTo>
                  <a:pt x="1557" y="7133"/>
                  <a:pt x="1850" y="6929"/>
                  <a:pt x="2042" y="6636"/>
                </a:cubicBezTo>
                <a:cubicBezTo>
                  <a:pt x="2374" y="6151"/>
                  <a:pt x="2348" y="5474"/>
                  <a:pt x="2731" y="5015"/>
                </a:cubicBezTo>
                <a:cubicBezTo>
                  <a:pt x="3165" y="4492"/>
                  <a:pt x="3943" y="4454"/>
                  <a:pt x="4568" y="4186"/>
                </a:cubicBezTo>
                <a:cubicBezTo>
                  <a:pt x="4964" y="3994"/>
                  <a:pt x="5296" y="3713"/>
                  <a:pt x="5538" y="3343"/>
                </a:cubicBezTo>
                <a:cubicBezTo>
                  <a:pt x="5806" y="2935"/>
                  <a:pt x="5947" y="2463"/>
                  <a:pt x="6163" y="2029"/>
                </a:cubicBezTo>
                <a:cubicBezTo>
                  <a:pt x="6546" y="1289"/>
                  <a:pt x="7223" y="676"/>
                  <a:pt x="8039" y="523"/>
                </a:cubicBezTo>
                <a:cubicBezTo>
                  <a:pt x="8165" y="498"/>
                  <a:pt x="8290" y="485"/>
                  <a:pt x="8416" y="485"/>
                </a:cubicBezTo>
                <a:close/>
                <a:moveTo>
                  <a:pt x="8409" y="0"/>
                </a:moveTo>
                <a:lnTo>
                  <a:pt x="8422" y="13"/>
                </a:lnTo>
                <a:cubicBezTo>
                  <a:pt x="8392" y="10"/>
                  <a:pt x="8362" y="9"/>
                  <a:pt x="8332" y="9"/>
                </a:cubicBezTo>
                <a:cubicBezTo>
                  <a:pt x="8200" y="9"/>
                  <a:pt x="8073" y="30"/>
                  <a:pt x="7937" y="51"/>
                </a:cubicBezTo>
                <a:cubicBezTo>
                  <a:pt x="7031" y="230"/>
                  <a:pt x="6202" y="881"/>
                  <a:pt x="5730" y="1812"/>
                </a:cubicBezTo>
                <a:cubicBezTo>
                  <a:pt x="5628" y="1991"/>
                  <a:pt x="5551" y="2195"/>
                  <a:pt x="5474" y="2374"/>
                </a:cubicBezTo>
                <a:cubicBezTo>
                  <a:pt x="5385" y="2616"/>
                  <a:pt x="5270" y="2858"/>
                  <a:pt x="5130" y="3088"/>
                </a:cubicBezTo>
                <a:cubicBezTo>
                  <a:pt x="4938" y="3369"/>
                  <a:pt x="4670" y="3599"/>
                  <a:pt x="4351" y="3739"/>
                </a:cubicBezTo>
                <a:cubicBezTo>
                  <a:pt x="4160" y="3828"/>
                  <a:pt x="3969" y="3892"/>
                  <a:pt x="3764" y="3943"/>
                </a:cubicBezTo>
                <a:cubicBezTo>
                  <a:pt x="3292" y="4083"/>
                  <a:pt x="2744" y="4249"/>
                  <a:pt x="2361" y="4709"/>
                </a:cubicBezTo>
                <a:cubicBezTo>
                  <a:pt x="2131" y="5015"/>
                  <a:pt x="1965" y="5372"/>
                  <a:pt x="1876" y="5742"/>
                </a:cubicBezTo>
                <a:cubicBezTo>
                  <a:pt x="1825" y="5959"/>
                  <a:pt x="1748" y="6176"/>
                  <a:pt x="1633" y="6380"/>
                </a:cubicBezTo>
                <a:cubicBezTo>
                  <a:pt x="1493" y="6559"/>
                  <a:pt x="1314" y="6725"/>
                  <a:pt x="1123" y="6853"/>
                </a:cubicBezTo>
                <a:cubicBezTo>
                  <a:pt x="1072" y="6891"/>
                  <a:pt x="1021" y="6929"/>
                  <a:pt x="970" y="6980"/>
                </a:cubicBezTo>
                <a:cubicBezTo>
                  <a:pt x="651" y="7223"/>
                  <a:pt x="0" y="7746"/>
                  <a:pt x="13" y="8473"/>
                </a:cubicBezTo>
                <a:cubicBezTo>
                  <a:pt x="38" y="9022"/>
                  <a:pt x="345" y="9507"/>
                  <a:pt x="817" y="9787"/>
                </a:cubicBezTo>
                <a:cubicBezTo>
                  <a:pt x="1200" y="10004"/>
                  <a:pt x="1621" y="10145"/>
                  <a:pt x="2055" y="10183"/>
                </a:cubicBezTo>
                <a:cubicBezTo>
                  <a:pt x="2964" y="10310"/>
                  <a:pt x="3883" y="10364"/>
                  <a:pt x="4804" y="10364"/>
                </a:cubicBezTo>
                <a:cubicBezTo>
                  <a:pt x="4904" y="10364"/>
                  <a:pt x="5004" y="10363"/>
                  <a:pt x="5104" y="10362"/>
                </a:cubicBezTo>
                <a:cubicBezTo>
                  <a:pt x="6202" y="10374"/>
                  <a:pt x="7325" y="10374"/>
                  <a:pt x="8422" y="10374"/>
                </a:cubicBezTo>
                <a:lnTo>
                  <a:pt x="8460" y="10374"/>
                </a:lnTo>
                <a:cubicBezTo>
                  <a:pt x="9417" y="10374"/>
                  <a:pt x="10272" y="10362"/>
                  <a:pt x="11293" y="10285"/>
                </a:cubicBezTo>
                <a:cubicBezTo>
                  <a:pt x="12059" y="10234"/>
                  <a:pt x="13105" y="10145"/>
                  <a:pt x="13947" y="9724"/>
                </a:cubicBezTo>
                <a:cubicBezTo>
                  <a:pt x="14917" y="9252"/>
                  <a:pt x="15440" y="8167"/>
                  <a:pt x="15224" y="7120"/>
                </a:cubicBezTo>
                <a:cubicBezTo>
                  <a:pt x="15109" y="6521"/>
                  <a:pt x="14739" y="6049"/>
                  <a:pt x="14420" y="5653"/>
                </a:cubicBezTo>
                <a:cubicBezTo>
                  <a:pt x="14177" y="5372"/>
                  <a:pt x="13973" y="5053"/>
                  <a:pt x="13833" y="4709"/>
                </a:cubicBezTo>
                <a:cubicBezTo>
                  <a:pt x="13794" y="4568"/>
                  <a:pt x="13769" y="4415"/>
                  <a:pt x="13756" y="4262"/>
                </a:cubicBezTo>
                <a:cubicBezTo>
                  <a:pt x="13743" y="4160"/>
                  <a:pt x="13731" y="4071"/>
                  <a:pt x="13705" y="3969"/>
                </a:cubicBezTo>
                <a:cubicBezTo>
                  <a:pt x="13552" y="3063"/>
                  <a:pt x="13041" y="2348"/>
                  <a:pt x="12352" y="2067"/>
                </a:cubicBezTo>
                <a:cubicBezTo>
                  <a:pt x="12084" y="1965"/>
                  <a:pt x="11804" y="1901"/>
                  <a:pt x="11523" y="1863"/>
                </a:cubicBezTo>
                <a:cubicBezTo>
                  <a:pt x="11115" y="1799"/>
                  <a:pt x="10859" y="1748"/>
                  <a:pt x="10745" y="1595"/>
                </a:cubicBezTo>
                <a:cubicBezTo>
                  <a:pt x="10706" y="1531"/>
                  <a:pt x="10668" y="1468"/>
                  <a:pt x="10642" y="1404"/>
                </a:cubicBezTo>
                <a:cubicBezTo>
                  <a:pt x="10617" y="1353"/>
                  <a:pt x="10591" y="1302"/>
                  <a:pt x="10566" y="1251"/>
                </a:cubicBezTo>
                <a:cubicBezTo>
                  <a:pt x="10183" y="485"/>
                  <a:pt x="9341" y="0"/>
                  <a:pt x="840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87" name="Google Shape;1487;p64"/>
          <p:cNvGrpSpPr/>
          <p:nvPr/>
        </p:nvGrpSpPr>
        <p:grpSpPr>
          <a:xfrm>
            <a:off x="6805292" y="3960520"/>
            <a:ext cx="408469" cy="263277"/>
            <a:chOff x="1087650" y="1031275"/>
            <a:chExt cx="298000" cy="192075"/>
          </a:xfrm>
        </p:grpSpPr>
        <p:sp>
          <p:nvSpPr>
            <p:cNvPr id="1488" name="Google Shape;1488;p64"/>
            <p:cNvSpPr/>
            <p:nvPr/>
          </p:nvSpPr>
          <p:spPr>
            <a:xfrm>
              <a:off x="1094350" y="1037650"/>
              <a:ext cx="284275" cy="179975"/>
            </a:xfrm>
            <a:custGeom>
              <a:avLst/>
              <a:gdLst/>
              <a:ahLst/>
              <a:cxnLst/>
              <a:rect l="l" t="t" r="r" b="b"/>
              <a:pathLst>
                <a:path w="11371" h="7199" extrusionOk="0">
                  <a:moveTo>
                    <a:pt x="5615" y="0"/>
                  </a:moveTo>
                  <a:cubicBezTo>
                    <a:pt x="4518" y="0"/>
                    <a:pt x="3574" y="664"/>
                    <a:pt x="2885" y="1902"/>
                  </a:cubicBezTo>
                  <a:cubicBezTo>
                    <a:pt x="2655" y="2297"/>
                    <a:pt x="2476" y="2603"/>
                    <a:pt x="2106" y="2795"/>
                  </a:cubicBezTo>
                  <a:cubicBezTo>
                    <a:pt x="1979" y="2871"/>
                    <a:pt x="1838" y="2935"/>
                    <a:pt x="1698" y="2999"/>
                  </a:cubicBezTo>
                  <a:cubicBezTo>
                    <a:pt x="1404" y="3114"/>
                    <a:pt x="1124" y="3267"/>
                    <a:pt x="868" y="3458"/>
                  </a:cubicBezTo>
                  <a:cubicBezTo>
                    <a:pt x="256" y="3918"/>
                    <a:pt x="1" y="4734"/>
                    <a:pt x="230" y="5475"/>
                  </a:cubicBezTo>
                  <a:cubicBezTo>
                    <a:pt x="447" y="6074"/>
                    <a:pt x="983" y="6495"/>
                    <a:pt x="1621" y="6559"/>
                  </a:cubicBezTo>
                  <a:lnTo>
                    <a:pt x="1749" y="6559"/>
                  </a:lnTo>
                  <a:cubicBezTo>
                    <a:pt x="2017" y="6546"/>
                    <a:pt x="2272" y="6508"/>
                    <a:pt x="2527" y="6432"/>
                  </a:cubicBezTo>
                  <a:cubicBezTo>
                    <a:pt x="2731" y="6381"/>
                    <a:pt x="2948" y="6342"/>
                    <a:pt x="3178" y="6330"/>
                  </a:cubicBezTo>
                  <a:cubicBezTo>
                    <a:pt x="3255" y="6330"/>
                    <a:pt x="3344" y="6342"/>
                    <a:pt x="3421" y="6355"/>
                  </a:cubicBezTo>
                  <a:cubicBezTo>
                    <a:pt x="3625" y="6432"/>
                    <a:pt x="3803" y="6521"/>
                    <a:pt x="3969" y="6649"/>
                  </a:cubicBezTo>
                  <a:cubicBezTo>
                    <a:pt x="4059" y="6712"/>
                    <a:pt x="4148" y="6763"/>
                    <a:pt x="4224" y="6814"/>
                  </a:cubicBezTo>
                  <a:cubicBezTo>
                    <a:pt x="4652" y="7059"/>
                    <a:pt x="5127" y="7198"/>
                    <a:pt x="5615" y="7198"/>
                  </a:cubicBezTo>
                  <a:cubicBezTo>
                    <a:pt x="5636" y="7198"/>
                    <a:pt x="5658" y="7198"/>
                    <a:pt x="5679" y="7197"/>
                  </a:cubicBezTo>
                  <a:cubicBezTo>
                    <a:pt x="5704" y="7198"/>
                    <a:pt x="5729" y="7198"/>
                    <a:pt x="5754" y="7198"/>
                  </a:cubicBezTo>
                  <a:cubicBezTo>
                    <a:pt x="6174" y="7198"/>
                    <a:pt x="6582" y="7097"/>
                    <a:pt x="6955" y="6917"/>
                  </a:cubicBezTo>
                  <a:cubicBezTo>
                    <a:pt x="7032" y="6878"/>
                    <a:pt x="7096" y="6840"/>
                    <a:pt x="7159" y="6802"/>
                  </a:cubicBezTo>
                  <a:cubicBezTo>
                    <a:pt x="7274" y="6738"/>
                    <a:pt x="7389" y="6674"/>
                    <a:pt x="7504" y="6636"/>
                  </a:cubicBezTo>
                  <a:cubicBezTo>
                    <a:pt x="7642" y="6583"/>
                    <a:pt x="7789" y="6556"/>
                    <a:pt x="7938" y="6556"/>
                  </a:cubicBezTo>
                  <a:cubicBezTo>
                    <a:pt x="7968" y="6556"/>
                    <a:pt x="7997" y="6557"/>
                    <a:pt x="8027" y="6559"/>
                  </a:cubicBezTo>
                  <a:cubicBezTo>
                    <a:pt x="8180" y="6559"/>
                    <a:pt x="8346" y="6572"/>
                    <a:pt x="8525" y="6585"/>
                  </a:cubicBezTo>
                  <a:cubicBezTo>
                    <a:pt x="8703" y="6598"/>
                    <a:pt x="8895" y="6623"/>
                    <a:pt x="9074" y="6623"/>
                  </a:cubicBezTo>
                  <a:cubicBezTo>
                    <a:pt x="9176" y="6623"/>
                    <a:pt x="9278" y="6610"/>
                    <a:pt x="9367" y="6598"/>
                  </a:cubicBezTo>
                  <a:cubicBezTo>
                    <a:pt x="10324" y="6495"/>
                    <a:pt x="11090" y="5755"/>
                    <a:pt x="11230" y="4798"/>
                  </a:cubicBezTo>
                  <a:cubicBezTo>
                    <a:pt x="11370" y="3841"/>
                    <a:pt x="10847" y="2910"/>
                    <a:pt x="9967" y="2527"/>
                  </a:cubicBezTo>
                  <a:cubicBezTo>
                    <a:pt x="9737" y="2438"/>
                    <a:pt x="9507" y="2361"/>
                    <a:pt x="9265" y="2323"/>
                  </a:cubicBezTo>
                  <a:cubicBezTo>
                    <a:pt x="8984" y="2272"/>
                    <a:pt x="8703" y="2170"/>
                    <a:pt x="8448" y="2029"/>
                  </a:cubicBezTo>
                  <a:cubicBezTo>
                    <a:pt x="8193" y="1825"/>
                    <a:pt x="7976" y="1583"/>
                    <a:pt x="7810" y="1289"/>
                  </a:cubicBezTo>
                  <a:cubicBezTo>
                    <a:pt x="7644" y="1021"/>
                    <a:pt x="7453" y="779"/>
                    <a:pt x="7223" y="562"/>
                  </a:cubicBezTo>
                  <a:cubicBezTo>
                    <a:pt x="6891" y="281"/>
                    <a:pt x="6483" y="102"/>
                    <a:pt x="6049" y="39"/>
                  </a:cubicBezTo>
                  <a:cubicBezTo>
                    <a:pt x="5909" y="13"/>
                    <a:pt x="5756" y="0"/>
                    <a:pt x="561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64"/>
            <p:cNvSpPr/>
            <p:nvPr/>
          </p:nvSpPr>
          <p:spPr>
            <a:xfrm>
              <a:off x="1087650" y="1031275"/>
              <a:ext cx="298000" cy="192075"/>
            </a:xfrm>
            <a:custGeom>
              <a:avLst/>
              <a:gdLst/>
              <a:ahLst/>
              <a:cxnLst/>
              <a:rect l="l" t="t" r="r" b="b"/>
              <a:pathLst>
                <a:path w="11920" h="7683" extrusionOk="0">
                  <a:moveTo>
                    <a:pt x="5883" y="485"/>
                  </a:moveTo>
                  <a:lnTo>
                    <a:pt x="5883" y="498"/>
                  </a:lnTo>
                  <a:cubicBezTo>
                    <a:pt x="5921" y="494"/>
                    <a:pt x="5958" y="493"/>
                    <a:pt x="5994" y="493"/>
                  </a:cubicBezTo>
                  <a:cubicBezTo>
                    <a:pt x="6093" y="493"/>
                    <a:pt x="6189" y="505"/>
                    <a:pt x="6292" y="523"/>
                  </a:cubicBezTo>
                  <a:cubicBezTo>
                    <a:pt x="6675" y="574"/>
                    <a:pt x="7045" y="740"/>
                    <a:pt x="7338" y="995"/>
                  </a:cubicBezTo>
                  <a:cubicBezTo>
                    <a:pt x="7823" y="1416"/>
                    <a:pt x="8040" y="2118"/>
                    <a:pt x="8576" y="2476"/>
                  </a:cubicBezTo>
                  <a:cubicBezTo>
                    <a:pt x="9035" y="2782"/>
                    <a:pt x="9635" y="2782"/>
                    <a:pt x="10133" y="2986"/>
                  </a:cubicBezTo>
                  <a:cubicBezTo>
                    <a:pt x="11919" y="3752"/>
                    <a:pt x="11536" y="6393"/>
                    <a:pt x="9609" y="6610"/>
                  </a:cubicBezTo>
                  <a:cubicBezTo>
                    <a:pt x="9520" y="6623"/>
                    <a:pt x="9431" y="6623"/>
                    <a:pt x="9342" y="6623"/>
                  </a:cubicBezTo>
                  <a:cubicBezTo>
                    <a:pt x="8984" y="6623"/>
                    <a:pt x="8627" y="6559"/>
                    <a:pt x="8282" y="6559"/>
                  </a:cubicBezTo>
                  <a:cubicBezTo>
                    <a:pt x="8078" y="6559"/>
                    <a:pt x="7887" y="6585"/>
                    <a:pt x="7695" y="6648"/>
                  </a:cubicBezTo>
                  <a:cubicBezTo>
                    <a:pt x="7491" y="6738"/>
                    <a:pt x="7300" y="6840"/>
                    <a:pt x="7108" y="6942"/>
                  </a:cubicBezTo>
                  <a:cubicBezTo>
                    <a:pt x="6740" y="7126"/>
                    <a:pt x="6342" y="7216"/>
                    <a:pt x="5943" y="7216"/>
                  </a:cubicBezTo>
                  <a:cubicBezTo>
                    <a:pt x="5486" y="7216"/>
                    <a:pt x="5029" y="7097"/>
                    <a:pt x="4620" y="6865"/>
                  </a:cubicBezTo>
                  <a:cubicBezTo>
                    <a:pt x="4327" y="6687"/>
                    <a:pt x="4071" y="6470"/>
                    <a:pt x="3752" y="6380"/>
                  </a:cubicBezTo>
                  <a:cubicBezTo>
                    <a:pt x="3650" y="6355"/>
                    <a:pt x="3548" y="6342"/>
                    <a:pt x="3446" y="6342"/>
                  </a:cubicBezTo>
                  <a:cubicBezTo>
                    <a:pt x="2974" y="6342"/>
                    <a:pt x="2502" y="6572"/>
                    <a:pt x="2017" y="6572"/>
                  </a:cubicBezTo>
                  <a:lnTo>
                    <a:pt x="1902" y="6572"/>
                  </a:lnTo>
                  <a:cubicBezTo>
                    <a:pt x="1366" y="6508"/>
                    <a:pt x="907" y="6151"/>
                    <a:pt x="728" y="5640"/>
                  </a:cubicBezTo>
                  <a:cubicBezTo>
                    <a:pt x="524" y="5002"/>
                    <a:pt x="741" y="4288"/>
                    <a:pt x="1290" y="3892"/>
                  </a:cubicBezTo>
                  <a:cubicBezTo>
                    <a:pt x="1660" y="3599"/>
                    <a:pt x="2093" y="3471"/>
                    <a:pt x="2489" y="3254"/>
                  </a:cubicBezTo>
                  <a:cubicBezTo>
                    <a:pt x="2897" y="3024"/>
                    <a:pt x="3127" y="2667"/>
                    <a:pt x="3357" y="2259"/>
                  </a:cubicBezTo>
                  <a:cubicBezTo>
                    <a:pt x="3918" y="1263"/>
                    <a:pt x="4748" y="485"/>
                    <a:pt x="5883" y="485"/>
                  </a:cubicBezTo>
                  <a:close/>
                  <a:moveTo>
                    <a:pt x="5896" y="0"/>
                  </a:moveTo>
                  <a:lnTo>
                    <a:pt x="5883" y="13"/>
                  </a:lnTo>
                  <a:cubicBezTo>
                    <a:pt x="4697" y="13"/>
                    <a:pt x="3676" y="702"/>
                    <a:pt x="2948" y="2029"/>
                  </a:cubicBezTo>
                  <a:cubicBezTo>
                    <a:pt x="2731" y="2399"/>
                    <a:pt x="2566" y="2667"/>
                    <a:pt x="2272" y="2833"/>
                  </a:cubicBezTo>
                  <a:cubicBezTo>
                    <a:pt x="2144" y="2897"/>
                    <a:pt x="2004" y="2960"/>
                    <a:pt x="1864" y="3024"/>
                  </a:cubicBezTo>
                  <a:cubicBezTo>
                    <a:pt x="1558" y="3139"/>
                    <a:pt x="1264" y="3305"/>
                    <a:pt x="996" y="3509"/>
                  </a:cubicBezTo>
                  <a:cubicBezTo>
                    <a:pt x="294" y="4032"/>
                    <a:pt x="1" y="4951"/>
                    <a:pt x="269" y="5793"/>
                  </a:cubicBezTo>
                  <a:cubicBezTo>
                    <a:pt x="524" y="6482"/>
                    <a:pt x="1136" y="6967"/>
                    <a:pt x="1864" y="7031"/>
                  </a:cubicBezTo>
                  <a:lnTo>
                    <a:pt x="2030" y="7031"/>
                  </a:lnTo>
                  <a:cubicBezTo>
                    <a:pt x="2310" y="7031"/>
                    <a:pt x="2591" y="6980"/>
                    <a:pt x="2859" y="6916"/>
                  </a:cubicBezTo>
                  <a:cubicBezTo>
                    <a:pt x="3051" y="6853"/>
                    <a:pt x="3255" y="6827"/>
                    <a:pt x="3446" y="6814"/>
                  </a:cubicBezTo>
                  <a:cubicBezTo>
                    <a:pt x="3510" y="6814"/>
                    <a:pt x="3574" y="6814"/>
                    <a:pt x="3637" y="6840"/>
                  </a:cubicBezTo>
                  <a:cubicBezTo>
                    <a:pt x="3816" y="6891"/>
                    <a:pt x="3969" y="6980"/>
                    <a:pt x="4122" y="7095"/>
                  </a:cubicBezTo>
                  <a:cubicBezTo>
                    <a:pt x="4199" y="7146"/>
                    <a:pt x="4288" y="7210"/>
                    <a:pt x="4378" y="7261"/>
                  </a:cubicBezTo>
                  <a:cubicBezTo>
                    <a:pt x="4863" y="7541"/>
                    <a:pt x="5407" y="7682"/>
                    <a:pt x="5953" y="7682"/>
                  </a:cubicBezTo>
                  <a:cubicBezTo>
                    <a:pt x="6425" y="7682"/>
                    <a:pt x="6900" y="7576"/>
                    <a:pt x="7338" y="7363"/>
                  </a:cubicBezTo>
                  <a:cubicBezTo>
                    <a:pt x="7415" y="7325"/>
                    <a:pt x="7478" y="7286"/>
                    <a:pt x="7542" y="7248"/>
                  </a:cubicBezTo>
                  <a:cubicBezTo>
                    <a:pt x="7644" y="7184"/>
                    <a:pt x="7759" y="7133"/>
                    <a:pt x="7861" y="7095"/>
                  </a:cubicBezTo>
                  <a:cubicBezTo>
                    <a:pt x="7978" y="7053"/>
                    <a:pt x="8103" y="7028"/>
                    <a:pt x="8222" y="7028"/>
                  </a:cubicBezTo>
                  <a:cubicBezTo>
                    <a:pt x="8247" y="7028"/>
                    <a:pt x="8271" y="7029"/>
                    <a:pt x="8295" y="7031"/>
                  </a:cubicBezTo>
                  <a:cubicBezTo>
                    <a:pt x="8448" y="7031"/>
                    <a:pt x="8614" y="7044"/>
                    <a:pt x="8780" y="7057"/>
                  </a:cubicBezTo>
                  <a:cubicBezTo>
                    <a:pt x="8946" y="7069"/>
                    <a:pt x="9150" y="7095"/>
                    <a:pt x="9354" y="7095"/>
                  </a:cubicBezTo>
                  <a:cubicBezTo>
                    <a:pt x="9456" y="7095"/>
                    <a:pt x="9571" y="7082"/>
                    <a:pt x="9673" y="7069"/>
                  </a:cubicBezTo>
                  <a:cubicBezTo>
                    <a:pt x="10745" y="6955"/>
                    <a:pt x="11587" y="6125"/>
                    <a:pt x="11741" y="5066"/>
                  </a:cubicBezTo>
                  <a:cubicBezTo>
                    <a:pt x="11906" y="3994"/>
                    <a:pt x="11319" y="2960"/>
                    <a:pt x="10337" y="2539"/>
                  </a:cubicBezTo>
                  <a:cubicBezTo>
                    <a:pt x="10094" y="2437"/>
                    <a:pt x="9852" y="2374"/>
                    <a:pt x="9597" y="2322"/>
                  </a:cubicBezTo>
                  <a:cubicBezTo>
                    <a:pt x="9342" y="2271"/>
                    <a:pt x="9086" y="2195"/>
                    <a:pt x="8857" y="2067"/>
                  </a:cubicBezTo>
                  <a:cubicBezTo>
                    <a:pt x="8627" y="1876"/>
                    <a:pt x="8436" y="1646"/>
                    <a:pt x="8295" y="1391"/>
                  </a:cubicBezTo>
                  <a:cubicBezTo>
                    <a:pt x="8116" y="1110"/>
                    <a:pt x="7912" y="842"/>
                    <a:pt x="7670" y="613"/>
                  </a:cubicBezTo>
                  <a:cubicBezTo>
                    <a:pt x="7300" y="306"/>
                    <a:pt x="6853" y="102"/>
                    <a:pt x="6368" y="38"/>
                  </a:cubicBezTo>
                  <a:cubicBezTo>
                    <a:pt x="6215" y="13"/>
                    <a:pt x="6049" y="0"/>
                    <a:pt x="58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90" name="Google Shape;1490;p64"/>
          <p:cNvGrpSpPr/>
          <p:nvPr/>
        </p:nvGrpSpPr>
        <p:grpSpPr>
          <a:xfrm>
            <a:off x="5766745" y="1032903"/>
            <a:ext cx="529124" cy="355525"/>
            <a:chOff x="2493575" y="1248525"/>
            <a:chExt cx="386025" cy="259375"/>
          </a:xfrm>
        </p:grpSpPr>
        <p:sp>
          <p:nvSpPr>
            <p:cNvPr id="1491" name="Google Shape;1491;p64"/>
            <p:cNvSpPr/>
            <p:nvPr/>
          </p:nvSpPr>
          <p:spPr>
            <a:xfrm>
              <a:off x="2499950" y="1254550"/>
              <a:ext cx="372625" cy="246975"/>
            </a:xfrm>
            <a:custGeom>
              <a:avLst/>
              <a:gdLst/>
              <a:ahLst/>
              <a:cxnLst/>
              <a:rect l="l" t="t" r="r" b="b"/>
              <a:pathLst>
                <a:path w="14905" h="9879" extrusionOk="0">
                  <a:moveTo>
                    <a:pt x="8222" y="0"/>
                  </a:moveTo>
                  <a:cubicBezTo>
                    <a:pt x="8199" y="0"/>
                    <a:pt x="8177" y="1"/>
                    <a:pt x="8154" y="1"/>
                  </a:cubicBezTo>
                  <a:cubicBezTo>
                    <a:pt x="8014" y="1"/>
                    <a:pt x="7874" y="14"/>
                    <a:pt x="7733" y="40"/>
                  </a:cubicBezTo>
                  <a:cubicBezTo>
                    <a:pt x="6891" y="206"/>
                    <a:pt x="6125" y="805"/>
                    <a:pt x="5692" y="1673"/>
                  </a:cubicBezTo>
                  <a:cubicBezTo>
                    <a:pt x="5602" y="1852"/>
                    <a:pt x="5513" y="2043"/>
                    <a:pt x="5436" y="2222"/>
                  </a:cubicBezTo>
                  <a:cubicBezTo>
                    <a:pt x="5347" y="2477"/>
                    <a:pt x="5219" y="2732"/>
                    <a:pt x="5079" y="2962"/>
                  </a:cubicBezTo>
                  <a:cubicBezTo>
                    <a:pt x="4862" y="3294"/>
                    <a:pt x="4556" y="3549"/>
                    <a:pt x="4199" y="3715"/>
                  </a:cubicBezTo>
                  <a:cubicBezTo>
                    <a:pt x="3994" y="3804"/>
                    <a:pt x="3790" y="3868"/>
                    <a:pt x="3586" y="3932"/>
                  </a:cubicBezTo>
                  <a:cubicBezTo>
                    <a:pt x="3114" y="4059"/>
                    <a:pt x="2616" y="4213"/>
                    <a:pt x="2284" y="4608"/>
                  </a:cubicBezTo>
                  <a:cubicBezTo>
                    <a:pt x="2080" y="4889"/>
                    <a:pt x="1927" y="5221"/>
                    <a:pt x="1863" y="5565"/>
                  </a:cubicBezTo>
                  <a:cubicBezTo>
                    <a:pt x="1800" y="5808"/>
                    <a:pt x="1710" y="6037"/>
                    <a:pt x="1583" y="6267"/>
                  </a:cubicBezTo>
                  <a:cubicBezTo>
                    <a:pt x="1429" y="6471"/>
                    <a:pt x="1238" y="6650"/>
                    <a:pt x="1021" y="6790"/>
                  </a:cubicBezTo>
                  <a:lnTo>
                    <a:pt x="868" y="6905"/>
                  </a:lnTo>
                  <a:cubicBezTo>
                    <a:pt x="421" y="7262"/>
                    <a:pt x="0" y="7683"/>
                    <a:pt x="0" y="8219"/>
                  </a:cubicBezTo>
                  <a:cubicBezTo>
                    <a:pt x="26" y="8679"/>
                    <a:pt x="281" y="9100"/>
                    <a:pt x="689" y="9330"/>
                  </a:cubicBezTo>
                  <a:cubicBezTo>
                    <a:pt x="1047" y="9534"/>
                    <a:pt x="1429" y="9649"/>
                    <a:pt x="1838" y="9700"/>
                  </a:cubicBezTo>
                  <a:cubicBezTo>
                    <a:pt x="2735" y="9815"/>
                    <a:pt x="3642" y="9867"/>
                    <a:pt x="4550" y="9867"/>
                  </a:cubicBezTo>
                  <a:cubicBezTo>
                    <a:pt x="4650" y="9867"/>
                    <a:pt x="4749" y="9867"/>
                    <a:pt x="4849" y="9865"/>
                  </a:cubicBezTo>
                  <a:cubicBezTo>
                    <a:pt x="5959" y="9878"/>
                    <a:pt x="7070" y="9878"/>
                    <a:pt x="8167" y="9878"/>
                  </a:cubicBezTo>
                  <a:lnTo>
                    <a:pt x="8205" y="9878"/>
                  </a:lnTo>
                  <a:cubicBezTo>
                    <a:pt x="9162" y="9878"/>
                    <a:pt x="10017" y="9865"/>
                    <a:pt x="11013" y="9789"/>
                  </a:cubicBezTo>
                  <a:cubicBezTo>
                    <a:pt x="11766" y="9738"/>
                    <a:pt x="12786" y="9661"/>
                    <a:pt x="13590" y="9253"/>
                  </a:cubicBezTo>
                  <a:cubicBezTo>
                    <a:pt x="14471" y="8806"/>
                    <a:pt x="14905" y="7926"/>
                    <a:pt x="14726" y="6918"/>
                  </a:cubicBezTo>
                  <a:cubicBezTo>
                    <a:pt x="14624" y="6382"/>
                    <a:pt x="14292" y="5961"/>
                    <a:pt x="13973" y="5552"/>
                  </a:cubicBezTo>
                  <a:cubicBezTo>
                    <a:pt x="13718" y="5221"/>
                    <a:pt x="13463" y="4902"/>
                    <a:pt x="13361" y="4544"/>
                  </a:cubicBezTo>
                  <a:cubicBezTo>
                    <a:pt x="13310" y="4378"/>
                    <a:pt x="13284" y="4213"/>
                    <a:pt x="13259" y="4047"/>
                  </a:cubicBezTo>
                  <a:cubicBezTo>
                    <a:pt x="13246" y="3957"/>
                    <a:pt x="13233" y="3868"/>
                    <a:pt x="13220" y="3766"/>
                  </a:cubicBezTo>
                  <a:cubicBezTo>
                    <a:pt x="13067" y="2949"/>
                    <a:pt x="12621" y="2298"/>
                    <a:pt x="12008" y="2043"/>
                  </a:cubicBezTo>
                  <a:cubicBezTo>
                    <a:pt x="11753" y="1954"/>
                    <a:pt x="11498" y="1890"/>
                    <a:pt x="11230" y="1865"/>
                  </a:cubicBezTo>
                  <a:cubicBezTo>
                    <a:pt x="10821" y="1801"/>
                    <a:pt x="10477" y="1737"/>
                    <a:pt x="10298" y="1482"/>
                  </a:cubicBezTo>
                  <a:cubicBezTo>
                    <a:pt x="10247" y="1418"/>
                    <a:pt x="10209" y="1329"/>
                    <a:pt x="10171" y="1252"/>
                  </a:cubicBezTo>
                  <a:cubicBezTo>
                    <a:pt x="10145" y="1214"/>
                    <a:pt x="10132" y="1163"/>
                    <a:pt x="10107" y="1112"/>
                  </a:cubicBezTo>
                  <a:cubicBezTo>
                    <a:pt x="9722" y="429"/>
                    <a:pt x="9000" y="0"/>
                    <a:pt x="82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2" name="Google Shape;1492;p64"/>
            <p:cNvSpPr/>
            <p:nvPr/>
          </p:nvSpPr>
          <p:spPr>
            <a:xfrm>
              <a:off x="2493575" y="1248525"/>
              <a:ext cx="386025" cy="259375"/>
            </a:xfrm>
            <a:custGeom>
              <a:avLst/>
              <a:gdLst/>
              <a:ahLst/>
              <a:cxnLst/>
              <a:rect l="l" t="t" r="r" b="b"/>
              <a:pathLst>
                <a:path w="15441" h="10375" extrusionOk="0">
                  <a:moveTo>
                    <a:pt x="8416" y="485"/>
                  </a:moveTo>
                  <a:lnTo>
                    <a:pt x="8416" y="485"/>
                  </a:lnTo>
                  <a:cubicBezTo>
                    <a:pt x="9128" y="487"/>
                    <a:pt x="9827" y="844"/>
                    <a:pt x="10145" y="1468"/>
                  </a:cubicBezTo>
                  <a:cubicBezTo>
                    <a:pt x="10209" y="1608"/>
                    <a:pt x="10272" y="1735"/>
                    <a:pt x="10349" y="1863"/>
                  </a:cubicBezTo>
                  <a:cubicBezTo>
                    <a:pt x="10732" y="2399"/>
                    <a:pt x="11561" y="2259"/>
                    <a:pt x="12161" y="2501"/>
                  </a:cubicBezTo>
                  <a:cubicBezTo>
                    <a:pt x="12773" y="2756"/>
                    <a:pt x="13118" y="3407"/>
                    <a:pt x="13246" y="4058"/>
                  </a:cubicBezTo>
                  <a:cubicBezTo>
                    <a:pt x="13271" y="4326"/>
                    <a:pt x="13322" y="4581"/>
                    <a:pt x="13386" y="4849"/>
                  </a:cubicBezTo>
                  <a:cubicBezTo>
                    <a:pt x="13654" y="5717"/>
                    <a:pt x="14586" y="6304"/>
                    <a:pt x="14739" y="7197"/>
                  </a:cubicBezTo>
                  <a:cubicBezTo>
                    <a:pt x="14892" y="8001"/>
                    <a:pt x="14611" y="8843"/>
                    <a:pt x="13731" y="9277"/>
                  </a:cubicBezTo>
                  <a:cubicBezTo>
                    <a:pt x="13003" y="9647"/>
                    <a:pt x="12072" y="9736"/>
                    <a:pt x="11255" y="9787"/>
                  </a:cubicBezTo>
                  <a:cubicBezTo>
                    <a:pt x="10285" y="9864"/>
                    <a:pt x="9443" y="9877"/>
                    <a:pt x="8460" y="9877"/>
                  </a:cubicBezTo>
                  <a:lnTo>
                    <a:pt x="8422" y="9877"/>
                  </a:lnTo>
                  <a:cubicBezTo>
                    <a:pt x="8097" y="9881"/>
                    <a:pt x="7773" y="9882"/>
                    <a:pt x="7449" y="9882"/>
                  </a:cubicBezTo>
                  <a:cubicBezTo>
                    <a:pt x="6668" y="9882"/>
                    <a:pt x="5889" y="9873"/>
                    <a:pt x="5104" y="9864"/>
                  </a:cubicBezTo>
                  <a:cubicBezTo>
                    <a:pt x="4959" y="9868"/>
                    <a:pt x="4814" y="9870"/>
                    <a:pt x="4669" y="9870"/>
                  </a:cubicBezTo>
                  <a:cubicBezTo>
                    <a:pt x="3822" y="9870"/>
                    <a:pt x="2983" y="9807"/>
                    <a:pt x="2144" y="9698"/>
                  </a:cubicBezTo>
                  <a:cubicBezTo>
                    <a:pt x="1761" y="9660"/>
                    <a:pt x="1404" y="9545"/>
                    <a:pt x="1072" y="9366"/>
                  </a:cubicBezTo>
                  <a:cubicBezTo>
                    <a:pt x="740" y="9175"/>
                    <a:pt x="523" y="8843"/>
                    <a:pt x="498" y="8460"/>
                  </a:cubicBezTo>
                  <a:cubicBezTo>
                    <a:pt x="498" y="8001"/>
                    <a:pt x="932" y="7618"/>
                    <a:pt x="1289" y="7337"/>
                  </a:cubicBezTo>
                  <a:cubicBezTo>
                    <a:pt x="1557" y="7133"/>
                    <a:pt x="1850" y="6929"/>
                    <a:pt x="2042" y="6636"/>
                  </a:cubicBezTo>
                  <a:cubicBezTo>
                    <a:pt x="2374" y="6151"/>
                    <a:pt x="2348" y="5474"/>
                    <a:pt x="2731" y="5015"/>
                  </a:cubicBezTo>
                  <a:cubicBezTo>
                    <a:pt x="3165" y="4492"/>
                    <a:pt x="3943" y="4454"/>
                    <a:pt x="4568" y="4186"/>
                  </a:cubicBezTo>
                  <a:cubicBezTo>
                    <a:pt x="4964" y="3994"/>
                    <a:pt x="5296" y="3713"/>
                    <a:pt x="5538" y="3343"/>
                  </a:cubicBezTo>
                  <a:cubicBezTo>
                    <a:pt x="5806" y="2935"/>
                    <a:pt x="5947" y="2463"/>
                    <a:pt x="6163" y="2029"/>
                  </a:cubicBezTo>
                  <a:cubicBezTo>
                    <a:pt x="6546" y="1289"/>
                    <a:pt x="7223" y="676"/>
                    <a:pt x="8039" y="523"/>
                  </a:cubicBezTo>
                  <a:cubicBezTo>
                    <a:pt x="8165" y="498"/>
                    <a:pt x="8290" y="485"/>
                    <a:pt x="8416" y="485"/>
                  </a:cubicBezTo>
                  <a:close/>
                  <a:moveTo>
                    <a:pt x="8409" y="0"/>
                  </a:moveTo>
                  <a:lnTo>
                    <a:pt x="8422" y="13"/>
                  </a:lnTo>
                  <a:cubicBezTo>
                    <a:pt x="8392" y="10"/>
                    <a:pt x="8362" y="9"/>
                    <a:pt x="8332" y="9"/>
                  </a:cubicBezTo>
                  <a:cubicBezTo>
                    <a:pt x="8200" y="9"/>
                    <a:pt x="8073" y="30"/>
                    <a:pt x="7937" y="51"/>
                  </a:cubicBezTo>
                  <a:cubicBezTo>
                    <a:pt x="7031" y="230"/>
                    <a:pt x="6202" y="881"/>
                    <a:pt x="5730" y="1812"/>
                  </a:cubicBezTo>
                  <a:cubicBezTo>
                    <a:pt x="5628" y="1991"/>
                    <a:pt x="5551" y="2195"/>
                    <a:pt x="5474" y="2374"/>
                  </a:cubicBezTo>
                  <a:cubicBezTo>
                    <a:pt x="5385" y="2616"/>
                    <a:pt x="5270" y="2858"/>
                    <a:pt x="5130" y="3088"/>
                  </a:cubicBezTo>
                  <a:cubicBezTo>
                    <a:pt x="4938" y="3369"/>
                    <a:pt x="4670" y="3599"/>
                    <a:pt x="4351" y="3739"/>
                  </a:cubicBezTo>
                  <a:cubicBezTo>
                    <a:pt x="4160" y="3828"/>
                    <a:pt x="3969" y="3892"/>
                    <a:pt x="3764" y="3943"/>
                  </a:cubicBezTo>
                  <a:cubicBezTo>
                    <a:pt x="3292" y="4083"/>
                    <a:pt x="2744" y="4249"/>
                    <a:pt x="2361" y="4709"/>
                  </a:cubicBezTo>
                  <a:cubicBezTo>
                    <a:pt x="2131" y="5015"/>
                    <a:pt x="1965" y="5372"/>
                    <a:pt x="1876" y="5742"/>
                  </a:cubicBezTo>
                  <a:cubicBezTo>
                    <a:pt x="1825" y="5959"/>
                    <a:pt x="1748" y="6176"/>
                    <a:pt x="1633" y="6380"/>
                  </a:cubicBezTo>
                  <a:cubicBezTo>
                    <a:pt x="1493" y="6559"/>
                    <a:pt x="1314" y="6725"/>
                    <a:pt x="1123" y="6853"/>
                  </a:cubicBezTo>
                  <a:cubicBezTo>
                    <a:pt x="1072" y="6891"/>
                    <a:pt x="1021" y="6929"/>
                    <a:pt x="970" y="6980"/>
                  </a:cubicBezTo>
                  <a:cubicBezTo>
                    <a:pt x="651" y="7223"/>
                    <a:pt x="0" y="7746"/>
                    <a:pt x="13" y="8473"/>
                  </a:cubicBezTo>
                  <a:cubicBezTo>
                    <a:pt x="38" y="9022"/>
                    <a:pt x="345" y="9507"/>
                    <a:pt x="817" y="9787"/>
                  </a:cubicBezTo>
                  <a:cubicBezTo>
                    <a:pt x="1200" y="10004"/>
                    <a:pt x="1621" y="10145"/>
                    <a:pt x="2055" y="10183"/>
                  </a:cubicBezTo>
                  <a:cubicBezTo>
                    <a:pt x="2964" y="10310"/>
                    <a:pt x="3883" y="10364"/>
                    <a:pt x="4804" y="10364"/>
                  </a:cubicBezTo>
                  <a:cubicBezTo>
                    <a:pt x="4904" y="10364"/>
                    <a:pt x="5004" y="10363"/>
                    <a:pt x="5104" y="10362"/>
                  </a:cubicBezTo>
                  <a:cubicBezTo>
                    <a:pt x="6202" y="10374"/>
                    <a:pt x="7325" y="10374"/>
                    <a:pt x="8422" y="10374"/>
                  </a:cubicBezTo>
                  <a:lnTo>
                    <a:pt x="8460" y="10374"/>
                  </a:lnTo>
                  <a:cubicBezTo>
                    <a:pt x="9417" y="10374"/>
                    <a:pt x="10272" y="10362"/>
                    <a:pt x="11293" y="10285"/>
                  </a:cubicBezTo>
                  <a:cubicBezTo>
                    <a:pt x="12059" y="10234"/>
                    <a:pt x="13105" y="10145"/>
                    <a:pt x="13947" y="9724"/>
                  </a:cubicBezTo>
                  <a:cubicBezTo>
                    <a:pt x="14917" y="9252"/>
                    <a:pt x="15440" y="8167"/>
                    <a:pt x="15224" y="7120"/>
                  </a:cubicBezTo>
                  <a:cubicBezTo>
                    <a:pt x="15109" y="6521"/>
                    <a:pt x="14739" y="6049"/>
                    <a:pt x="14420" y="5653"/>
                  </a:cubicBezTo>
                  <a:cubicBezTo>
                    <a:pt x="14177" y="5372"/>
                    <a:pt x="13973" y="5053"/>
                    <a:pt x="13833" y="4709"/>
                  </a:cubicBezTo>
                  <a:cubicBezTo>
                    <a:pt x="13794" y="4568"/>
                    <a:pt x="13769" y="4415"/>
                    <a:pt x="13756" y="4262"/>
                  </a:cubicBezTo>
                  <a:cubicBezTo>
                    <a:pt x="13743" y="4160"/>
                    <a:pt x="13731" y="4071"/>
                    <a:pt x="13705" y="3969"/>
                  </a:cubicBezTo>
                  <a:cubicBezTo>
                    <a:pt x="13552" y="3063"/>
                    <a:pt x="13041" y="2348"/>
                    <a:pt x="12352" y="2067"/>
                  </a:cubicBezTo>
                  <a:cubicBezTo>
                    <a:pt x="12084" y="1965"/>
                    <a:pt x="11804" y="1901"/>
                    <a:pt x="11523" y="1863"/>
                  </a:cubicBezTo>
                  <a:cubicBezTo>
                    <a:pt x="11115" y="1799"/>
                    <a:pt x="10859" y="1748"/>
                    <a:pt x="10745" y="1595"/>
                  </a:cubicBezTo>
                  <a:cubicBezTo>
                    <a:pt x="10706" y="1531"/>
                    <a:pt x="10668" y="1468"/>
                    <a:pt x="10642" y="1404"/>
                  </a:cubicBezTo>
                  <a:cubicBezTo>
                    <a:pt x="10617" y="1353"/>
                    <a:pt x="10591" y="1302"/>
                    <a:pt x="10566" y="1251"/>
                  </a:cubicBezTo>
                  <a:cubicBezTo>
                    <a:pt x="10183" y="485"/>
                    <a:pt x="9341" y="0"/>
                    <a:pt x="840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93" name="Google Shape;1493;p64"/>
          <p:cNvSpPr/>
          <p:nvPr/>
        </p:nvSpPr>
        <p:spPr>
          <a:xfrm>
            <a:off x="7532595" y="1267555"/>
            <a:ext cx="408469" cy="263277"/>
          </a:xfrm>
          <a:custGeom>
            <a:avLst/>
            <a:gdLst/>
            <a:ahLst/>
            <a:cxnLst/>
            <a:rect l="l" t="t" r="r" b="b"/>
            <a:pathLst>
              <a:path w="11920" h="7683" extrusionOk="0">
                <a:moveTo>
                  <a:pt x="5883" y="485"/>
                </a:moveTo>
                <a:lnTo>
                  <a:pt x="5883" y="498"/>
                </a:lnTo>
                <a:cubicBezTo>
                  <a:pt x="5921" y="494"/>
                  <a:pt x="5958" y="493"/>
                  <a:pt x="5994" y="493"/>
                </a:cubicBezTo>
                <a:cubicBezTo>
                  <a:pt x="6093" y="493"/>
                  <a:pt x="6189" y="505"/>
                  <a:pt x="6292" y="523"/>
                </a:cubicBezTo>
                <a:cubicBezTo>
                  <a:pt x="6675" y="574"/>
                  <a:pt x="7045" y="740"/>
                  <a:pt x="7338" y="995"/>
                </a:cubicBezTo>
                <a:cubicBezTo>
                  <a:pt x="7823" y="1416"/>
                  <a:pt x="8040" y="2118"/>
                  <a:pt x="8576" y="2476"/>
                </a:cubicBezTo>
                <a:cubicBezTo>
                  <a:pt x="9035" y="2782"/>
                  <a:pt x="9635" y="2782"/>
                  <a:pt x="10133" y="2986"/>
                </a:cubicBezTo>
                <a:cubicBezTo>
                  <a:pt x="11919" y="3752"/>
                  <a:pt x="11536" y="6393"/>
                  <a:pt x="9609" y="6610"/>
                </a:cubicBezTo>
                <a:cubicBezTo>
                  <a:pt x="9520" y="6623"/>
                  <a:pt x="9431" y="6623"/>
                  <a:pt x="9342" y="6623"/>
                </a:cubicBezTo>
                <a:cubicBezTo>
                  <a:pt x="8984" y="6623"/>
                  <a:pt x="8627" y="6559"/>
                  <a:pt x="8282" y="6559"/>
                </a:cubicBezTo>
                <a:cubicBezTo>
                  <a:pt x="8078" y="6559"/>
                  <a:pt x="7887" y="6585"/>
                  <a:pt x="7695" y="6648"/>
                </a:cubicBezTo>
                <a:cubicBezTo>
                  <a:pt x="7491" y="6738"/>
                  <a:pt x="7300" y="6840"/>
                  <a:pt x="7108" y="6942"/>
                </a:cubicBezTo>
                <a:cubicBezTo>
                  <a:pt x="6740" y="7126"/>
                  <a:pt x="6342" y="7216"/>
                  <a:pt x="5943" y="7216"/>
                </a:cubicBezTo>
                <a:cubicBezTo>
                  <a:pt x="5486" y="7216"/>
                  <a:pt x="5029" y="7097"/>
                  <a:pt x="4620" y="6865"/>
                </a:cubicBezTo>
                <a:cubicBezTo>
                  <a:pt x="4327" y="6687"/>
                  <a:pt x="4071" y="6470"/>
                  <a:pt x="3752" y="6380"/>
                </a:cubicBezTo>
                <a:cubicBezTo>
                  <a:pt x="3650" y="6355"/>
                  <a:pt x="3548" y="6342"/>
                  <a:pt x="3446" y="6342"/>
                </a:cubicBezTo>
                <a:cubicBezTo>
                  <a:pt x="2974" y="6342"/>
                  <a:pt x="2502" y="6572"/>
                  <a:pt x="2017" y="6572"/>
                </a:cubicBezTo>
                <a:lnTo>
                  <a:pt x="1902" y="6572"/>
                </a:lnTo>
                <a:cubicBezTo>
                  <a:pt x="1366" y="6508"/>
                  <a:pt x="907" y="6151"/>
                  <a:pt x="728" y="5640"/>
                </a:cubicBezTo>
                <a:cubicBezTo>
                  <a:pt x="524" y="5002"/>
                  <a:pt x="741" y="4288"/>
                  <a:pt x="1290" y="3892"/>
                </a:cubicBezTo>
                <a:cubicBezTo>
                  <a:pt x="1660" y="3599"/>
                  <a:pt x="2093" y="3471"/>
                  <a:pt x="2489" y="3254"/>
                </a:cubicBezTo>
                <a:cubicBezTo>
                  <a:pt x="2897" y="3024"/>
                  <a:pt x="3127" y="2667"/>
                  <a:pt x="3357" y="2259"/>
                </a:cubicBezTo>
                <a:cubicBezTo>
                  <a:pt x="3918" y="1263"/>
                  <a:pt x="4748" y="485"/>
                  <a:pt x="5883" y="485"/>
                </a:cubicBezTo>
                <a:close/>
                <a:moveTo>
                  <a:pt x="5896" y="0"/>
                </a:moveTo>
                <a:lnTo>
                  <a:pt x="5883" y="13"/>
                </a:lnTo>
                <a:cubicBezTo>
                  <a:pt x="4697" y="13"/>
                  <a:pt x="3676" y="702"/>
                  <a:pt x="2948" y="2029"/>
                </a:cubicBezTo>
                <a:cubicBezTo>
                  <a:pt x="2731" y="2399"/>
                  <a:pt x="2566" y="2667"/>
                  <a:pt x="2272" y="2833"/>
                </a:cubicBezTo>
                <a:cubicBezTo>
                  <a:pt x="2144" y="2897"/>
                  <a:pt x="2004" y="2960"/>
                  <a:pt x="1864" y="3024"/>
                </a:cubicBezTo>
                <a:cubicBezTo>
                  <a:pt x="1558" y="3139"/>
                  <a:pt x="1264" y="3305"/>
                  <a:pt x="996" y="3509"/>
                </a:cubicBezTo>
                <a:cubicBezTo>
                  <a:pt x="294" y="4032"/>
                  <a:pt x="1" y="4951"/>
                  <a:pt x="269" y="5793"/>
                </a:cubicBezTo>
                <a:cubicBezTo>
                  <a:pt x="524" y="6482"/>
                  <a:pt x="1136" y="6967"/>
                  <a:pt x="1864" y="7031"/>
                </a:cubicBezTo>
                <a:lnTo>
                  <a:pt x="2030" y="7031"/>
                </a:lnTo>
                <a:cubicBezTo>
                  <a:pt x="2310" y="7031"/>
                  <a:pt x="2591" y="6980"/>
                  <a:pt x="2859" y="6916"/>
                </a:cubicBezTo>
                <a:cubicBezTo>
                  <a:pt x="3051" y="6853"/>
                  <a:pt x="3255" y="6827"/>
                  <a:pt x="3446" y="6814"/>
                </a:cubicBezTo>
                <a:cubicBezTo>
                  <a:pt x="3510" y="6814"/>
                  <a:pt x="3574" y="6814"/>
                  <a:pt x="3637" y="6840"/>
                </a:cubicBezTo>
                <a:cubicBezTo>
                  <a:pt x="3816" y="6891"/>
                  <a:pt x="3969" y="6980"/>
                  <a:pt x="4122" y="7095"/>
                </a:cubicBezTo>
                <a:cubicBezTo>
                  <a:pt x="4199" y="7146"/>
                  <a:pt x="4288" y="7210"/>
                  <a:pt x="4378" y="7261"/>
                </a:cubicBezTo>
                <a:cubicBezTo>
                  <a:pt x="4863" y="7541"/>
                  <a:pt x="5407" y="7682"/>
                  <a:pt x="5953" y="7682"/>
                </a:cubicBezTo>
                <a:cubicBezTo>
                  <a:pt x="6425" y="7682"/>
                  <a:pt x="6900" y="7576"/>
                  <a:pt x="7338" y="7363"/>
                </a:cubicBezTo>
                <a:cubicBezTo>
                  <a:pt x="7415" y="7325"/>
                  <a:pt x="7478" y="7286"/>
                  <a:pt x="7542" y="7248"/>
                </a:cubicBezTo>
                <a:cubicBezTo>
                  <a:pt x="7644" y="7184"/>
                  <a:pt x="7759" y="7133"/>
                  <a:pt x="7861" y="7095"/>
                </a:cubicBezTo>
                <a:cubicBezTo>
                  <a:pt x="7978" y="7053"/>
                  <a:pt x="8103" y="7028"/>
                  <a:pt x="8222" y="7028"/>
                </a:cubicBezTo>
                <a:cubicBezTo>
                  <a:pt x="8247" y="7028"/>
                  <a:pt x="8271" y="7029"/>
                  <a:pt x="8295" y="7031"/>
                </a:cubicBezTo>
                <a:cubicBezTo>
                  <a:pt x="8448" y="7031"/>
                  <a:pt x="8614" y="7044"/>
                  <a:pt x="8780" y="7057"/>
                </a:cubicBezTo>
                <a:cubicBezTo>
                  <a:pt x="8946" y="7069"/>
                  <a:pt x="9150" y="7095"/>
                  <a:pt x="9354" y="7095"/>
                </a:cubicBezTo>
                <a:cubicBezTo>
                  <a:pt x="9456" y="7095"/>
                  <a:pt x="9571" y="7082"/>
                  <a:pt x="9673" y="7069"/>
                </a:cubicBezTo>
                <a:cubicBezTo>
                  <a:pt x="10745" y="6955"/>
                  <a:pt x="11587" y="6125"/>
                  <a:pt x="11741" y="5066"/>
                </a:cubicBezTo>
                <a:cubicBezTo>
                  <a:pt x="11906" y="3994"/>
                  <a:pt x="11319" y="2960"/>
                  <a:pt x="10337" y="2539"/>
                </a:cubicBezTo>
                <a:cubicBezTo>
                  <a:pt x="10094" y="2437"/>
                  <a:pt x="9852" y="2374"/>
                  <a:pt x="9597" y="2322"/>
                </a:cubicBezTo>
                <a:cubicBezTo>
                  <a:pt x="9342" y="2271"/>
                  <a:pt x="9086" y="2195"/>
                  <a:pt x="8857" y="2067"/>
                </a:cubicBezTo>
                <a:cubicBezTo>
                  <a:pt x="8627" y="1876"/>
                  <a:pt x="8436" y="1646"/>
                  <a:pt x="8295" y="1391"/>
                </a:cubicBezTo>
                <a:cubicBezTo>
                  <a:pt x="8116" y="1110"/>
                  <a:pt x="7912" y="842"/>
                  <a:pt x="7670" y="613"/>
                </a:cubicBezTo>
                <a:cubicBezTo>
                  <a:pt x="7300" y="306"/>
                  <a:pt x="6853" y="102"/>
                  <a:pt x="6368" y="38"/>
                </a:cubicBezTo>
                <a:cubicBezTo>
                  <a:pt x="6215" y="13"/>
                  <a:pt x="6049" y="0"/>
                  <a:pt x="58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94" name="Google Shape;1494;p64"/>
          <p:cNvGrpSpPr/>
          <p:nvPr/>
        </p:nvGrpSpPr>
        <p:grpSpPr>
          <a:xfrm>
            <a:off x="4933190" y="2723328"/>
            <a:ext cx="239221" cy="487147"/>
            <a:chOff x="1925725" y="1035100"/>
            <a:chExt cx="174525" cy="355400"/>
          </a:xfrm>
        </p:grpSpPr>
        <p:sp>
          <p:nvSpPr>
            <p:cNvPr id="1495" name="Google Shape;1495;p64"/>
            <p:cNvSpPr/>
            <p:nvPr/>
          </p:nvSpPr>
          <p:spPr>
            <a:xfrm>
              <a:off x="1932400" y="1041150"/>
              <a:ext cx="163375" cy="343300"/>
            </a:xfrm>
            <a:custGeom>
              <a:avLst/>
              <a:gdLst/>
              <a:ahLst/>
              <a:cxnLst/>
              <a:rect l="l" t="t" r="r" b="b"/>
              <a:pathLst>
                <a:path w="6535" h="13732" extrusionOk="0">
                  <a:moveTo>
                    <a:pt x="3829" y="1"/>
                  </a:moveTo>
                  <a:cubicBezTo>
                    <a:pt x="3740" y="1"/>
                    <a:pt x="3651" y="52"/>
                    <a:pt x="3612" y="141"/>
                  </a:cubicBezTo>
                  <a:lnTo>
                    <a:pt x="690" y="6700"/>
                  </a:lnTo>
                  <a:cubicBezTo>
                    <a:pt x="614" y="6866"/>
                    <a:pt x="728" y="7044"/>
                    <a:pt x="907" y="7044"/>
                  </a:cubicBezTo>
                  <a:lnTo>
                    <a:pt x="2400" y="7044"/>
                  </a:lnTo>
                  <a:lnTo>
                    <a:pt x="52" y="13412"/>
                  </a:lnTo>
                  <a:cubicBezTo>
                    <a:pt x="1" y="13527"/>
                    <a:pt x="52" y="13655"/>
                    <a:pt x="167" y="13718"/>
                  </a:cubicBezTo>
                  <a:cubicBezTo>
                    <a:pt x="205" y="13731"/>
                    <a:pt x="231" y="13731"/>
                    <a:pt x="269" y="13731"/>
                  </a:cubicBezTo>
                  <a:cubicBezTo>
                    <a:pt x="358" y="13731"/>
                    <a:pt x="435" y="13693"/>
                    <a:pt x="473" y="13616"/>
                  </a:cubicBezTo>
                  <a:lnTo>
                    <a:pt x="5667" y="4773"/>
                  </a:lnTo>
                  <a:cubicBezTo>
                    <a:pt x="5756" y="4620"/>
                    <a:pt x="5641" y="4416"/>
                    <a:pt x="5463" y="4416"/>
                  </a:cubicBezTo>
                  <a:lnTo>
                    <a:pt x="4289" y="4416"/>
                  </a:lnTo>
                  <a:lnTo>
                    <a:pt x="6458" y="358"/>
                  </a:lnTo>
                  <a:cubicBezTo>
                    <a:pt x="6534" y="192"/>
                    <a:pt x="6420" y="1"/>
                    <a:pt x="624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6" name="Google Shape;1496;p64"/>
            <p:cNvSpPr/>
            <p:nvPr/>
          </p:nvSpPr>
          <p:spPr>
            <a:xfrm>
              <a:off x="1925725" y="1035100"/>
              <a:ext cx="174525" cy="355400"/>
            </a:xfrm>
            <a:custGeom>
              <a:avLst/>
              <a:gdLst/>
              <a:ahLst/>
              <a:cxnLst/>
              <a:rect l="l" t="t" r="r" b="b"/>
              <a:pathLst>
                <a:path w="6981" h="14216" extrusionOk="0">
                  <a:moveTo>
                    <a:pt x="6508" y="472"/>
                  </a:moveTo>
                  <a:lnTo>
                    <a:pt x="6508" y="485"/>
                  </a:lnTo>
                  <a:lnTo>
                    <a:pt x="4160" y="4900"/>
                  </a:lnTo>
                  <a:lnTo>
                    <a:pt x="5730" y="4900"/>
                  </a:lnTo>
                  <a:lnTo>
                    <a:pt x="536" y="13743"/>
                  </a:lnTo>
                  <a:lnTo>
                    <a:pt x="2999" y="7044"/>
                  </a:lnTo>
                  <a:lnTo>
                    <a:pt x="1174" y="7044"/>
                  </a:lnTo>
                  <a:lnTo>
                    <a:pt x="4096" y="472"/>
                  </a:lnTo>
                  <a:close/>
                  <a:moveTo>
                    <a:pt x="4096" y="0"/>
                  </a:moveTo>
                  <a:cubicBezTo>
                    <a:pt x="3918" y="0"/>
                    <a:pt x="3739" y="115"/>
                    <a:pt x="3662" y="281"/>
                  </a:cubicBezTo>
                  <a:lnTo>
                    <a:pt x="740" y="6840"/>
                  </a:lnTo>
                  <a:cubicBezTo>
                    <a:pt x="600" y="7159"/>
                    <a:pt x="829" y="7516"/>
                    <a:pt x="1174" y="7516"/>
                  </a:cubicBezTo>
                  <a:lnTo>
                    <a:pt x="2322" y="7516"/>
                  </a:lnTo>
                  <a:lnTo>
                    <a:pt x="89" y="13565"/>
                  </a:lnTo>
                  <a:cubicBezTo>
                    <a:pt x="0" y="13794"/>
                    <a:pt x="102" y="14062"/>
                    <a:pt x="332" y="14164"/>
                  </a:cubicBezTo>
                  <a:cubicBezTo>
                    <a:pt x="396" y="14190"/>
                    <a:pt x="459" y="14216"/>
                    <a:pt x="536" y="14216"/>
                  </a:cubicBezTo>
                  <a:cubicBezTo>
                    <a:pt x="702" y="14216"/>
                    <a:pt x="868" y="14113"/>
                    <a:pt x="944" y="13973"/>
                  </a:cubicBezTo>
                  <a:lnTo>
                    <a:pt x="6125" y="5143"/>
                  </a:lnTo>
                  <a:cubicBezTo>
                    <a:pt x="6317" y="4811"/>
                    <a:pt x="6087" y="4415"/>
                    <a:pt x="5717" y="4415"/>
                  </a:cubicBezTo>
                  <a:lnTo>
                    <a:pt x="4951" y="4415"/>
                  </a:lnTo>
                  <a:lnTo>
                    <a:pt x="6916" y="715"/>
                  </a:lnTo>
                  <a:cubicBezTo>
                    <a:pt x="6955" y="638"/>
                    <a:pt x="6980" y="562"/>
                    <a:pt x="6980" y="472"/>
                  </a:cubicBezTo>
                  <a:cubicBezTo>
                    <a:pt x="6980" y="217"/>
                    <a:pt x="6763" y="0"/>
                    <a:pt x="650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97" name="Google Shape;1497;p64"/>
          <p:cNvGrpSpPr/>
          <p:nvPr/>
        </p:nvGrpSpPr>
        <p:grpSpPr>
          <a:xfrm>
            <a:off x="6647690" y="901278"/>
            <a:ext cx="239221" cy="487147"/>
            <a:chOff x="1925725" y="1035100"/>
            <a:chExt cx="174525" cy="355400"/>
          </a:xfrm>
        </p:grpSpPr>
        <p:sp>
          <p:nvSpPr>
            <p:cNvPr id="1498" name="Google Shape;1498;p64"/>
            <p:cNvSpPr/>
            <p:nvPr/>
          </p:nvSpPr>
          <p:spPr>
            <a:xfrm>
              <a:off x="1932400" y="1041150"/>
              <a:ext cx="163375" cy="343300"/>
            </a:xfrm>
            <a:custGeom>
              <a:avLst/>
              <a:gdLst/>
              <a:ahLst/>
              <a:cxnLst/>
              <a:rect l="l" t="t" r="r" b="b"/>
              <a:pathLst>
                <a:path w="6535" h="13732" extrusionOk="0">
                  <a:moveTo>
                    <a:pt x="3829" y="1"/>
                  </a:moveTo>
                  <a:cubicBezTo>
                    <a:pt x="3740" y="1"/>
                    <a:pt x="3651" y="52"/>
                    <a:pt x="3612" y="141"/>
                  </a:cubicBezTo>
                  <a:lnTo>
                    <a:pt x="690" y="6700"/>
                  </a:lnTo>
                  <a:cubicBezTo>
                    <a:pt x="614" y="6866"/>
                    <a:pt x="728" y="7044"/>
                    <a:pt x="907" y="7044"/>
                  </a:cubicBezTo>
                  <a:lnTo>
                    <a:pt x="2400" y="7044"/>
                  </a:lnTo>
                  <a:lnTo>
                    <a:pt x="52" y="13412"/>
                  </a:lnTo>
                  <a:cubicBezTo>
                    <a:pt x="1" y="13527"/>
                    <a:pt x="52" y="13655"/>
                    <a:pt x="167" y="13718"/>
                  </a:cubicBezTo>
                  <a:cubicBezTo>
                    <a:pt x="205" y="13731"/>
                    <a:pt x="231" y="13731"/>
                    <a:pt x="269" y="13731"/>
                  </a:cubicBezTo>
                  <a:cubicBezTo>
                    <a:pt x="358" y="13731"/>
                    <a:pt x="435" y="13693"/>
                    <a:pt x="473" y="13616"/>
                  </a:cubicBezTo>
                  <a:lnTo>
                    <a:pt x="5667" y="4773"/>
                  </a:lnTo>
                  <a:cubicBezTo>
                    <a:pt x="5756" y="4620"/>
                    <a:pt x="5641" y="4416"/>
                    <a:pt x="5463" y="4416"/>
                  </a:cubicBezTo>
                  <a:lnTo>
                    <a:pt x="4289" y="4416"/>
                  </a:lnTo>
                  <a:lnTo>
                    <a:pt x="6458" y="358"/>
                  </a:lnTo>
                  <a:cubicBezTo>
                    <a:pt x="6534" y="192"/>
                    <a:pt x="6420" y="1"/>
                    <a:pt x="624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9" name="Google Shape;1499;p64"/>
            <p:cNvSpPr/>
            <p:nvPr/>
          </p:nvSpPr>
          <p:spPr>
            <a:xfrm>
              <a:off x="1925725" y="1035100"/>
              <a:ext cx="174525" cy="355400"/>
            </a:xfrm>
            <a:custGeom>
              <a:avLst/>
              <a:gdLst/>
              <a:ahLst/>
              <a:cxnLst/>
              <a:rect l="l" t="t" r="r" b="b"/>
              <a:pathLst>
                <a:path w="6981" h="14216" extrusionOk="0">
                  <a:moveTo>
                    <a:pt x="6508" y="472"/>
                  </a:moveTo>
                  <a:lnTo>
                    <a:pt x="6508" y="485"/>
                  </a:lnTo>
                  <a:lnTo>
                    <a:pt x="4160" y="4900"/>
                  </a:lnTo>
                  <a:lnTo>
                    <a:pt x="5730" y="4900"/>
                  </a:lnTo>
                  <a:lnTo>
                    <a:pt x="536" y="13743"/>
                  </a:lnTo>
                  <a:lnTo>
                    <a:pt x="2999" y="7044"/>
                  </a:lnTo>
                  <a:lnTo>
                    <a:pt x="1174" y="7044"/>
                  </a:lnTo>
                  <a:lnTo>
                    <a:pt x="4096" y="472"/>
                  </a:lnTo>
                  <a:close/>
                  <a:moveTo>
                    <a:pt x="4096" y="0"/>
                  </a:moveTo>
                  <a:cubicBezTo>
                    <a:pt x="3918" y="0"/>
                    <a:pt x="3739" y="115"/>
                    <a:pt x="3662" y="281"/>
                  </a:cubicBezTo>
                  <a:lnTo>
                    <a:pt x="740" y="6840"/>
                  </a:lnTo>
                  <a:cubicBezTo>
                    <a:pt x="600" y="7159"/>
                    <a:pt x="829" y="7516"/>
                    <a:pt x="1174" y="7516"/>
                  </a:cubicBezTo>
                  <a:lnTo>
                    <a:pt x="2322" y="7516"/>
                  </a:lnTo>
                  <a:lnTo>
                    <a:pt x="89" y="13565"/>
                  </a:lnTo>
                  <a:cubicBezTo>
                    <a:pt x="0" y="13794"/>
                    <a:pt x="102" y="14062"/>
                    <a:pt x="332" y="14164"/>
                  </a:cubicBezTo>
                  <a:cubicBezTo>
                    <a:pt x="396" y="14190"/>
                    <a:pt x="459" y="14216"/>
                    <a:pt x="536" y="14216"/>
                  </a:cubicBezTo>
                  <a:cubicBezTo>
                    <a:pt x="702" y="14216"/>
                    <a:pt x="868" y="14113"/>
                    <a:pt x="944" y="13973"/>
                  </a:cubicBezTo>
                  <a:lnTo>
                    <a:pt x="6125" y="5143"/>
                  </a:lnTo>
                  <a:cubicBezTo>
                    <a:pt x="6317" y="4811"/>
                    <a:pt x="6087" y="4415"/>
                    <a:pt x="5717" y="4415"/>
                  </a:cubicBezTo>
                  <a:lnTo>
                    <a:pt x="4951" y="4415"/>
                  </a:lnTo>
                  <a:lnTo>
                    <a:pt x="6916" y="715"/>
                  </a:lnTo>
                  <a:cubicBezTo>
                    <a:pt x="6955" y="638"/>
                    <a:pt x="6980" y="562"/>
                    <a:pt x="6980" y="472"/>
                  </a:cubicBezTo>
                  <a:cubicBezTo>
                    <a:pt x="6980" y="217"/>
                    <a:pt x="6763" y="0"/>
                    <a:pt x="650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00" name="Google Shape;1500;p64"/>
          <p:cNvSpPr/>
          <p:nvPr/>
        </p:nvSpPr>
        <p:spPr>
          <a:xfrm>
            <a:off x="4993520" y="1530830"/>
            <a:ext cx="408469" cy="263277"/>
          </a:xfrm>
          <a:custGeom>
            <a:avLst/>
            <a:gdLst/>
            <a:ahLst/>
            <a:cxnLst/>
            <a:rect l="l" t="t" r="r" b="b"/>
            <a:pathLst>
              <a:path w="11920" h="7683" extrusionOk="0">
                <a:moveTo>
                  <a:pt x="5883" y="485"/>
                </a:moveTo>
                <a:lnTo>
                  <a:pt x="5883" y="498"/>
                </a:lnTo>
                <a:cubicBezTo>
                  <a:pt x="5921" y="494"/>
                  <a:pt x="5958" y="493"/>
                  <a:pt x="5994" y="493"/>
                </a:cubicBezTo>
                <a:cubicBezTo>
                  <a:pt x="6093" y="493"/>
                  <a:pt x="6189" y="505"/>
                  <a:pt x="6292" y="523"/>
                </a:cubicBezTo>
                <a:cubicBezTo>
                  <a:pt x="6675" y="574"/>
                  <a:pt x="7045" y="740"/>
                  <a:pt x="7338" y="995"/>
                </a:cubicBezTo>
                <a:cubicBezTo>
                  <a:pt x="7823" y="1416"/>
                  <a:pt x="8040" y="2118"/>
                  <a:pt x="8576" y="2476"/>
                </a:cubicBezTo>
                <a:cubicBezTo>
                  <a:pt x="9035" y="2782"/>
                  <a:pt x="9635" y="2782"/>
                  <a:pt x="10133" y="2986"/>
                </a:cubicBezTo>
                <a:cubicBezTo>
                  <a:pt x="11919" y="3752"/>
                  <a:pt x="11536" y="6393"/>
                  <a:pt x="9609" y="6610"/>
                </a:cubicBezTo>
                <a:cubicBezTo>
                  <a:pt x="9520" y="6623"/>
                  <a:pt x="9431" y="6623"/>
                  <a:pt x="9342" y="6623"/>
                </a:cubicBezTo>
                <a:cubicBezTo>
                  <a:pt x="8984" y="6623"/>
                  <a:pt x="8627" y="6559"/>
                  <a:pt x="8282" y="6559"/>
                </a:cubicBezTo>
                <a:cubicBezTo>
                  <a:pt x="8078" y="6559"/>
                  <a:pt x="7887" y="6585"/>
                  <a:pt x="7695" y="6648"/>
                </a:cubicBezTo>
                <a:cubicBezTo>
                  <a:pt x="7491" y="6738"/>
                  <a:pt x="7300" y="6840"/>
                  <a:pt x="7108" y="6942"/>
                </a:cubicBezTo>
                <a:cubicBezTo>
                  <a:pt x="6740" y="7126"/>
                  <a:pt x="6342" y="7216"/>
                  <a:pt x="5943" y="7216"/>
                </a:cubicBezTo>
                <a:cubicBezTo>
                  <a:pt x="5486" y="7216"/>
                  <a:pt x="5029" y="7097"/>
                  <a:pt x="4620" y="6865"/>
                </a:cubicBezTo>
                <a:cubicBezTo>
                  <a:pt x="4327" y="6687"/>
                  <a:pt x="4071" y="6470"/>
                  <a:pt x="3752" y="6380"/>
                </a:cubicBezTo>
                <a:cubicBezTo>
                  <a:pt x="3650" y="6355"/>
                  <a:pt x="3548" y="6342"/>
                  <a:pt x="3446" y="6342"/>
                </a:cubicBezTo>
                <a:cubicBezTo>
                  <a:pt x="2974" y="6342"/>
                  <a:pt x="2502" y="6572"/>
                  <a:pt x="2017" y="6572"/>
                </a:cubicBezTo>
                <a:lnTo>
                  <a:pt x="1902" y="6572"/>
                </a:lnTo>
                <a:cubicBezTo>
                  <a:pt x="1366" y="6508"/>
                  <a:pt x="907" y="6151"/>
                  <a:pt x="728" y="5640"/>
                </a:cubicBezTo>
                <a:cubicBezTo>
                  <a:pt x="524" y="5002"/>
                  <a:pt x="741" y="4288"/>
                  <a:pt x="1290" y="3892"/>
                </a:cubicBezTo>
                <a:cubicBezTo>
                  <a:pt x="1660" y="3599"/>
                  <a:pt x="2093" y="3471"/>
                  <a:pt x="2489" y="3254"/>
                </a:cubicBezTo>
                <a:cubicBezTo>
                  <a:pt x="2897" y="3024"/>
                  <a:pt x="3127" y="2667"/>
                  <a:pt x="3357" y="2259"/>
                </a:cubicBezTo>
                <a:cubicBezTo>
                  <a:pt x="3918" y="1263"/>
                  <a:pt x="4748" y="485"/>
                  <a:pt x="5883" y="485"/>
                </a:cubicBezTo>
                <a:close/>
                <a:moveTo>
                  <a:pt x="5896" y="0"/>
                </a:moveTo>
                <a:lnTo>
                  <a:pt x="5883" y="13"/>
                </a:lnTo>
                <a:cubicBezTo>
                  <a:pt x="4697" y="13"/>
                  <a:pt x="3676" y="702"/>
                  <a:pt x="2948" y="2029"/>
                </a:cubicBezTo>
                <a:cubicBezTo>
                  <a:pt x="2731" y="2399"/>
                  <a:pt x="2566" y="2667"/>
                  <a:pt x="2272" y="2833"/>
                </a:cubicBezTo>
                <a:cubicBezTo>
                  <a:pt x="2144" y="2897"/>
                  <a:pt x="2004" y="2960"/>
                  <a:pt x="1864" y="3024"/>
                </a:cubicBezTo>
                <a:cubicBezTo>
                  <a:pt x="1558" y="3139"/>
                  <a:pt x="1264" y="3305"/>
                  <a:pt x="996" y="3509"/>
                </a:cubicBezTo>
                <a:cubicBezTo>
                  <a:pt x="294" y="4032"/>
                  <a:pt x="1" y="4951"/>
                  <a:pt x="269" y="5793"/>
                </a:cubicBezTo>
                <a:cubicBezTo>
                  <a:pt x="524" y="6482"/>
                  <a:pt x="1136" y="6967"/>
                  <a:pt x="1864" y="7031"/>
                </a:cubicBezTo>
                <a:lnTo>
                  <a:pt x="2030" y="7031"/>
                </a:lnTo>
                <a:cubicBezTo>
                  <a:pt x="2310" y="7031"/>
                  <a:pt x="2591" y="6980"/>
                  <a:pt x="2859" y="6916"/>
                </a:cubicBezTo>
                <a:cubicBezTo>
                  <a:pt x="3051" y="6853"/>
                  <a:pt x="3255" y="6827"/>
                  <a:pt x="3446" y="6814"/>
                </a:cubicBezTo>
                <a:cubicBezTo>
                  <a:pt x="3510" y="6814"/>
                  <a:pt x="3574" y="6814"/>
                  <a:pt x="3637" y="6840"/>
                </a:cubicBezTo>
                <a:cubicBezTo>
                  <a:pt x="3816" y="6891"/>
                  <a:pt x="3969" y="6980"/>
                  <a:pt x="4122" y="7095"/>
                </a:cubicBezTo>
                <a:cubicBezTo>
                  <a:pt x="4199" y="7146"/>
                  <a:pt x="4288" y="7210"/>
                  <a:pt x="4378" y="7261"/>
                </a:cubicBezTo>
                <a:cubicBezTo>
                  <a:pt x="4863" y="7541"/>
                  <a:pt x="5407" y="7682"/>
                  <a:pt x="5953" y="7682"/>
                </a:cubicBezTo>
                <a:cubicBezTo>
                  <a:pt x="6425" y="7682"/>
                  <a:pt x="6900" y="7576"/>
                  <a:pt x="7338" y="7363"/>
                </a:cubicBezTo>
                <a:cubicBezTo>
                  <a:pt x="7415" y="7325"/>
                  <a:pt x="7478" y="7286"/>
                  <a:pt x="7542" y="7248"/>
                </a:cubicBezTo>
                <a:cubicBezTo>
                  <a:pt x="7644" y="7184"/>
                  <a:pt x="7759" y="7133"/>
                  <a:pt x="7861" y="7095"/>
                </a:cubicBezTo>
                <a:cubicBezTo>
                  <a:pt x="7978" y="7053"/>
                  <a:pt x="8103" y="7028"/>
                  <a:pt x="8222" y="7028"/>
                </a:cubicBezTo>
                <a:cubicBezTo>
                  <a:pt x="8247" y="7028"/>
                  <a:pt x="8271" y="7029"/>
                  <a:pt x="8295" y="7031"/>
                </a:cubicBezTo>
                <a:cubicBezTo>
                  <a:pt x="8448" y="7031"/>
                  <a:pt x="8614" y="7044"/>
                  <a:pt x="8780" y="7057"/>
                </a:cubicBezTo>
                <a:cubicBezTo>
                  <a:pt x="8946" y="7069"/>
                  <a:pt x="9150" y="7095"/>
                  <a:pt x="9354" y="7095"/>
                </a:cubicBezTo>
                <a:cubicBezTo>
                  <a:pt x="9456" y="7095"/>
                  <a:pt x="9571" y="7082"/>
                  <a:pt x="9673" y="7069"/>
                </a:cubicBezTo>
                <a:cubicBezTo>
                  <a:pt x="10745" y="6955"/>
                  <a:pt x="11587" y="6125"/>
                  <a:pt x="11741" y="5066"/>
                </a:cubicBezTo>
                <a:cubicBezTo>
                  <a:pt x="11906" y="3994"/>
                  <a:pt x="11319" y="2960"/>
                  <a:pt x="10337" y="2539"/>
                </a:cubicBezTo>
                <a:cubicBezTo>
                  <a:pt x="10094" y="2437"/>
                  <a:pt x="9852" y="2374"/>
                  <a:pt x="9597" y="2322"/>
                </a:cubicBezTo>
                <a:cubicBezTo>
                  <a:pt x="9342" y="2271"/>
                  <a:pt x="9086" y="2195"/>
                  <a:pt x="8857" y="2067"/>
                </a:cubicBezTo>
                <a:cubicBezTo>
                  <a:pt x="8627" y="1876"/>
                  <a:pt x="8436" y="1646"/>
                  <a:pt x="8295" y="1391"/>
                </a:cubicBezTo>
                <a:cubicBezTo>
                  <a:pt x="8116" y="1110"/>
                  <a:pt x="7912" y="842"/>
                  <a:pt x="7670" y="613"/>
                </a:cubicBezTo>
                <a:cubicBezTo>
                  <a:pt x="7300" y="306"/>
                  <a:pt x="6853" y="102"/>
                  <a:pt x="6368" y="38"/>
                </a:cubicBezTo>
                <a:cubicBezTo>
                  <a:pt x="6215" y="13"/>
                  <a:pt x="6049" y="0"/>
                  <a:pt x="58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theme/theme1.xml><?xml version="1.0" encoding="utf-8"?>
<a:theme xmlns:a="http://schemas.openxmlformats.org/drawingml/2006/main" name="Anxiety Treatment Center by Slidesgo">
  <a:themeElements>
    <a:clrScheme name="Simple Light">
      <a:dk1>
        <a:srgbClr val="000E3F"/>
      </a:dk1>
      <a:lt1>
        <a:srgbClr val="FBF4EF"/>
      </a:lt1>
      <a:dk2>
        <a:srgbClr val="6280FF"/>
      </a:dk2>
      <a:lt2>
        <a:srgbClr val="FDCBBF"/>
      </a:lt2>
      <a:accent1>
        <a:srgbClr val="FFFFFF"/>
      </a:accent1>
      <a:accent2>
        <a:srgbClr val="FFFFFF"/>
      </a:accent2>
      <a:accent3>
        <a:srgbClr val="FFFFFF"/>
      </a:accent3>
      <a:accent4>
        <a:srgbClr val="FFFFFF"/>
      </a:accent4>
      <a:accent5>
        <a:srgbClr val="FFFFFF"/>
      </a:accent5>
      <a:accent6>
        <a:srgbClr val="FFFFFF"/>
      </a:accent6>
      <a:hlink>
        <a:srgbClr val="000E3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218</TotalTime>
  <Words>2508</Words>
  <Application>Microsoft Macintosh PowerPoint</Application>
  <PresentationFormat>On-screen Show (16:9)</PresentationFormat>
  <Paragraphs>343</Paragraphs>
  <Slides>27</Slides>
  <Notes>27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27</vt:i4>
      </vt:variant>
    </vt:vector>
  </HeadingPairs>
  <TitlesOfParts>
    <vt:vector size="35" baseType="lpstr">
      <vt:lpstr>DM Sans</vt:lpstr>
      <vt:lpstr>Bebas Neue</vt:lpstr>
      <vt:lpstr>Montserrat</vt:lpstr>
      <vt:lpstr>Domine</vt:lpstr>
      <vt:lpstr>PT Sans</vt:lpstr>
      <vt:lpstr>Alata</vt:lpstr>
      <vt:lpstr>Arial</vt:lpstr>
      <vt:lpstr>Anxiety Treatment Center by Slidesgo</vt:lpstr>
      <vt:lpstr>2023 NATIONAL YOUTH RISK BEHAVIOR SURVEY  Co-Occurring Adverse Experiences &amp; Protective Factors in Adolescent Suicidality </vt:lpstr>
      <vt:lpstr>01</vt:lpstr>
      <vt:lpstr>Introduction</vt:lpstr>
      <vt:lpstr>Background</vt:lpstr>
      <vt:lpstr>Background</vt:lpstr>
      <vt:lpstr>1 in 5</vt:lpstr>
      <vt:lpstr>Background</vt:lpstr>
      <vt:lpstr>Methodology</vt:lpstr>
      <vt:lpstr>Study design: 2023 National YRBS</vt:lpstr>
      <vt:lpstr>Project structure</vt:lpstr>
      <vt:lpstr>Study design: How we analysed it</vt:lpstr>
      <vt:lpstr>PowerPoint Presentation</vt:lpstr>
      <vt:lpstr>PowerPoint Presentation</vt:lpstr>
      <vt:lpstr>Key findings</vt:lpstr>
      <vt:lpstr>Destiny’s variables</vt:lpstr>
      <vt:lpstr>Terence’s variables</vt:lpstr>
      <vt:lpstr>Aliya’s variables</vt:lpstr>
      <vt:lpstr>Aliya’s variables (protective factors)</vt:lpstr>
      <vt:lpstr>Francis’ variables</vt:lpstr>
      <vt:lpstr>Bernard’s variables</vt:lpstr>
      <vt:lpstr>Albert’s variables</vt:lpstr>
      <vt:lpstr>Jacinta’s variables</vt:lpstr>
      <vt:lpstr>Recommendations</vt:lpstr>
      <vt:lpstr>Limitations</vt:lpstr>
      <vt:lpstr>Conclusions</vt:lpstr>
      <vt:lpstr>Two sides of the same picture</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Albert Joseph</cp:lastModifiedBy>
  <cp:revision>32</cp:revision>
  <dcterms:modified xsi:type="dcterms:W3CDTF">2026-08-20T16:41:21Z</dcterms:modified>
</cp:coreProperties>
</file>